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oleObject" PartName="/ppt/embeddings/oleObject3.bin"/>
  <Override ContentType="application/vnd.openxmlformats-officedocument.oleObject" PartName="/ppt/embeddings/oleObject6.bin"/>
  <Override ContentType="application/vnd.openxmlformats-officedocument.oleObject" PartName="/ppt/embeddings/oleObject5.bin"/>
  <Override ContentType="application/vnd.openxmlformats-officedocument.oleObject" PartName="/ppt/embeddings/oleObject4.bin"/>
  <Override ContentType="application/vnd.openxmlformats-officedocument.oleObject" PartName="/ppt/embeddings/oleObject7.bin"/>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9" r:id="rId5"/>
    <p:sldMasterId id="2147483671" r:id="rId6"/>
    <p:sldMasterId id="214748368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 id="340" r:id="rId93"/>
    <p:sldId id="341" r:id="rId94"/>
    <p:sldId id="342" r:id="rId95"/>
    <p:sldId id="343" r:id="rId96"/>
    <p:sldId id="344" r:id="rId97"/>
    <p:sldId id="345" r:id="rId98"/>
    <p:sldId id="346" r:id="rId99"/>
    <p:sldId id="347" r:id="rId100"/>
    <p:sldId id="348" r:id="rId101"/>
    <p:sldId id="349" r:id="rId102"/>
    <p:sldId id="350" r:id="rId103"/>
    <p:sldId id="351" r:id="rId104"/>
    <p:sldId id="352" r:id="rId105"/>
    <p:sldId id="353" r:id="rId106"/>
    <p:sldId id="354" r:id="rId107"/>
    <p:sldId id="355" r:id="rId108"/>
    <p:sldId id="356" r:id="rId109"/>
    <p:sldId id="357" r:id="rId110"/>
    <p:sldId id="358" r:id="rId111"/>
    <p:sldId id="359" r:id="rId112"/>
    <p:sldId id="360" r:id="rId113"/>
    <p:sldId id="361" r:id="rId114"/>
    <p:sldId id="362" r:id="rId115"/>
    <p:sldId id="363" r:id="rId116"/>
    <p:sldId id="364" r:id="rId117"/>
    <p:sldId id="365" r:id="rId118"/>
    <p:sldId id="366" r:id="rId119"/>
    <p:sldId id="367" r:id="rId120"/>
    <p:sldId id="368" r:id="rId121"/>
    <p:sldId id="369" r:id="rId122"/>
    <p:sldId id="370" r:id="rId123"/>
    <p:sldId id="371" r:id="rId124"/>
    <p:sldId id="372" r:id="rId125"/>
    <p:sldId id="373" r:id="rId126"/>
    <p:sldId id="374" r:id="rId127"/>
    <p:sldId id="375" r:id="rId128"/>
    <p:sldId id="376" r:id="rId129"/>
    <p:sldId id="377" r:id="rId130"/>
    <p:sldId id="378" r:id="rId131"/>
    <p:sldId id="379" r:id="rId132"/>
    <p:sldId id="380" r:id="rId133"/>
    <p:sldId id="381" r:id="rId134"/>
    <p:sldId id="382" r:id="rId135"/>
    <p:sldId id="383" r:id="rId136"/>
    <p:sldId id="384" r:id="rId137"/>
    <p:sldId id="385" r:id="rId138"/>
    <p:sldId id="386" r:id="rId139"/>
    <p:sldId id="387" r:id="rId140"/>
    <p:sldId id="388" r:id="rId141"/>
    <p:sldId id="389" r:id="rId142"/>
    <p:sldId id="390" r:id="rId143"/>
    <p:sldId id="391" r:id="rId144"/>
  </p:sldIdLst>
  <p:sldSz cy="6858000" cx="12192000"/>
  <p:notesSz cx="6858000" cy="9144000"/>
  <p:embeddedFontLst>
    <p:embeddedFont>
      <p:font typeface="Libre Franklin"/>
      <p:regular r:id="rId145"/>
      <p:bold r:id="rId146"/>
      <p:italic r:id="rId147"/>
      <p:boldItalic r:id="rId148"/>
    </p:embeddedFont>
    <p:embeddedFont>
      <p:font typeface="Quattrocento Sans"/>
      <p:regular r:id="rId149"/>
      <p:bold r:id="rId150"/>
      <p:italic r:id="rId151"/>
      <p:boldItalic r:id="rId152"/>
    </p:embeddedFont>
    <p:embeddedFont>
      <p:font typeface="Helvetica Neue"/>
      <p:regular r:id="rId153"/>
      <p:bold r:id="rId154"/>
      <p:italic r:id="rId155"/>
      <p:boldItalic r:id="rId1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7" roundtripDataSignature="AMtx7miwF1gmPIaBNc5rQWnbsksd/14E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9AF9C84-30B1-4FED-A9B5-5BE27C606059}">
  <a:tblStyle styleId="{79AF9C84-30B1-4FED-A9B5-5BE27C606059}"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07" Type="http://schemas.openxmlformats.org/officeDocument/2006/relationships/slide" Target="slides/slide99.xml"/><Relationship Id="rId106" Type="http://schemas.openxmlformats.org/officeDocument/2006/relationships/slide" Target="slides/slide98.xml"/><Relationship Id="rId105" Type="http://schemas.openxmlformats.org/officeDocument/2006/relationships/slide" Target="slides/slide97.xml"/><Relationship Id="rId104" Type="http://schemas.openxmlformats.org/officeDocument/2006/relationships/slide" Target="slides/slide96.xml"/><Relationship Id="rId109" Type="http://schemas.openxmlformats.org/officeDocument/2006/relationships/slide" Target="slides/slide101.xml"/><Relationship Id="rId108" Type="http://schemas.openxmlformats.org/officeDocument/2006/relationships/slide" Target="slides/slide100.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103" Type="http://schemas.openxmlformats.org/officeDocument/2006/relationships/slide" Target="slides/slide95.xml"/><Relationship Id="rId102" Type="http://schemas.openxmlformats.org/officeDocument/2006/relationships/slide" Target="slides/slide94.xml"/><Relationship Id="rId101" Type="http://schemas.openxmlformats.org/officeDocument/2006/relationships/slide" Target="slides/slide93.xml"/><Relationship Id="rId100" Type="http://schemas.openxmlformats.org/officeDocument/2006/relationships/slide" Target="slides/slide92.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29" Type="http://schemas.openxmlformats.org/officeDocument/2006/relationships/slide" Target="slides/slide121.xml"/><Relationship Id="rId128" Type="http://schemas.openxmlformats.org/officeDocument/2006/relationships/slide" Target="slides/slide120.xml"/><Relationship Id="rId127" Type="http://schemas.openxmlformats.org/officeDocument/2006/relationships/slide" Target="slides/slide119.xml"/><Relationship Id="rId126" Type="http://schemas.openxmlformats.org/officeDocument/2006/relationships/slide" Target="slides/slide118.xml"/><Relationship Id="rId26" Type="http://schemas.openxmlformats.org/officeDocument/2006/relationships/slide" Target="slides/slide18.xml"/><Relationship Id="rId121" Type="http://schemas.openxmlformats.org/officeDocument/2006/relationships/slide" Target="slides/slide113.xml"/><Relationship Id="rId25" Type="http://schemas.openxmlformats.org/officeDocument/2006/relationships/slide" Target="slides/slide17.xml"/><Relationship Id="rId120" Type="http://schemas.openxmlformats.org/officeDocument/2006/relationships/slide" Target="slides/slide112.xml"/><Relationship Id="rId28" Type="http://schemas.openxmlformats.org/officeDocument/2006/relationships/slide" Target="slides/slide20.xml"/><Relationship Id="rId27" Type="http://schemas.openxmlformats.org/officeDocument/2006/relationships/slide" Target="slides/slide19.xml"/><Relationship Id="rId125" Type="http://schemas.openxmlformats.org/officeDocument/2006/relationships/slide" Target="slides/slide117.xml"/><Relationship Id="rId29" Type="http://schemas.openxmlformats.org/officeDocument/2006/relationships/slide" Target="slides/slide21.xml"/><Relationship Id="rId124" Type="http://schemas.openxmlformats.org/officeDocument/2006/relationships/slide" Target="slides/slide116.xml"/><Relationship Id="rId123" Type="http://schemas.openxmlformats.org/officeDocument/2006/relationships/slide" Target="slides/slide115.xml"/><Relationship Id="rId122" Type="http://schemas.openxmlformats.org/officeDocument/2006/relationships/slide" Target="slides/slide114.xml"/><Relationship Id="rId95" Type="http://schemas.openxmlformats.org/officeDocument/2006/relationships/slide" Target="slides/slide87.xml"/><Relationship Id="rId94" Type="http://schemas.openxmlformats.org/officeDocument/2006/relationships/slide" Target="slides/slide86.xml"/><Relationship Id="rId97" Type="http://schemas.openxmlformats.org/officeDocument/2006/relationships/slide" Target="slides/slide89.xml"/><Relationship Id="rId96" Type="http://schemas.openxmlformats.org/officeDocument/2006/relationships/slide" Target="slides/slide88.xml"/><Relationship Id="rId11" Type="http://schemas.openxmlformats.org/officeDocument/2006/relationships/slide" Target="slides/slide3.xml"/><Relationship Id="rId99" Type="http://schemas.openxmlformats.org/officeDocument/2006/relationships/slide" Target="slides/slide91.xml"/><Relationship Id="rId10" Type="http://schemas.openxmlformats.org/officeDocument/2006/relationships/slide" Target="slides/slide2.xml"/><Relationship Id="rId98" Type="http://schemas.openxmlformats.org/officeDocument/2006/relationships/slide" Target="slides/slide90.xml"/><Relationship Id="rId13" Type="http://schemas.openxmlformats.org/officeDocument/2006/relationships/slide" Target="slides/slide5.xml"/><Relationship Id="rId12" Type="http://schemas.openxmlformats.org/officeDocument/2006/relationships/slide" Target="slides/slide4.xml"/><Relationship Id="rId91" Type="http://schemas.openxmlformats.org/officeDocument/2006/relationships/slide" Target="slides/slide83.xml"/><Relationship Id="rId90" Type="http://schemas.openxmlformats.org/officeDocument/2006/relationships/slide" Target="slides/slide82.xml"/><Relationship Id="rId93" Type="http://schemas.openxmlformats.org/officeDocument/2006/relationships/slide" Target="slides/slide85.xml"/><Relationship Id="rId92" Type="http://schemas.openxmlformats.org/officeDocument/2006/relationships/slide" Target="slides/slide84.xml"/><Relationship Id="rId118" Type="http://schemas.openxmlformats.org/officeDocument/2006/relationships/slide" Target="slides/slide110.xml"/><Relationship Id="rId117" Type="http://schemas.openxmlformats.org/officeDocument/2006/relationships/slide" Target="slides/slide109.xml"/><Relationship Id="rId116" Type="http://schemas.openxmlformats.org/officeDocument/2006/relationships/slide" Target="slides/slide108.xml"/><Relationship Id="rId115" Type="http://schemas.openxmlformats.org/officeDocument/2006/relationships/slide" Target="slides/slide107.xml"/><Relationship Id="rId119" Type="http://schemas.openxmlformats.org/officeDocument/2006/relationships/slide" Target="slides/slide111.xml"/><Relationship Id="rId15" Type="http://schemas.openxmlformats.org/officeDocument/2006/relationships/slide" Target="slides/slide7.xml"/><Relationship Id="rId110" Type="http://schemas.openxmlformats.org/officeDocument/2006/relationships/slide" Target="slides/slide102.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14" Type="http://schemas.openxmlformats.org/officeDocument/2006/relationships/slide" Target="slides/slide106.xml"/><Relationship Id="rId18" Type="http://schemas.openxmlformats.org/officeDocument/2006/relationships/slide" Target="slides/slide10.xml"/><Relationship Id="rId113" Type="http://schemas.openxmlformats.org/officeDocument/2006/relationships/slide" Target="slides/slide105.xml"/><Relationship Id="rId112" Type="http://schemas.openxmlformats.org/officeDocument/2006/relationships/slide" Target="slides/slide104.xml"/><Relationship Id="rId111" Type="http://schemas.openxmlformats.org/officeDocument/2006/relationships/slide" Target="slides/slide103.xml"/><Relationship Id="rId84" Type="http://schemas.openxmlformats.org/officeDocument/2006/relationships/slide" Target="slides/slide76.xml"/><Relationship Id="rId83" Type="http://schemas.openxmlformats.org/officeDocument/2006/relationships/slide" Target="slides/slide75.xml"/><Relationship Id="rId86" Type="http://schemas.openxmlformats.org/officeDocument/2006/relationships/slide" Target="slides/slide78.xml"/><Relationship Id="rId85" Type="http://schemas.openxmlformats.org/officeDocument/2006/relationships/slide" Target="slides/slide77.xml"/><Relationship Id="rId88" Type="http://schemas.openxmlformats.org/officeDocument/2006/relationships/slide" Target="slides/slide80.xml"/><Relationship Id="rId150" Type="http://schemas.openxmlformats.org/officeDocument/2006/relationships/font" Target="fonts/QuattrocentoSans-bold.fntdata"/><Relationship Id="rId87" Type="http://schemas.openxmlformats.org/officeDocument/2006/relationships/slide" Target="slides/slide79.xml"/><Relationship Id="rId89" Type="http://schemas.openxmlformats.org/officeDocument/2006/relationships/slide" Target="slides/slide81.xml"/><Relationship Id="rId80" Type="http://schemas.openxmlformats.org/officeDocument/2006/relationships/slide" Target="slides/slide72.xml"/><Relationship Id="rId82" Type="http://schemas.openxmlformats.org/officeDocument/2006/relationships/slide" Target="slides/slide74.xml"/><Relationship Id="rId81" Type="http://schemas.openxmlformats.org/officeDocument/2006/relationships/slide" Target="slides/slide73.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149" Type="http://schemas.openxmlformats.org/officeDocument/2006/relationships/font" Target="fonts/QuattrocentoSans-regular.fntdata"/><Relationship Id="rId4" Type="http://schemas.openxmlformats.org/officeDocument/2006/relationships/slideMaster" Target="slideMasters/slideMaster1.xml"/><Relationship Id="rId148" Type="http://schemas.openxmlformats.org/officeDocument/2006/relationships/font" Target="fonts/LibreFranklin-boldItalic.fntdata"/><Relationship Id="rId9" Type="http://schemas.openxmlformats.org/officeDocument/2006/relationships/slide" Target="slides/slide1.xml"/><Relationship Id="rId143" Type="http://schemas.openxmlformats.org/officeDocument/2006/relationships/slide" Target="slides/slide135.xml"/><Relationship Id="rId142" Type="http://schemas.openxmlformats.org/officeDocument/2006/relationships/slide" Target="slides/slide134.xml"/><Relationship Id="rId141" Type="http://schemas.openxmlformats.org/officeDocument/2006/relationships/slide" Target="slides/slide133.xml"/><Relationship Id="rId140" Type="http://schemas.openxmlformats.org/officeDocument/2006/relationships/slide" Target="slides/slide132.xml"/><Relationship Id="rId5" Type="http://schemas.openxmlformats.org/officeDocument/2006/relationships/slideMaster" Target="slideMasters/slideMaster2.xml"/><Relationship Id="rId147" Type="http://schemas.openxmlformats.org/officeDocument/2006/relationships/font" Target="fonts/LibreFranklin-italic.fntdata"/><Relationship Id="rId6" Type="http://schemas.openxmlformats.org/officeDocument/2006/relationships/slideMaster" Target="slideMasters/slideMaster3.xml"/><Relationship Id="rId146" Type="http://schemas.openxmlformats.org/officeDocument/2006/relationships/font" Target="fonts/LibreFranklin-bold.fntdata"/><Relationship Id="rId7" Type="http://schemas.openxmlformats.org/officeDocument/2006/relationships/slideMaster" Target="slideMasters/slideMaster4.xml"/><Relationship Id="rId145" Type="http://schemas.openxmlformats.org/officeDocument/2006/relationships/font" Target="fonts/LibreFranklin-regular.fntdata"/><Relationship Id="rId8" Type="http://schemas.openxmlformats.org/officeDocument/2006/relationships/notesMaster" Target="notesMasters/notesMaster1.xml"/><Relationship Id="rId144" Type="http://schemas.openxmlformats.org/officeDocument/2006/relationships/slide" Target="slides/slide136.xml"/><Relationship Id="rId73" Type="http://schemas.openxmlformats.org/officeDocument/2006/relationships/slide" Target="slides/slide65.xml"/><Relationship Id="rId72" Type="http://schemas.openxmlformats.org/officeDocument/2006/relationships/slide" Target="slides/slide64.xml"/><Relationship Id="rId75" Type="http://schemas.openxmlformats.org/officeDocument/2006/relationships/slide" Target="slides/slide67.xml"/><Relationship Id="rId74" Type="http://schemas.openxmlformats.org/officeDocument/2006/relationships/slide" Target="slides/slide66.xml"/><Relationship Id="rId77" Type="http://schemas.openxmlformats.org/officeDocument/2006/relationships/slide" Target="slides/slide69.xml"/><Relationship Id="rId76" Type="http://schemas.openxmlformats.org/officeDocument/2006/relationships/slide" Target="slides/slide68.xml"/><Relationship Id="rId79" Type="http://schemas.openxmlformats.org/officeDocument/2006/relationships/slide" Target="slides/slide71.xml"/><Relationship Id="rId78" Type="http://schemas.openxmlformats.org/officeDocument/2006/relationships/slide" Target="slides/slide70.xml"/><Relationship Id="rId71" Type="http://schemas.openxmlformats.org/officeDocument/2006/relationships/slide" Target="slides/slide63.xml"/><Relationship Id="rId70" Type="http://schemas.openxmlformats.org/officeDocument/2006/relationships/slide" Target="slides/slide62.xml"/><Relationship Id="rId139" Type="http://schemas.openxmlformats.org/officeDocument/2006/relationships/slide" Target="slides/slide131.xml"/><Relationship Id="rId138" Type="http://schemas.openxmlformats.org/officeDocument/2006/relationships/slide" Target="slides/slide130.xml"/><Relationship Id="rId137" Type="http://schemas.openxmlformats.org/officeDocument/2006/relationships/slide" Target="slides/slide129.xml"/><Relationship Id="rId132" Type="http://schemas.openxmlformats.org/officeDocument/2006/relationships/slide" Target="slides/slide124.xml"/><Relationship Id="rId131" Type="http://schemas.openxmlformats.org/officeDocument/2006/relationships/slide" Target="slides/slide123.xml"/><Relationship Id="rId130" Type="http://schemas.openxmlformats.org/officeDocument/2006/relationships/slide" Target="slides/slide122.xml"/><Relationship Id="rId136" Type="http://schemas.openxmlformats.org/officeDocument/2006/relationships/slide" Target="slides/slide128.xml"/><Relationship Id="rId135" Type="http://schemas.openxmlformats.org/officeDocument/2006/relationships/slide" Target="slides/slide127.xml"/><Relationship Id="rId134" Type="http://schemas.openxmlformats.org/officeDocument/2006/relationships/slide" Target="slides/slide126.xml"/><Relationship Id="rId133" Type="http://schemas.openxmlformats.org/officeDocument/2006/relationships/slide" Target="slides/slide125.xml"/><Relationship Id="rId62" Type="http://schemas.openxmlformats.org/officeDocument/2006/relationships/slide" Target="slides/slide54.xml"/><Relationship Id="rId61" Type="http://schemas.openxmlformats.org/officeDocument/2006/relationships/slide" Target="slides/slide53.xml"/><Relationship Id="rId64" Type="http://schemas.openxmlformats.org/officeDocument/2006/relationships/slide" Target="slides/slide56.xml"/><Relationship Id="rId63" Type="http://schemas.openxmlformats.org/officeDocument/2006/relationships/slide" Target="slides/slide55.xml"/><Relationship Id="rId66" Type="http://schemas.openxmlformats.org/officeDocument/2006/relationships/slide" Target="slides/slide58.xml"/><Relationship Id="rId65" Type="http://schemas.openxmlformats.org/officeDocument/2006/relationships/slide" Target="slides/slide57.xml"/><Relationship Id="rId68" Type="http://schemas.openxmlformats.org/officeDocument/2006/relationships/slide" Target="slides/slide60.xml"/><Relationship Id="rId67" Type="http://schemas.openxmlformats.org/officeDocument/2006/relationships/slide" Target="slides/slide59.xml"/><Relationship Id="rId60" Type="http://schemas.openxmlformats.org/officeDocument/2006/relationships/slide" Target="slides/slide52.xml"/><Relationship Id="rId69" Type="http://schemas.openxmlformats.org/officeDocument/2006/relationships/slide" Target="slides/slide6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55" Type="http://schemas.openxmlformats.org/officeDocument/2006/relationships/slide" Target="slides/slide47.xml"/><Relationship Id="rId54" Type="http://schemas.openxmlformats.org/officeDocument/2006/relationships/slide" Target="slides/slide46.xml"/><Relationship Id="rId57" Type="http://schemas.openxmlformats.org/officeDocument/2006/relationships/slide" Target="slides/slide49.xml"/><Relationship Id="rId56" Type="http://schemas.openxmlformats.org/officeDocument/2006/relationships/slide" Target="slides/slide48.xml"/><Relationship Id="rId59" Type="http://schemas.openxmlformats.org/officeDocument/2006/relationships/slide" Target="slides/slide51.xml"/><Relationship Id="rId154" Type="http://schemas.openxmlformats.org/officeDocument/2006/relationships/font" Target="fonts/HelveticaNeue-bold.fntdata"/><Relationship Id="rId58" Type="http://schemas.openxmlformats.org/officeDocument/2006/relationships/slide" Target="slides/slide50.xml"/><Relationship Id="rId153" Type="http://schemas.openxmlformats.org/officeDocument/2006/relationships/font" Target="fonts/HelveticaNeue-regular.fntdata"/><Relationship Id="rId152" Type="http://schemas.openxmlformats.org/officeDocument/2006/relationships/font" Target="fonts/QuattrocentoSans-boldItalic.fntdata"/><Relationship Id="rId151" Type="http://schemas.openxmlformats.org/officeDocument/2006/relationships/font" Target="fonts/QuattrocentoSans-italic.fntdata"/><Relationship Id="rId157" Type="http://customschemas.google.com/relationships/presentationmetadata" Target="metadata"/><Relationship Id="rId156" Type="http://schemas.openxmlformats.org/officeDocument/2006/relationships/font" Target="fonts/HelveticaNeue-boldItalic.fntdata"/><Relationship Id="rId155" Type="http://schemas.openxmlformats.org/officeDocument/2006/relationships/font" Target="fonts/HelveticaNeue-italic.fntdata"/></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6.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9.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7.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5.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01.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47.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9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GB"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
        <p:nvSpPr>
          <p:cNvPr id="190" name="Google Shape;19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GB"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Adjust the Marks / Grade as you see fit</a:t>
            </a:r>
            <a:endParaRPr/>
          </a:p>
        </p:txBody>
      </p:sp>
      <p:sp>
        <p:nvSpPr>
          <p:cNvPr id="258" name="Google Shape;25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GB"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Describe and provide links to mongoDB Sign Up, Overview and hyperlinks to resources for login to Atlas and Compass.  Refer to MongoDB guides or TU MongoDB Guides. </a:t>
            </a:r>
            <a:endParaRPr/>
          </a:p>
        </p:txBody>
      </p:sp>
      <p:sp>
        <p:nvSpPr>
          <p:cNvPr id="300" name="Google Shape;30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 name="Google Shape;35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5" name="Google Shape;39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8" name="Google Shape;43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7" name="Google Shape;44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5" name="Google Shape;46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4" name="Google Shape;47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4" name="Google Shape;484;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2" name="Google Shape;49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2" name="Google Shape;502;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 name="Google Shape;509;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5" name="Google Shape;515;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2" name="Google Shape;522;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8" name="Google Shape;528;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 name="Google Shape;534;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1" name="Google Shape;541;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7" name="Google Shape;547;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4" name="Google Shape;554;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1" name="Google Shape;561;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9" name="Google Shape;569;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5" name="Google Shape;575;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3" name="Google Shape;583;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1" name="Google Shape;591;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7" name="Google Shape;597;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5" name="Google Shape;605;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1" name="Google Shape;611;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7" name="Google Shape;617;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5" name="Google Shape;625;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4" name="Google Shape;634;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1" name="Google Shape;641;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8" name="Google Shape;648;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6" name="Google Shape;656;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9" name="Google Shape;669;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5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8" name="Google Shape;678;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6" name="Google Shape;686;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5" name="Google Shape;695;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6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6" name="Google Shape;706;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7" name="Google Shape;717;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6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5" name="Google Shape;725;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3" name="Google Shape;733;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2" name="Google Shape;742;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3" name="Google Shape;743;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6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0" name="Google Shape;750;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p6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8" name="Google Shape;758;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6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5" name="Google Shape;765;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6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2" name="Google Shape;772;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7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9" name="Google Shape;779;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7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9" name="Google Shape;789;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7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7" name="Google Shape;797;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p7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2" name="Google Shape;802;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3" name="Google Shape;813;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2" name="Google Shape;822;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3" name="Google Shape;823;p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p7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4" name="Google Shape;834;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7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0" name="Google Shape;840;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7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1" name="Google Shape;851;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p7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9" name="Google Shape;859;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p8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7" name="Google Shape;867;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p8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0" name="Google Shape;880;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p8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9" name="Google Shape;889;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p8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7" name="Google Shape;897;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p8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4" name="Google Shape;904;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p8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2" name="Google Shape;912;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8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0" name="Google Shape;920;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p8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7" name="Google Shape;927;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8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5" name="Google Shape;935;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p8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3" name="Google Shape;943;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9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0" name="Google Shape;950;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p9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7" name="Google Shape;957;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p9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9" name="Google Shape;969;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p9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8" name="Google Shape;978;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p9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6" name="Google Shape;986;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p9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1" name="Google Shape;991;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p9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7" name="Google Shape;997;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p9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4" name="Google Shape;1004;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p9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7" name="Google Shape;1017;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p9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3" name="Google Shape;1023;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p10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9" name="Google Shape;1029;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p10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6" name="Google Shape;1036;p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p10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3" name="Google Shape;1043;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p10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2" name="Google Shape;1052;p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p10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0" name="Google Shape;1060;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p10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8" name="Google Shape;1068;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p10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5" name="Google Shape;1075;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p10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2" name="Google Shape;1082;p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p10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9" name="Google Shape;1089;p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5" name="Shape 1095"/>
        <p:cNvGrpSpPr/>
        <p:nvPr/>
      </p:nvGrpSpPr>
      <p:grpSpPr>
        <a:xfrm>
          <a:off x="0" y="0"/>
          <a:ext cx="0" cy="0"/>
          <a:chOff x="0" y="0"/>
          <a:chExt cx="0" cy="0"/>
        </a:xfrm>
      </p:grpSpPr>
      <p:sp>
        <p:nvSpPr>
          <p:cNvPr id="1096" name="Google Shape;1096;p10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7" name="Google Shape;1097;p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p1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4" name="Google Shape;1104;p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p1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5" name="Google Shape;1115;p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p1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3" name="Google Shape;1123;p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p1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8" name="Google Shape;1128;p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p1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7" name="Google Shape;1137;p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p1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6" name="Google Shape;1146;p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p1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2" name="Google Shape;1152;p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p1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9" name="Google Shape;1159;p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p1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8" name="Google Shape;1168;p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p1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6" name="Google Shape;1176;p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1" name="Shape 1181"/>
        <p:cNvGrpSpPr/>
        <p:nvPr/>
      </p:nvGrpSpPr>
      <p:grpSpPr>
        <a:xfrm>
          <a:off x="0" y="0"/>
          <a:ext cx="0" cy="0"/>
          <a:chOff x="0" y="0"/>
          <a:chExt cx="0" cy="0"/>
        </a:xfrm>
      </p:grpSpPr>
      <p:sp>
        <p:nvSpPr>
          <p:cNvPr id="1182" name="Google Shape;1182;p1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3" name="Google Shape;1183;p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p1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1" name="Google Shape;1191;p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p1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7" name="Google Shape;1197;p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3" name="Shape 1203"/>
        <p:cNvGrpSpPr/>
        <p:nvPr/>
      </p:nvGrpSpPr>
      <p:grpSpPr>
        <a:xfrm>
          <a:off x="0" y="0"/>
          <a:ext cx="0" cy="0"/>
          <a:chOff x="0" y="0"/>
          <a:chExt cx="0" cy="0"/>
        </a:xfrm>
      </p:grpSpPr>
      <p:sp>
        <p:nvSpPr>
          <p:cNvPr id="1204" name="Google Shape;1204;p1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5" name="Google Shape;1205;p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p1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2" name="Google Shape;1212;p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p1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1" name="Google Shape;1221;p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p1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9" name="Google Shape;1229;p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6" name="Shape 1236"/>
        <p:cNvGrpSpPr/>
        <p:nvPr/>
      </p:nvGrpSpPr>
      <p:grpSpPr>
        <a:xfrm>
          <a:off x="0" y="0"/>
          <a:ext cx="0" cy="0"/>
          <a:chOff x="0" y="0"/>
          <a:chExt cx="0" cy="0"/>
        </a:xfrm>
      </p:grpSpPr>
      <p:sp>
        <p:nvSpPr>
          <p:cNvPr id="1237" name="Google Shape;1237;p1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8" name="Google Shape;1238;p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3" name="Shape 1243"/>
        <p:cNvGrpSpPr/>
        <p:nvPr/>
      </p:nvGrpSpPr>
      <p:grpSpPr>
        <a:xfrm>
          <a:off x="0" y="0"/>
          <a:ext cx="0" cy="0"/>
          <a:chOff x="0" y="0"/>
          <a:chExt cx="0" cy="0"/>
        </a:xfrm>
      </p:grpSpPr>
      <p:sp>
        <p:nvSpPr>
          <p:cNvPr id="1244" name="Google Shape;1244;p1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5" name="Google Shape;1245;p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0" name="Shape 1250"/>
        <p:cNvGrpSpPr/>
        <p:nvPr/>
      </p:nvGrpSpPr>
      <p:grpSpPr>
        <a:xfrm>
          <a:off x="0" y="0"/>
          <a:ext cx="0" cy="0"/>
          <a:chOff x="0" y="0"/>
          <a:chExt cx="0" cy="0"/>
        </a:xfrm>
      </p:grpSpPr>
      <p:sp>
        <p:nvSpPr>
          <p:cNvPr id="1251" name="Google Shape;1251;p1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2" name="Google Shape;1252;p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p1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9" name="Google Shape;1259;p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p1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7" name="Google Shape;1267;p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p1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4" name="Google Shape;1274;p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9" name="Shape 1279"/>
        <p:cNvGrpSpPr/>
        <p:nvPr/>
      </p:nvGrpSpPr>
      <p:grpSpPr>
        <a:xfrm>
          <a:off x="0" y="0"/>
          <a:ext cx="0" cy="0"/>
          <a:chOff x="0" y="0"/>
          <a:chExt cx="0" cy="0"/>
        </a:xfrm>
      </p:grpSpPr>
      <p:sp>
        <p:nvSpPr>
          <p:cNvPr id="1280" name="Google Shape;1280;p1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1" name="Google Shape;1281;p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7" name="Shape 1287"/>
        <p:cNvGrpSpPr/>
        <p:nvPr/>
      </p:nvGrpSpPr>
      <p:grpSpPr>
        <a:xfrm>
          <a:off x="0" y="0"/>
          <a:ext cx="0" cy="0"/>
          <a:chOff x="0" y="0"/>
          <a:chExt cx="0" cy="0"/>
        </a:xfrm>
      </p:grpSpPr>
      <p:sp>
        <p:nvSpPr>
          <p:cNvPr id="1288" name="Google Shape;1288;p1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9" name="Google Shape;1289;p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p1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4" name="Google Shape;1294;p1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5" name="Shape 1305"/>
        <p:cNvGrpSpPr/>
        <p:nvPr/>
      </p:nvGrpSpPr>
      <p:grpSpPr>
        <a:xfrm>
          <a:off x="0" y="0"/>
          <a:ext cx="0" cy="0"/>
          <a:chOff x="0" y="0"/>
          <a:chExt cx="0" cy="0"/>
        </a:xfrm>
      </p:grpSpPr>
      <p:sp>
        <p:nvSpPr>
          <p:cNvPr id="1306" name="Google Shape;1306;p1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7" name="Google Shape;1307;p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1" name="Shape 11"/>
        <p:cNvGrpSpPr/>
        <p:nvPr/>
      </p:nvGrpSpPr>
      <p:grpSpPr>
        <a:xfrm>
          <a:off x="0" y="0"/>
          <a:ext cx="0" cy="0"/>
          <a:chOff x="0" y="0"/>
          <a:chExt cx="0" cy="0"/>
        </a:xfrm>
      </p:grpSpPr>
      <p:sp>
        <p:nvSpPr>
          <p:cNvPr id="12" name="Google Shape;12;p138"/>
          <p:cNvSpPr txBox="1"/>
          <p:nvPr>
            <p:ph idx="1" type="subTitle"/>
          </p:nvPr>
        </p:nvSpPr>
        <p:spPr>
          <a:xfrm>
            <a:off x="193271" y="5132437"/>
            <a:ext cx="8579886" cy="887363"/>
          </a:xfrm>
          <a:prstGeom prst="rect">
            <a:avLst/>
          </a:prstGeom>
          <a:noFill/>
          <a:ln>
            <a:noFill/>
          </a:ln>
        </p:spPr>
        <p:txBody>
          <a:bodyPr anchorCtr="0" anchor="b" bIns="137150" lIns="137150" spcFirstLastPara="1" rIns="137150" wrap="square" tIns="137150">
            <a:normAutofit/>
          </a:bodyPr>
          <a:lstStyle>
            <a:lvl1pPr lvl="0" marR="0" rtl="0" algn="l">
              <a:lnSpc>
                <a:spcPct val="100000"/>
              </a:lnSpc>
              <a:spcBef>
                <a:spcPts val="0"/>
              </a:spcBef>
              <a:spcAft>
                <a:spcPts val="0"/>
              </a:spcAft>
              <a:buClr>
                <a:schemeClr val="dk1"/>
              </a:buClr>
              <a:buSzPts val="2160"/>
              <a:buFont typeface="Arial"/>
              <a:buNone/>
              <a:defRPr b="0" i="0" sz="2400" u="none" cap="none" strike="noStrike">
                <a:solidFill>
                  <a:schemeClr val="dk1"/>
                </a:solidFill>
                <a:latin typeface="Quattrocento Sans"/>
                <a:ea typeface="Quattrocento Sans"/>
                <a:cs typeface="Quattrocento Sans"/>
                <a:sym typeface="Quattrocento Sans"/>
              </a:defRPr>
            </a:lvl1pPr>
            <a:lvl2pPr lvl="1" marR="0" rtl="0" algn="ctr">
              <a:spcBef>
                <a:spcPts val="300"/>
              </a:spcBef>
              <a:spcAft>
                <a:spcPts val="0"/>
              </a:spcAft>
              <a:buClr>
                <a:srgbClr val="888888"/>
              </a:buClr>
              <a:buSzPts val="2800"/>
              <a:buFont typeface="Arial"/>
              <a:buNone/>
              <a:defRPr b="0" i="0" sz="2800" u="none" cap="none" strike="noStrike">
                <a:solidFill>
                  <a:srgbClr val="888888"/>
                </a:solidFill>
                <a:latin typeface="Quattrocento Sans"/>
                <a:ea typeface="Quattrocento Sans"/>
                <a:cs typeface="Quattrocento Sans"/>
                <a:sym typeface="Quattrocento Sans"/>
              </a:defRPr>
            </a:lvl2pPr>
            <a:lvl3pPr lvl="2" marR="0" rtl="0" algn="ctr">
              <a:spcBef>
                <a:spcPts val="300"/>
              </a:spcBef>
              <a:spcAft>
                <a:spcPts val="0"/>
              </a:spcAft>
              <a:buClr>
                <a:srgbClr val="888888"/>
              </a:buClr>
              <a:buSzPts val="2400"/>
              <a:buFont typeface="Arial"/>
              <a:buNone/>
              <a:defRPr b="0" i="0" sz="2400" u="none" cap="none" strike="noStrike">
                <a:solidFill>
                  <a:srgbClr val="888888"/>
                </a:solidFill>
                <a:latin typeface="Quattrocento Sans"/>
                <a:ea typeface="Quattrocento Sans"/>
                <a:cs typeface="Quattrocento Sans"/>
                <a:sym typeface="Quattrocento Sans"/>
              </a:defRPr>
            </a:lvl3pPr>
            <a:lvl4pPr lvl="3" marR="0" rtl="0" algn="ctr">
              <a:spcBef>
                <a:spcPts val="400"/>
              </a:spcBef>
              <a:spcAft>
                <a:spcPts val="0"/>
              </a:spcAft>
              <a:buClr>
                <a:srgbClr val="888888"/>
              </a:buClr>
              <a:buSzPts val="2000"/>
              <a:buFont typeface="Arial"/>
              <a:buNone/>
              <a:defRPr b="0" i="0" sz="2000" u="none" cap="none" strike="noStrike">
                <a:solidFill>
                  <a:srgbClr val="888888"/>
                </a:solidFill>
                <a:latin typeface="Quattrocento Sans"/>
                <a:ea typeface="Quattrocento Sans"/>
                <a:cs typeface="Quattrocento Sans"/>
                <a:sym typeface="Quattrocento Sans"/>
              </a:defRPr>
            </a:lvl4pPr>
            <a:lvl5pPr lvl="4" marR="0" rtl="0" algn="ctr">
              <a:spcBef>
                <a:spcPts val="400"/>
              </a:spcBef>
              <a:spcAft>
                <a:spcPts val="0"/>
              </a:spcAft>
              <a:buClr>
                <a:srgbClr val="888888"/>
              </a:buClr>
              <a:buSzPts val="2000"/>
              <a:buFont typeface="Arial"/>
              <a:buNone/>
              <a:defRPr b="0" i="0" sz="2000" u="none" cap="none" strike="noStrike">
                <a:solidFill>
                  <a:srgbClr val="888888"/>
                </a:solidFill>
                <a:latin typeface="Quattrocento Sans"/>
                <a:ea typeface="Quattrocento Sans"/>
                <a:cs typeface="Quattrocento Sans"/>
                <a:sym typeface="Quattrocento Sans"/>
              </a:defRPr>
            </a:lvl5pPr>
            <a:lvl6pPr lvl="5"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lvl="6"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lvl="7"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lvl="8"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sp>
        <p:nvSpPr>
          <p:cNvPr id="13" name="Google Shape;13;p138"/>
          <p:cNvSpPr txBox="1"/>
          <p:nvPr>
            <p:ph type="ctrTitle"/>
          </p:nvPr>
        </p:nvSpPr>
        <p:spPr>
          <a:xfrm>
            <a:off x="193271" y="2415641"/>
            <a:ext cx="8579886" cy="2603307"/>
          </a:xfrm>
          <a:prstGeom prst="rect">
            <a:avLst/>
          </a:prstGeom>
          <a:solidFill>
            <a:srgbClr val="007233"/>
          </a:solidFill>
          <a:ln>
            <a:noFill/>
          </a:ln>
        </p:spPr>
        <p:txBody>
          <a:bodyPr anchorCtr="0" anchor="b" bIns="137150" lIns="137150" spcFirstLastPara="1" rIns="91400" wrap="square" tIns="137150">
            <a:noAutofit/>
          </a:bodyPr>
          <a:lstStyle>
            <a:lvl1pPr lvl="0" algn="l">
              <a:lnSpc>
                <a:spcPct val="80000"/>
              </a:lnSpc>
              <a:spcBef>
                <a:spcPts val="0"/>
              </a:spcBef>
              <a:spcAft>
                <a:spcPts val="0"/>
              </a:spcAft>
              <a:buClr>
                <a:srgbClr val="FFFFFF"/>
              </a:buClr>
              <a:buSzPts val="4800"/>
              <a:buFont typeface="Quattrocento Sans"/>
              <a:buNone/>
              <a:defRPr sz="48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138"/>
          <p:cNvSpPr/>
          <p:nvPr/>
        </p:nvSpPr>
        <p:spPr>
          <a:xfrm>
            <a:off x="8902492" y="2418735"/>
            <a:ext cx="3087947" cy="2600214"/>
          </a:xfrm>
          <a:prstGeom prst="rect">
            <a:avLst/>
          </a:prstGeom>
          <a:solidFill>
            <a:schemeClr val="dk2"/>
          </a:solidFill>
          <a:ln>
            <a:noFill/>
          </a:ln>
        </p:spPr>
        <p:txBody>
          <a:bodyPr anchorCtr="0" anchor="b" bIns="137150" lIns="137150" spcFirstLastPara="1" rIns="137150" wrap="square" tIns="137150">
            <a:noAutofit/>
          </a:bodyPr>
          <a:lstStyle/>
          <a:p>
            <a:pPr indent="0" lvl="0" marL="0" marR="0" rtl="0" algn="l">
              <a:spcBef>
                <a:spcPts val="0"/>
              </a:spcBef>
              <a:spcAft>
                <a:spcPts val="0"/>
              </a:spcAft>
              <a:buNone/>
            </a:pPr>
            <a:r>
              <a:t/>
            </a:r>
            <a:endParaRPr b="0" i="0" sz="2000" u="none" cap="none" strike="noStrike">
              <a:solidFill>
                <a:srgbClr val="FFFFFF"/>
              </a:solidFill>
              <a:latin typeface="Quattrocento Sans"/>
              <a:ea typeface="Quattrocento Sans"/>
              <a:cs typeface="Quattrocento Sans"/>
              <a:sym typeface="Quattrocento Sans"/>
            </a:endParaRPr>
          </a:p>
        </p:txBody>
      </p:sp>
      <p:pic>
        <p:nvPicPr>
          <p:cNvPr id="15" name="Google Shape;15;p138"/>
          <p:cNvPicPr preferRelativeResize="0"/>
          <p:nvPr/>
        </p:nvPicPr>
        <p:blipFill rotWithShape="1">
          <a:blip r:embed="rId2">
            <a:alphaModFix/>
          </a:blip>
          <a:srcRect b="16691" l="9720" r="7274" t="16544"/>
          <a:stretch/>
        </p:blipFill>
        <p:spPr>
          <a:xfrm>
            <a:off x="10731799" y="4630992"/>
            <a:ext cx="1131688" cy="334740"/>
          </a:xfrm>
          <a:prstGeom prst="rect">
            <a:avLst/>
          </a:prstGeom>
          <a:noFill/>
          <a:ln>
            <a:noFill/>
          </a:ln>
        </p:spPr>
      </p:pic>
    </p:spTree>
  </p:cSld>
  <p:clrMapOvr>
    <a:masterClrMapping/>
  </p:clrMapOvr>
  <p:extLst>
    <p:ext uri="{DCECCB84-F9BA-43D5-87BE-67443E8EF086}">
      <p15:sldGuideLst>
        <p15:guide id="1" orient="horz" pos="3792">
          <p15:clr>
            <a:srgbClr val="FBAE40"/>
          </p15:clr>
        </p15:guide>
        <p15:guide id="2" pos="3839">
          <p15:clr>
            <a:srgbClr val="FBAE40"/>
          </p15:clr>
        </p15:guide>
        <p15:guide id="3" orient="horz" pos="72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6" name="Shape 16"/>
        <p:cNvGrpSpPr/>
        <p:nvPr/>
      </p:nvGrpSpPr>
      <p:grpSpPr>
        <a:xfrm>
          <a:off x="0" y="0"/>
          <a:ext cx="0" cy="0"/>
          <a:chOff x="0" y="0"/>
          <a:chExt cx="0" cy="0"/>
        </a:xfrm>
      </p:grpSpPr>
      <p:sp>
        <p:nvSpPr>
          <p:cNvPr id="17" name="Google Shape;17;p139"/>
          <p:cNvSpPr txBox="1"/>
          <p:nvPr>
            <p:ph type="title"/>
          </p:nvPr>
        </p:nvSpPr>
        <p:spPr>
          <a:xfrm>
            <a:off x="379514" y="182215"/>
            <a:ext cx="11524432" cy="1063487"/>
          </a:xfrm>
          <a:prstGeom prst="rect">
            <a:avLst/>
          </a:prstGeom>
          <a:noFill/>
          <a:ln>
            <a:noFill/>
          </a:ln>
        </p:spPr>
        <p:txBody>
          <a:bodyPr anchorCtr="0" anchor="t" bIns="45700" lIns="91400" spcFirstLastPara="1" rIns="91400" wrap="square" tIns="45700">
            <a:norm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39"/>
          <p:cNvSpPr txBox="1"/>
          <p:nvPr>
            <p:ph idx="1" type="body"/>
          </p:nvPr>
        </p:nvSpPr>
        <p:spPr>
          <a:xfrm>
            <a:off x="379413" y="1388226"/>
            <a:ext cx="11525250" cy="5290388"/>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1400"/>
              </a:spcBef>
              <a:spcAft>
                <a:spcPts val="0"/>
              </a:spcAft>
              <a:buClr>
                <a:schemeClr val="dk1"/>
              </a:buClr>
              <a:buSzPts val="3200"/>
              <a:buFont typeface="Arial"/>
              <a:buChar char="•"/>
              <a:defRPr b="0" i="0" sz="3200" u="none" cap="none" strike="noStrike">
                <a:solidFill>
                  <a:schemeClr val="dk1"/>
                </a:solidFill>
                <a:latin typeface="Quattrocento Sans"/>
                <a:ea typeface="Quattrocento Sans"/>
                <a:cs typeface="Quattrocento Sans"/>
                <a:sym typeface="Quattrocento Sans"/>
              </a:defRPr>
            </a:lvl1pPr>
            <a:lvl2pPr indent="-406400" lvl="1" marL="914400" marR="0" rtl="0" algn="l">
              <a:spcBef>
                <a:spcPts val="300"/>
              </a:spcBef>
              <a:spcAft>
                <a:spcPts val="0"/>
              </a:spcAft>
              <a:buClr>
                <a:schemeClr val="dk1"/>
              </a:buClr>
              <a:buSzPts val="2800"/>
              <a:buFont typeface="Arial"/>
              <a:buChar char="–"/>
              <a:defRPr b="0" i="0" sz="2800" u="none" cap="none" strike="noStrike">
                <a:solidFill>
                  <a:schemeClr val="dk1"/>
                </a:solidFill>
                <a:latin typeface="Quattrocento Sans"/>
                <a:ea typeface="Quattrocento Sans"/>
                <a:cs typeface="Quattrocento Sans"/>
                <a:sym typeface="Quattrocento Sans"/>
              </a:defRPr>
            </a:lvl2pPr>
            <a:lvl3pPr indent="-381000" lvl="2" marL="1371600" marR="0" rtl="0" algn="l">
              <a:spcBef>
                <a:spcPts val="300"/>
              </a:spcBef>
              <a:spcAft>
                <a:spcPts val="0"/>
              </a:spcAft>
              <a:buClr>
                <a:schemeClr val="dk1"/>
              </a:buClr>
              <a:buSzPts val="2400"/>
              <a:buFont typeface="Arial"/>
              <a:buChar char="•"/>
              <a:defRPr b="0" i="0" sz="2400" u="none" cap="none" strike="noStrike">
                <a:solidFill>
                  <a:schemeClr val="dk1"/>
                </a:solidFill>
                <a:latin typeface="Quattrocento Sans"/>
                <a:ea typeface="Quattrocento Sans"/>
                <a:cs typeface="Quattrocento Sans"/>
                <a:sym typeface="Quattrocento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Quattrocento Sans"/>
                <a:ea typeface="Quattrocento Sans"/>
                <a:cs typeface="Quattrocento Sans"/>
                <a:sym typeface="Quattrocento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Quattrocento Sans"/>
                <a:ea typeface="Quattrocento Sans"/>
                <a:cs typeface="Quattrocento Sans"/>
                <a:sym typeface="Quattrocento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spTree>
      <p:nvGrpSpPr>
        <p:cNvPr id="19" name="Shape 19"/>
        <p:cNvGrpSpPr/>
        <p:nvPr/>
      </p:nvGrpSpPr>
      <p:grpSpPr>
        <a:xfrm>
          <a:off x="0" y="0"/>
          <a:ext cx="0" cy="0"/>
          <a:chOff x="0" y="0"/>
          <a:chExt cx="0" cy="0"/>
        </a:xfrm>
      </p:grpSpPr>
      <p:sp>
        <p:nvSpPr>
          <p:cNvPr id="20" name="Google Shape;20;p140"/>
          <p:cNvSpPr txBox="1"/>
          <p:nvPr>
            <p:ph type="title"/>
          </p:nvPr>
        </p:nvSpPr>
        <p:spPr>
          <a:xfrm>
            <a:off x="379514" y="182215"/>
            <a:ext cx="11524432" cy="1063487"/>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rgbClr val="252525"/>
              </a:buClr>
              <a:buSzPts val="4000"/>
              <a:buFont typeface="Verdana"/>
              <a:buNone/>
              <a:defRPr b="0" i="0" sz="4000">
                <a:solidFill>
                  <a:srgbClr val="252525"/>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40"/>
          <p:cNvSpPr txBox="1"/>
          <p:nvPr>
            <p:ph idx="1" type="body"/>
          </p:nvPr>
        </p:nvSpPr>
        <p:spPr>
          <a:xfrm>
            <a:off x="0" y="0"/>
            <a:ext cx="3000000" cy="3000000"/>
          </a:xfrm>
          <a:prstGeom prst="rect">
            <a:avLst/>
          </a:prstGeom>
          <a:noFill/>
          <a:ln>
            <a:noFill/>
          </a:ln>
        </p:spPr>
        <p:txBody>
          <a:bodyPr anchorCtr="0" anchor="t" bIns="0" lIns="0" spcFirstLastPara="1" rIns="0" wrap="square" tIns="0">
            <a:noAutofit/>
          </a:bodyPr>
          <a:lstStyle>
            <a:lvl1pPr indent="-342900" lvl="0" marL="457200" marR="0" rtl="0" algn="l">
              <a:spcBef>
                <a:spcPts val="12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1pPr>
            <a:lvl2pPr indent="-406400" lvl="1" marL="914400" marR="0" rtl="0" algn="l">
              <a:spcBef>
                <a:spcPts val="300"/>
              </a:spcBef>
              <a:spcAft>
                <a:spcPts val="0"/>
              </a:spcAft>
              <a:buClr>
                <a:schemeClr val="dk1"/>
              </a:buClr>
              <a:buSzPts val="2800"/>
              <a:buFont typeface="Arial"/>
              <a:buChar char="–"/>
              <a:defRPr b="0" i="0" sz="2800" u="none" cap="none" strike="noStrike">
                <a:solidFill>
                  <a:schemeClr val="dk1"/>
                </a:solidFill>
                <a:latin typeface="Quattrocento Sans"/>
                <a:ea typeface="Quattrocento Sans"/>
                <a:cs typeface="Quattrocento Sans"/>
                <a:sym typeface="Quattrocento Sans"/>
              </a:defRPr>
            </a:lvl2pPr>
            <a:lvl3pPr indent="-381000" lvl="2" marL="1371600" marR="0" rtl="0" algn="l">
              <a:spcBef>
                <a:spcPts val="300"/>
              </a:spcBef>
              <a:spcAft>
                <a:spcPts val="0"/>
              </a:spcAft>
              <a:buClr>
                <a:schemeClr val="dk1"/>
              </a:buClr>
              <a:buSzPts val="2400"/>
              <a:buFont typeface="Arial"/>
              <a:buChar char="•"/>
              <a:defRPr b="0" i="0" sz="2400" u="none" cap="none" strike="noStrike">
                <a:solidFill>
                  <a:schemeClr val="dk1"/>
                </a:solidFill>
                <a:latin typeface="Quattrocento Sans"/>
                <a:ea typeface="Quattrocento Sans"/>
                <a:cs typeface="Quattrocento Sans"/>
                <a:sym typeface="Quattrocento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Quattrocento Sans"/>
                <a:ea typeface="Quattrocento Sans"/>
                <a:cs typeface="Quattrocento Sans"/>
                <a:sym typeface="Quattrocento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Quattrocento Sans"/>
                <a:ea typeface="Quattrocento Sans"/>
                <a:cs typeface="Quattrocento Sans"/>
                <a:sym typeface="Quattrocento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2" name="Google Shape;22;p140"/>
          <p:cNvSpPr txBox="1"/>
          <p:nvPr>
            <p:ph idx="11" type="ftr"/>
          </p:nvPr>
        </p:nvSpPr>
        <p:spPr>
          <a:xfrm>
            <a:off x="0" y="0"/>
            <a:ext cx="3000000" cy="3000000"/>
          </a:xfrm>
          <a:prstGeom prst="rect">
            <a:avLst/>
          </a:prstGeom>
          <a:noFill/>
          <a:ln>
            <a:noFill/>
          </a:ln>
        </p:spPr>
        <p:txBody>
          <a:bodyPr anchorCtr="0" anchor="t" bIns="0" lIns="0" spcFirstLastPara="1" rIns="0" wrap="square" tIns="0">
            <a:noAutofit/>
          </a:bodyPr>
          <a:lstStyle>
            <a:lvl1pPr lvl="0" marR="0" rtl="0" algn="ctr">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p140"/>
          <p:cNvSpPr txBox="1"/>
          <p:nvPr>
            <p:ph idx="10" type="dt"/>
          </p:nvPr>
        </p:nvSpPr>
        <p:spPr>
          <a:xfrm>
            <a:off x="0" y="0"/>
            <a:ext cx="3000000" cy="300000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 name="Google Shape;24;p140"/>
          <p:cNvSpPr txBox="1"/>
          <p:nvPr>
            <p:ph idx="12" type="sldNum"/>
          </p:nvPr>
        </p:nvSpPr>
        <p:spPr>
          <a:xfrm>
            <a:off x="0" y="0"/>
            <a:ext cx="3000000" cy="3000000"/>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sz="1800">
                <a:solidFill>
                  <a:srgbClr val="888888"/>
                </a:solidFill>
                <a:latin typeface="Calibri"/>
                <a:ea typeface="Calibri"/>
                <a:cs typeface="Calibri"/>
                <a:sym typeface="Calibri"/>
              </a:defRPr>
            </a:lvl1pPr>
            <a:lvl2pPr indent="0" lvl="1" marL="0" marR="0" rtl="0" algn="r">
              <a:spcBef>
                <a:spcPts val="0"/>
              </a:spcBef>
              <a:buNone/>
              <a:defRPr sz="1800">
                <a:solidFill>
                  <a:srgbClr val="888888"/>
                </a:solidFill>
                <a:latin typeface="Calibri"/>
                <a:ea typeface="Calibri"/>
                <a:cs typeface="Calibri"/>
                <a:sym typeface="Calibri"/>
              </a:defRPr>
            </a:lvl2pPr>
            <a:lvl3pPr indent="0" lvl="2" marL="0" marR="0" rtl="0" algn="r">
              <a:spcBef>
                <a:spcPts val="0"/>
              </a:spcBef>
              <a:buNone/>
              <a:defRPr sz="1800">
                <a:solidFill>
                  <a:srgbClr val="888888"/>
                </a:solidFill>
                <a:latin typeface="Calibri"/>
                <a:ea typeface="Calibri"/>
                <a:cs typeface="Calibri"/>
                <a:sym typeface="Calibri"/>
              </a:defRPr>
            </a:lvl3pPr>
            <a:lvl4pPr indent="0" lvl="3" marL="0" marR="0" rtl="0" algn="r">
              <a:spcBef>
                <a:spcPts val="0"/>
              </a:spcBef>
              <a:buNone/>
              <a:defRPr sz="1800">
                <a:solidFill>
                  <a:srgbClr val="888888"/>
                </a:solidFill>
                <a:latin typeface="Calibri"/>
                <a:ea typeface="Calibri"/>
                <a:cs typeface="Calibri"/>
                <a:sym typeface="Calibri"/>
              </a:defRPr>
            </a:lvl4pPr>
            <a:lvl5pPr indent="0" lvl="4" marL="0" marR="0" rtl="0" algn="r">
              <a:spcBef>
                <a:spcPts val="0"/>
              </a:spcBef>
              <a:buNone/>
              <a:defRPr sz="1800">
                <a:solidFill>
                  <a:srgbClr val="888888"/>
                </a:solidFill>
                <a:latin typeface="Calibri"/>
                <a:ea typeface="Calibri"/>
                <a:cs typeface="Calibri"/>
                <a:sym typeface="Calibri"/>
              </a:defRPr>
            </a:lvl5pPr>
            <a:lvl6pPr indent="0" lvl="5" marL="0" marR="0" rtl="0" algn="r">
              <a:spcBef>
                <a:spcPts val="0"/>
              </a:spcBef>
              <a:buNone/>
              <a:defRPr sz="1800">
                <a:solidFill>
                  <a:srgbClr val="888888"/>
                </a:solidFill>
                <a:latin typeface="Calibri"/>
                <a:ea typeface="Calibri"/>
                <a:cs typeface="Calibri"/>
                <a:sym typeface="Calibri"/>
              </a:defRPr>
            </a:lvl6pPr>
            <a:lvl7pPr indent="0" lvl="6" marL="0" marR="0" rtl="0" algn="r">
              <a:spcBef>
                <a:spcPts val="0"/>
              </a:spcBef>
              <a:buNone/>
              <a:defRPr sz="1800">
                <a:solidFill>
                  <a:srgbClr val="888888"/>
                </a:solidFill>
                <a:latin typeface="Calibri"/>
                <a:ea typeface="Calibri"/>
                <a:cs typeface="Calibri"/>
                <a:sym typeface="Calibri"/>
              </a:defRPr>
            </a:lvl7pPr>
            <a:lvl8pPr indent="0" lvl="7" marL="0" marR="0" rtl="0" algn="r">
              <a:spcBef>
                <a:spcPts val="0"/>
              </a:spcBef>
              <a:buNone/>
              <a:defRPr sz="1800">
                <a:solidFill>
                  <a:srgbClr val="888888"/>
                </a:solidFill>
                <a:latin typeface="Calibri"/>
                <a:ea typeface="Calibri"/>
                <a:cs typeface="Calibri"/>
                <a:sym typeface="Calibri"/>
              </a:defRPr>
            </a:lvl8pPr>
            <a:lvl9pPr indent="0" lvl="8" marL="0" marR="0" rtl="0" algn="r">
              <a:spcBef>
                <a:spcPts val="0"/>
              </a:spcBef>
              <a:buNone/>
              <a:defRPr sz="1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Left">
  <p:cSld name="Title - Left">
    <p:spTree>
      <p:nvGrpSpPr>
        <p:cNvPr id="25" name="Shape 25"/>
        <p:cNvGrpSpPr/>
        <p:nvPr/>
      </p:nvGrpSpPr>
      <p:grpSpPr>
        <a:xfrm>
          <a:off x="0" y="0"/>
          <a:ext cx="0" cy="0"/>
          <a:chOff x="0" y="0"/>
          <a:chExt cx="0" cy="0"/>
        </a:xfrm>
      </p:grpSpPr>
      <p:sp>
        <p:nvSpPr>
          <p:cNvPr id="26" name="Google Shape;26;p141"/>
          <p:cNvSpPr txBox="1"/>
          <p:nvPr>
            <p:ph type="title"/>
          </p:nvPr>
        </p:nvSpPr>
        <p:spPr>
          <a:xfrm>
            <a:off x="623888" y="137160"/>
            <a:ext cx="9797831" cy="707886"/>
          </a:xfrm>
          <a:prstGeom prst="rect">
            <a:avLst/>
          </a:prstGeom>
          <a:noFill/>
          <a:ln>
            <a:noFill/>
          </a:ln>
        </p:spPr>
        <p:txBody>
          <a:bodyPr anchorCtr="0" anchor="t" bIns="45700" lIns="91400" spcFirstLastPara="1" rIns="91400" wrap="square" tIns="45700">
            <a:normAutofit/>
          </a:bodyPr>
          <a:lstStyle>
            <a:lvl1pPr lvl="0" algn="l">
              <a:lnSpc>
                <a:spcPct val="80000"/>
              </a:lnSpc>
              <a:spcBef>
                <a:spcPts val="0"/>
              </a:spcBef>
              <a:spcAft>
                <a:spcPts val="0"/>
              </a:spcAft>
              <a:buClr>
                <a:schemeClr val="dk1"/>
              </a:buClr>
              <a:buSzPts val="4400"/>
              <a:buFont typeface="Quattrocento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41"/>
          <p:cNvSpPr txBox="1"/>
          <p:nvPr>
            <p:ph idx="1" type="subTitle"/>
          </p:nvPr>
        </p:nvSpPr>
        <p:spPr>
          <a:xfrm>
            <a:off x="623888" y="845046"/>
            <a:ext cx="9797831" cy="480131"/>
          </a:xfrm>
          <a:prstGeom prst="rect">
            <a:avLst/>
          </a:prstGeom>
          <a:noFill/>
          <a:ln>
            <a:noFill/>
          </a:ln>
        </p:spPr>
        <p:txBody>
          <a:bodyPr anchorCtr="0" anchor="t" bIns="45700" lIns="91425" spcFirstLastPara="1" rIns="91425" wrap="square" tIns="45700">
            <a:spAutoFit/>
          </a:bodyPr>
          <a:lstStyle>
            <a:lvl1pPr lvl="0" marR="0" rtl="0" algn="l">
              <a:spcBef>
                <a:spcPts val="1200"/>
              </a:spcBef>
              <a:spcAft>
                <a:spcPts val="0"/>
              </a:spcAft>
              <a:buClr>
                <a:schemeClr val="accent1"/>
              </a:buClr>
              <a:buSzPts val="2800"/>
              <a:buFont typeface="Arial"/>
              <a:buNone/>
              <a:defRPr b="1" i="0" sz="2800" u="none" cap="none" strike="noStrike">
                <a:solidFill>
                  <a:schemeClr val="accent1"/>
                </a:solidFill>
                <a:latin typeface="Quattrocento Sans"/>
                <a:ea typeface="Quattrocento Sans"/>
                <a:cs typeface="Quattrocento Sans"/>
                <a:sym typeface="Quattrocento Sans"/>
              </a:defRPr>
            </a:lvl1pPr>
            <a:lvl2pPr lvl="1" marR="0" rtl="0" algn="ctr">
              <a:spcBef>
                <a:spcPts val="300"/>
              </a:spcBef>
              <a:spcAft>
                <a:spcPts val="0"/>
              </a:spcAft>
              <a:buClr>
                <a:schemeClr val="dk1"/>
              </a:buClr>
              <a:buSzPts val="2000"/>
              <a:buFont typeface="Arial"/>
              <a:buNone/>
              <a:defRPr b="0" i="0" sz="2000" u="none" cap="none" strike="noStrike">
                <a:solidFill>
                  <a:schemeClr val="dk1"/>
                </a:solidFill>
                <a:latin typeface="Quattrocento Sans"/>
                <a:ea typeface="Quattrocento Sans"/>
                <a:cs typeface="Quattrocento Sans"/>
                <a:sym typeface="Quattrocento Sans"/>
              </a:defRPr>
            </a:lvl2pPr>
            <a:lvl3pPr lvl="2" marR="0" rtl="0" algn="ctr">
              <a:spcBef>
                <a:spcPts val="3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3pPr>
            <a:lvl4pPr lvl="3" marR="0" rtl="0" algn="ctr">
              <a:spcBef>
                <a:spcPts val="320"/>
              </a:spcBef>
              <a:spcAft>
                <a:spcPts val="0"/>
              </a:spcAft>
              <a:buClr>
                <a:schemeClr val="dk1"/>
              </a:buClr>
              <a:buSzPts val="1600"/>
              <a:buFont typeface="Arial"/>
              <a:buNone/>
              <a:defRPr b="0" i="0" sz="1600" u="none" cap="none" strike="noStrike">
                <a:solidFill>
                  <a:schemeClr val="dk1"/>
                </a:solidFill>
                <a:latin typeface="Quattrocento Sans"/>
                <a:ea typeface="Quattrocento Sans"/>
                <a:cs typeface="Quattrocento Sans"/>
                <a:sym typeface="Quattrocento Sans"/>
              </a:defRPr>
            </a:lvl4pPr>
            <a:lvl5pPr lvl="4" marR="0" rtl="0" algn="ctr">
              <a:spcBef>
                <a:spcPts val="320"/>
              </a:spcBef>
              <a:spcAft>
                <a:spcPts val="0"/>
              </a:spcAft>
              <a:buClr>
                <a:schemeClr val="dk1"/>
              </a:buClr>
              <a:buSzPts val="1600"/>
              <a:buFont typeface="Arial"/>
              <a:buNone/>
              <a:defRPr b="0" i="0" sz="1600" u="none" cap="none" strike="noStrike">
                <a:solidFill>
                  <a:schemeClr val="dk1"/>
                </a:solidFill>
                <a:latin typeface="Quattrocento Sans"/>
                <a:ea typeface="Quattrocento Sans"/>
                <a:cs typeface="Quattrocento Sans"/>
                <a:sym typeface="Quattrocento Sans"/>
              </a:defRPr>
            </a:lvl5pPr>
            <a:lvl6pPr lvl="5" marR="0" rtl="0" algn="ctr">
              <a:spcBef>
                <a:spcPts val="32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6pPr>
            <a:lvl7pPr lvl="6" marR="0" rtl="0" algn="ctr">
              <a:spcBef>
                <a:spcPts val="32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7pPr>
            <a:lvl8pPr lvl="7" marR="0" rtl="0" algn="ctr">
              <a:spcBef>
                <a:spcPts val="32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8pPr>
            <a:lvl9pPr lvl="8" marR="0" rtl="0" algn="ctr">
              <a:spcBef>
                <a:spcPts val="32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9pPr>
          </a:lstStyle>
          <a:p/>
        </p:txBody>
      </p:sp>
      <p:grpSp>
        <p:nvGrpSpPr>
          <p:cNvPr id="28" name="Google Shape;28;p141"/>
          <p:cNvGrpSpPr/>
          <p:nvPr/>
        </p:nvGrpSpPr>
        <p:grpSpPr>
          <a:xfrm>
            <a:off x="328170" y="6237312"/>
            <a:ext cx="439241" cy="439240"/>
            <a:chOff x="186858" y="6096003"/>
            <a:chExt cx="580550" cy="580549"/>
          </a:xfrm>
        </p:grpSpPr>
        <p:sp>
          <p:nvSpPr>
            <p:cNvPr id="29" name="Google Shape;29;p141"/>
            <p:cNvSpPr/>
            <p:nvPr/>
          </p:nvSpPr>
          <p:spPr>
            <a:xfrm>
              <a:off x="186859" y="6096003"/>
              <a:ext cx="580549" cy="580549"/>
            </a:xfrm>
            <a:prstGeom prst="rect">
              <a:avLst/>
            </a:prstGeom>
            <a:solidFill>
              <a:srgbClr val="BFBFBF">
                <a:alpha val="2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Calibri"/>
                <a:ea typeface="Calibri"/>
                <a:cs typeface="Calibri"/>
                <a:sym typeface="Calibri"/>
              </a:endParaRPr>
            </a:p>
          </p:txBody>
        </p:sp>
        <p:sp>
          <p:nvSpPr>
            <p:cNvPr id="30" name="Google Shape;30;p141"/>
            <p:cNvSpPr/>
            <p:nvPr/>
          </p:nvSpPr>
          <p:spPr>
            <a:xfrm>
              <a:off x="186858" y="6612049"/>
              <a:ext cx="580549" cy="64503"/>
            </a:xfrm>
            <a:prstGeom prst="rect">
              <a:avLst/>
            </a:prstGeom>
            <a:solidFill>
              <a:srgbClr val="BFBFBF">
                <a:alpha val="2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117">
                <a:solidFill>
                  <a:schemeClr val="lt1"/>
                </a:solidFill>
                <a:latin typeface="Calibri"/>
                <a:ea typeface="Calibri"/>
                <a:cs typeface="Calibri"/>
                <a:sym typeface="Calibri"/>
              </a:endParaRPr>
            </a:p>
          </p:txBody>
        </p:sp>
      </p:grpSp>
      <p:sp>
        <p:nvSpPr>
          <p:cNvPr id="31" name="Google Shape;31;p141"/>
          <p:cNvSpPr txBox="1"/>
          <p:nvPr>
            <p:ph idx="12" type="sldNum"/>
          </p:nvPr>
        </p:nvSpPr>
        <p:spPr>
          <a:xfrm>
            <a:off x="328170" y="6237312"/>
            <a:ext cx="439241" cy="390437"/>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sz="1400">
                <a:solidFill>
                  <a:srgbClr val="2F3A46"/>
                </a:solidFill>
                <a:latin typeface="Calibri"/>
                <a:ea typeface="Calibri"/>
                <a:cs typeface="Calibri"/>
                <a:sym typeface="Calibri"/>
              </a:defRPr>
            </a:lvl1pPr>
            <a:lvl2pPr indent="0" lvl="1" marL="0" marR="0" rtl="0" algn="ctr">
              <a:spcBef>
                <a:spcPts val="0"/>
              </a:spcBef>
              <a:buNone/>
              <a:defRPr sz="1400">
                <a:solidFill>
                  <a:srgbClr val="2F3A46"/>
                </a:solidFill>
                <a:latin typeface="Calibri"/>
                <a:ea typeface="Calibri"/>
                <a:cs typeface="Calibri"/>
                <a:sym typeface="Calibri"/>
              </a:defRPr>
            </a:lvl2pPr>
            <a:lvl3pPr indent="0" lvl="2" marL="0" marR="0" rtl="0" algn="ctr">
              <a:spcBef>
                <a:spcPts val="0"/>
              </a:spcBef>
              <a:buNone/>
              <a:defRPr sz="1400">
                <a:solidFill>
                  <a:srgbClr val="2F3A46"/>
                </a:solidFill>
                <a:latin typeface="Calibri"/>
                <a:ea typeface="Calibri"/>
                <a:cs typeface="Calibri"/>
                <a:sym typeface="Calibri"/>
              </a:defRPr>
            </a:lvl3pPr>
            <a:lvl4pPr indent="0" lvl="3" marL="0" marR="0" rtl="0" algn="ctr">
              <a:spcBef>
                <a:spcPts val="0"/>
              </a:spcBef>
              <a:buNone/>
              <a:defRPr sz="1400">
                <a:solidFill>
                  <a:srgbClr val="2F3A46"/>
                </a:solidFill>
                <a:latin typeface="Calibri"/>
                <a:ea typeface="Calibri"/>
                <a:cs typeface="Calibri"/>
                <a:sym typeface="Calibri"/>
              </a:defRPr>
            </a:lvl4pPr>
            <a:lvl5pPr indent="0" lvl="4" marL="0" marR="0" rtl="0" algn="ctr">
              <a:spcBef>
                <a:spcPts val="0"/>
              </a:spcBef>
              <a:buNone/>
              <a:defRPr sz="1400">
                <a:solidFill>
                  <a:srgbClr val="2F3A46"/>
                </a:solidFill>
                <a:latin typeface="Calibri"/>
                <a:ea typeface="Calibri"/>
                <a:cs typeface="Calibri"/>
                <a:sym typeface="Calibri"/>
              </a:defRPr>
            </a:lvl5pPr>
            <a:lvl6pPr indent="0" lvl="5" marL="0" marR="0" rtl="0" algn="ctr">
              <a:spcBef>
                <a:spcPts val="0"/>
              </a:spcBef>
              <a:buNone/>
              <a:defRPr sz="1400">
                <a:solidFill>
                  <a:srgbClr val="2F3A46"/>
                </a:solidFill>
                <a:latin typeface="Calibri"/>
                <a:ea typeface="Calibri"/>
                <a:cs typeface="Calibri"/>
                <a:sym typeface="Calibri"/>
              </a:defRPr>
            </a:lvl6pPr>
            <a:lvl7pPr indent="0" lvl="6" marL="0" marR="0" rtl="0" algn="ctr">
              <a:spcBef>
                <a:spcPts val="0"/>
              </a:spcBef>
              <a:buNone/>
              <a:defRPr sz="1400">
                <a:solidFill>
                  <a:srgbClr val="2F3A46"/>
                </a:solidFill>
                <a:latin typeface="Calibri"/>
                <a:ea typeface="Calibri"/>
                <a:cs typeface="Calibri"/>
                <a:sym typeface="Calibri"/>
              </a:defRPr>
            </a:lvl7pPr>
            <a:lvl8pPr indent="0" lvl="7" marL="0" marR="0" rtl="0" algn="ctr">
              <a:spcBef>
                <a:spcPts val="0"/>
              </a:spcBef>
              <a:buNone/>
              <a:defRPr sz="1400">
                <a:solidFill>
                  <a:srgbClr val="2F3A46"/>
                </a:solidFill>
                <a:latin typeface="Calibri"/>
                <a:ea typeface="Calibri"/>
                <a:cs typeface="Calibri"/>
                <a:sym typeface="Calibri"/>
              </a:defRPr>
            </a:lvl8pPr>
            <a:lvl9pPr indent="0" lvl="8" marL="0" marR="0" rtl="0" algn="ctr">
              <a:spcBef>
                <a:spcPts val="0"/>
              </a:spcBef>
              <a:buNone/>
              <a:defRPr sz="1400">
                <a:solidFill>
                  <a:srgbClr val="2F3A46"/>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GB"/>
              <a:t>‹#›</a:t>
            </a:fld>
            <a:endParaRPr/>
          </a:p>
        </p:txBody>
      </p:sp>
      <p:pic>
        <p:nvPicPr>
          <p:cNvPr id="32" name="Google Shape;32;p141"/>
          <p:cNvPicPr preferRelativeResize="0"/>
          <p:nvPr/>
        </p:nvPicPr>
        <p:blipFill rotWithShape="1">
          <a:blip r:embed="rId2">
            <a:alphaModFix/>
          </a:blip>
          <a:srcRect b="19390" l="0" r="18500" t="0"/>
          <a:stretch/>
        </p:blipFill>
        <p:spPr>
          <a:xfrm>
            <a:off x="11096512" y="5774480"/>
            <a:ext cx="1095488" cy="1083520"/>
          </a:xfrm>
          <a:prstGeom prst="rect">
            <a:avLst/>
          </a:prstGeom>
          <a:noFill/>
          <a:ln>
            <a:noFill/>
          </a:ln>
        </p:spPr>
      </p:pic>
      <p:sp>
        <p:nvSpPr>
          <p:cNvPr id="33" name="Google Shape;33;p141"/>
          <p:cNvSpPr/>
          <p:nvPr/>
        </p:nvSpPr>
        <p:spPr>
          <a:xfrm>
            <a:off x="119337" y="6021288"/>
            <a:ext cx="936104" cy="70788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117">
              <a:solidFill>
                <a:schemeClr val="lt1"/>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34" name="Shape 34"/>
        <p:cNvGrpSpPr/>
        <p:nvPr/>
      </p:nvGrpSpPr>
      <p:grpSpPr>
        <a:xfrm>
          <a:off x="0" y="0"/>
          <a:ext cx="0" cy="0"/>
          <a:chOff x="0" y="0"/>
          <a:chExt cx="0" cy="0"/>
        </a:xfrm>
      </p:grpSpPr>
      <p:sp>
        <p:nvSpPr>
          <p:cNvPr id="35" name="Google Shape;35;p142"/>
          <p:cNvSpPr txBox="1"/>
          <p:nvPr>
            <p:ph type="title"/>
          </p:nvPr>
        </p:nvSpPr>
        <p:spPr>
          <a:xfrm>
            <a:off x="379514" y="182215"/>
            <a:ext cx="11524432" cy="1063487"/>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rgbClr val="252525"/>
              </a:buClr>
              <a:buSzPts val="4000"/>
              <a:buFont typeface="Verdana"/>
              <a:buNone/>
              <a:defRPr b="0" i="0" sz="4000">
                <a:solidFill>
                  <a:srgbClr val="252525"/>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42"/>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431800" lvl="0" marL="457200" marR="0" rtl="0" algn="l">
              <a:spcBef>
                <a:spcPts val="1200"/>
              </a:spcBef>
              <a:spcAft>
                <a:spcPts val="0"/>
              </a:spcAft>
              <a:buClr>
                <a:schemeClr val="dk1"/>
              </a:buClr>
              <a:buSzPts val="3200"/>
              <a:buFont typeface="Arial"/>
              <a:buChar char="•"/>
              <a:defRPr b="1" i="0" sz="3200" u="none" cap="none" strike="noStrike">
                <a:solidFill>
                  <a:schemeClr val="dk1"/>
                </a:solidFill>
                <a:latin typeface="Quattrocento Sans"/>
                <a:ea typeface="Quattrocento Sans"/>
                <a:cs typeface="Quattrocento Sans"/>
                <a:sym typeface="Quattrocento Sans"/>
              </a:defRPr>
            </a:lvl1pPr>
            <a:lvl2pPr indent="-406400" lvl="1" marL="914400" marR="0" rtl="0" algn="l">
              <a:spcBef>
                <a:spcPts val="300"/>
              </a:spcBef>
              <a:spcAft>
                <a:spcPts val="0"/>
              </a:spcAft>
              <a:buClr>
                <a:schemeClr val="dk1"/>
              </a:buClr>
              <a:buSzPts val="2800"/>
              <a:buFont typeface="Arial"/>
              <a:buChar char="–"/>
              <a:defRPr b="0" i="0" sz="2800" u="none" cap="none" strike="noStrike">
                <a:solidFill>
                  <a:schemeClr val="dk1"/>
                </a:solidFill>
                <a:latin typeface="Quattrocento Sans"/>
                <a:ea typeface="Quattrocento Sans"/>
                <a:cs typeface="Quattrocento Sans"/>
                <a:sym typeface="Quattrocento Sans"/>
              </a:defRPr>
            </a:lvl2pPr>
            <a:lvl3pPr indent="-381000" lvl="2" marL="1371600" marR="0" rtl="0" algn="l">
              <a:spcBef>
                <a:spcPts val="300"/>
              </a:spcBef>
              <a:spcAft>
                <a:spcPts val="0"/>
              </a:spcAft>
              <a:buClr>
                <a:schemeClr val="dk1"/>
              </a:buClr>
              <a:buSzPts val="2400"/>
              <a:buFont typeface="Arial"/>
              <a:buChar char="•"/>
              <a:defRPr b="0" i="0" sz="2400" u="none" cap="none" strike="noStrike">
                <a:solidFill>
                  <a:schemeClr val="dk1"/>
                </a:solidFill>
                <a:latin typeface="Quattrocento Sans"/>
                <a:ea typeface="Quattrocento Sans"/>
                <a:cs typeface="Quattrocento Sans"/>
                <a:sym typeface="Quattrocento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Quattrocento Sans"/>
                <a:ea typeface="Quattrocento Sans"/>
                <a:cs typeface="Quattrocento Sans"/>
                <a:sym typeface="Quattrocento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Quattrocento Sans"/>
                <a:ea typeface="Quattrocento Sans"/>
                <a:cs typeface="Quattrocento Sans"/>
                <a:sym typeface="Quattrocento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7" name="Google Shape;37;p142"/>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431800" lvl="0" marL="457200" marR="0" rtl="0" algn="l">
              <a:spcBef>
                <a:spcPts val="1200"/>
              </a:spcBef>
              <a:spcAft>
                <a:spcPts val="0"/>
              </a:spcAft>
              <a:buClr>
                <a:schemeClr val="dk1"/>
              </a:buClr>
              <a:buSzPts val="3200"/>
              <a:buFont typeface="Arial"/>
              <a:buChar char="•"/>
              <a:defRPr b="1" i="0" sz="3200" u="none" cap="none" strike="noStrike">
                <a:solidFill>
                  <a:schemeClr val="dk1"/>
                </a:solidFill>
                <a:latin typeface="Quattrocento Sans"/>
                <a:ea typeface="Quattrocento Sans"/>
                <a:cs typeface="Quattrocento Sans"/>
                <a:sym typeface="Quattrocento Sans"/>
              </a:defRPr>
            </a:lvl1pPr>
            <a:lvl2pPr indent="-406400" lvl="1" marL="914400" marR="0" rtl="0" algn="l">
              <a:spcBef>
                <a:spcPts val="300"/>
              </a:spcBef>
              <a:spcAft>
                <a:spcPts val="0"/>
              </a:spcAft>
              <a:buClr>
                <a:schemeClr val="dk1"/>
              </a:buClr>
              <a:buSzPts val="2800"/>
              <a:buFont typeface="Arial"/>
              <a:buChar char="–"/>
              <a:defRPr b="0" i="0" sz="2800" u="none" cap="none" strike="noStrike">
                <a:solidFill>
                  <a:schemeClr val="dk1"/>
                </a:solidFill>
                <a:latin typeface="Quattrocento Sans"/>
                <a:ea typeface="Quattrocento Sans"/>
                <a:cs typeface="Quattrocento Sans"/>
                <a:sym typeface="Quattrocento Sans"/>
              </a:defRPr>
            </a:lvl2pPr>
            <a:lvl3pPr indent="-381000" lvl="2" marL="1371600" marR="0" rtl="0" algn="l">
              <a:spcBef>
                <a:spcPts val="300"/>
              </a:spcBef>
              <a:spcAft>
                <a:spcPts val="0"/>
              </a:spcAft>
              <a:buClr>
                <a:schemeClr val="dk1"/>
              </a:buClr>
              <a:buSzPts val="2400"/>
              <a:buFont typeface="Arial"/>
              <a:buChar char="•"/>
              <a:defRPr b="0" i="0" sz="2400" u="none" cap="none" strike="noStrike">
                <a:solidFill>
                  <a:schemeClr val="dk1"/>
                </a:solidFill>
                <a:latin typeface="Quattrocento Sans"/>
                <a:ea typeface="Quattrocento Sans"/>
                <a:cs typeface="Quattrocento Sans"/>
                <a:sym typeface="Quattrocento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Quattrocento Sans"/>
                <a:ea typeface="Quattrocento Sans"/>
                <a:cs typeface="Quattrocento Sans"/>
                <a:sym typeface="Quattrocento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Quattrocento Sans"/>
                <a:ea typeface="Quattrocento Sans"/>
                <a:cs typeface="Quattrocento Sans"/>
                <a:sym typeface="Quattrocento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8" name="Google Shape;38;p142"/>
          <p:cNvSpPr txBox="1"/>
          <p:nvPr>
            <p:ph idx="11" type="ftr"/>
          </p:nvPr>
        </p:nvSpPr>
        <p:spPr>
          <a:xfrm>
            <a:off x="0" y="0"/>
            <a:ext cx="3000000" cy="3000000"/>
          </a:xfrm>
          <a:prstGeom prst="rect">
            <a:avLst/>
          </a:prstGeom>
          <a:noFill/>
          <a:ln>
            <a:noFill/>
          </a:ln>
        </p:spPr>
        <p:txBody>
          <a:bodyPr anchorCtr="0" anchor="t" bIns="0" lIns="0" spcFirstLastPara="1" rIns="0" wrap="square" tIns="0">
            <a:noAutofit/>
          </a:bodyPr>
          <a:lstStyle>
            <a:lvl1pPr lvl="0" marR="0" rtl="0" algn="ctr">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142"/>
          <p:cNvSpPr txBox="1"/>
          <p:nvPr>
            <p:ph idx="10" type="dt"/>
          </p:nvPr>
        </p:nvSpPr>
        <p:spPr>
          <a:xfrm>
            <a:off x="0" y="0"/>
            <a:ext cx="3000000" cy="300000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0" name="Google Shape;40;p142"/>
          <p:cNvSpPr txBox="1"/>
          <p:nvPr>
            <p:ph idx="12" type="sldNum"/>
          </p:nvPr>
        </p:nvSpPr>
        <p:spPr>
          <a:xfrm>
            <a:off x="0" y="0"/>
            <a:ext cx="3000000" cy="3000000"/>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sz="1800">
                <a:solidFill>
                  <a:srgbClr val="888888"/>
                </a:solidFill>
                <a:latin typeface="Calibri"/>
                <a:ea typeface="Calibri"/>
                <a:cs typeface="Calibri"/>
                <a:sym typeface="Calibri"/>
              </a:defRPr>
            </a:lvl1pPr>
            <a:lvl2pPr indent="0" lvl="1" marL="0" marR="0" rtl="0" algn="r">
              <a:spcBef>
                <a:spcPts val="0"/>
              </a:spcBef>
              <a:buNone/>
              <a:defRPr sz="1800">
                <a:solidFill>
                  <a:srgbClr val="888888"/>
                </a:solidFill>
                <a:latin typeface="Calibri"/>
                <a:ea typeface="Calibri"/>
                <a:cs typeface="Calibri"/>
                <a:sym typeface="Calibri"/>
              </a:defRPr>
            </a:lvl2pPr>
            <a:lvl3pPr indent="0" lvl="2" marL="0" marR="0" rtl="0" algn="r">
              <a:spcBef>
                <a:spcPts val="0"/>
              </a:spcBef>
              <a:buNone/>
              <a:defRPr sz="1800">
                <a:solidFill>
                  <a:srgbClr val="888888"/>
                </a:solidFill>
                <a:latin typeface="Calibri"/>
                <a:ea typeface="Calibri"/>
                <a:cs typeface="Calibri"/>
                <a:sym typeface="Calibri"/>
              </a:defRPr>
            </a:lvl3pPr>
            <a:lvl4pPr indent="0" lvl="3" marL="0" marR="0" rtl="0" algn="r">
              <a:spcBef>
                <a:spcPts val="0"/>
              </a:spcBef>
              <a:buNone/>
              <a:defRPr sz="1800">
                <a:solidFill>
                  <a:srgbClr val="888888"/>
                </a:solidFill>
                <a:latin typeface="Calibri"/>
                <a:ea typeface="Calibri"/>
                <a:cs typeface="Calibri"/>
                <a:sym typeface="Calibri"/>
              </a:defRPr>
            </a:lvl4pPr>
            <a:lvl5pPr indent="0" lvl="4" marL="0" marR="0" rtl="0" algn="r">
              <a:spcBef>
                <a:spcPts val="0"/>
              </a:spcBef>
              <a:buNone/>
              <a:defRPr sz="1800">
                <a:solidFill>
                  <a:srgbClr val="888888"/>
                </a:solidFill>
                <a:latin typeface="Calibri"/>
                <a:ea typeface="Calibri"/>
                <a:cs typeface="Calibri"/>
                <a:sym typeface="Calibri"/>
              </a:defRPr>
            </a:lvl5pPr>
            <a:lvl6pPr indent="0" lvl="5" marL="0" marR="0" rtl="0" algn="r">
              <a:spcBef>
                <a:spcPts val="0"/>
              </a:spcBef>
              <a:buNone/>
              <a:defRPr sz="1800">
                <a:solidFill>
                  <a:srgbClr val="888888"/>
                </a:solidFill>
                <a:latin typeface="Calibri"/>
                <a:ea typeface="Calibri"/>
                <a:cs typeface="Calibri"/>
                <a:sym typeface="Calibri"/>
              </a:defRPr>
            </a:lvl6pPr>
            <a:lvl7pPr indent="0" lvl="6" marL="0" marR="0" rtl="0" algn="r">
              <a:spcBef>
                <a:spcPts val="0"/>
              </a:spcBef>
              <a:buNone/>
              <a:defRPr sz="1800">
                <a:solidFill>
                  <a:srgbClr val="888888"/>
                </a:solidFill>
                <a:latin typeface="Calibri"/>
                <a:ea typeface="Calibri"/>
                <a:cs typeface="Calibri"/>
                <a:sym typeface="Calibri"/>
              </a:defRPr>
            </a:lvl7pPr>
            <a:lvl8pPr indent="0" lvl="7" marL="0" marR="0" rtl="0" algn="r">
              <a:spcBef>
                <a:spcPts val="0"/>
              </a:spcBef>
              <a:buNone/>
              <a:defRPr sz="1800">
                <a:solidFill>
                  <a:srgbClr val="888888"/>
                </a:solidFill>
                <a:latin typeface="Calibri"/>
                <a:ea typeface="Calibri"/>
                <a:cs typeface="Calibri"/>
                <a:sym typeface="Calibri"/>
              </a:defRPr>
            </a:lvl8pPr>
            <a:lvl9pPr indent="0" lvl="8" marL="0" marR="0" rtl="0" algn="r">
              <a:spcBef>
                <a:spcPts val="0"/>
              </a:spcBef>
              <a:buNone/>
              <a:defRPr sz="1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1" name="Shape 41"/>
        <p:cNvGrpSpPr/>
        <p:nvPr/>
      </p:nvGrpSpPr>
      <p:grpSpPr>
        <a:xfrm>
          <a:off x="0" y="0"/>
          <a:ext cx="0" cy="0"/>
          <a:chOff x="0" y="0"/>
          <a:chExt cx="0" cy="0"/>
        </a:xfrm>
      </p:grpSpPr>
      <p:sp>
        <p:nvSpPr>
          <p:cNvPr id="42" name="Google Shape;42;p143"/>
          <p:cNvSpPr txBox="1"/>
          <p:nvPr>
            <p:ph type="title"/>
          </p:nvPr>
        </p:nvSpPr>
        <p:spPr>
          <a:xfrm>
            <a:off x="379514" y="182215"/>
            <a:ext cx="11524432" cy="1063487"/>
          </a:xfrm>
          <a:prstGeom prst="rect">
            <a:avLst/>
          </a:prstGeom>
          <a:noFill/>
          <a:ln>
            <a:noFill/>
          </a:ln>
        </p:spPr>
        <p:txBody>
          <a:bodyPr anchorCtr="0" anchor="t" bIns="45700" lIns="91400" spcFirstLastPara="1" rIns="91400" wrap="square" tIns="45700">
            <a:norm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Layout">
  <p:cSld name="DEMO Layout">
    <p:spTree>
      <p:nvGrpSpPr>
        <p:cNvPr id="43" name="Shape 43"/>
        <p:cNvGrpSpPr/>
        <p:nvPr/>
      </p:nvGrpSpPr>
      <p:grpSpPr>
        <a:xfrm>
          <a:off x="0" y="0"/>
          <a:ext cx="0" cy="0"/>
          <a:chOff x="0" y="0"/>
          <a:chExt cx="0" cy="0"/>
        </a:xfrm>
      </p:grpSpPr>
      <p:sp>
        <p:nvSpPr>
          <p:cNvPr id="44" name="Google Shape;44;p144"/>
          <p:cNvSpPr txBox="1"/>
          <p:nvPr>
            <p:ph type="title"/>
          </p:nvPr>
        </p:nvSpPr>
        <p:spPr>
          <a:xfrm>
            <a:off x="608171" y="4468764"/>
            <a:ext cx="11432977" cy="1676400"/>
          </a:xfrm>
          <a:prstGeom prst="rect">
            <a:avLst/>
          </a:prstGeom>
          <a:noFill/>
          <a:ln>
            <a:noFill/>
          </a:ln>
        </p:spPr>
        <p:txBody>
          <a:bodyPr anchorCtr="0" anchor="t" bIns="45700" lIns="91400" spcFirstLastPara="1" rIns="91400" wrap="square" tIns="45700">
            <a:normAutofit/>
          </a:bodyPr>
          <a:lstStyle>
            <a:lvl1pPr lvl="0" algn="l">
              <a:lnSpc>
                <a:spcPct val="80000"/>
              </a:lnSpc>
              <a:spcBef>
                <a:spcPts val="0"/>
              </a:spcBef>
              <a:spcAft>
                <a:spcPts val="0"/>
              </a:spcAft>
              <a:buClr>
                <a:schemeClr val="dk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144"/>
          <p:cNvSpPr txBox="1"/>
          <p:nvPr/>
        </p:nvSpPr>
        <p:spPr>
          <a:xfrm>
            <a:off x="608171" y="3087325"/>
            <a:ext cx="11356757" cy="110799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6600">
                <a:solidFill>
                  <a:srgbClr val="000000"/>
                </a:solidFill>
                <a:latin typeface="Quattrocento Sans"/>
                <a:ea typeface="Quattrocento Sans"/>
                <a:cs typeface="Quattrocento Sans"/>
                <a:sym typeface="Quattrocento Sans"/>
              </a:rPr>
              <a:t>DEMO</a:t>
            </a:r>
            <a:endParaRPr/>
          </a:p>
        </p:txBody>
      </p:sp>
      <p:cxnSp>
        <p:nvCxnSpPr>
          <p:cNvPr id="46" name="Google Shape;46;p144"/>
          <p:cNvCxnSpPr/>
          <p:nvPr/>
        </p:nvCxnSpPr>
        <p:spPr>
          <a:xfrm>
            <a:off x="608171" y="4077925"/>
            <a:ext cx="11356757" cy="0"/>
          </a:xfrm>
          <a:prstGeom prst="straightConnector1">
            <a:avLst/>
          </a:prstGeom>
          <a:noFill/>
          <a:ln cap="flat" cmpd="sng" w="9525">
            <a:solidFill>
              <a:schemeClr val="dk1"/>
            </a:solidFill>
            <a:prstDash val="solid"/>
            <a:round/>
            <a:headEnd len="sm" w="sm" type="none"/>
            <a:tailEnd len="sm" w="sm" type="none"/>
          </a:ln>
          <a:effectLst>
            <a:outerShdw blurRad="50800" rotWithShape="0" algn="tl" dir="2700000" dist="38100">
              <a:srgbClr val="000000">
                <a:alpha val="40000"/>
              </a:srgbClr>
            </a:outerShdw>
          </a:effectLst>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47" name="Shape 47"/>
        <p:cNvGrpSpPr/>
        <p:nvPr/>
      </p:nvGrpSpPr>
      <p:grpSpPr>
        <a:xfrm>
          <a:off x="0" y="0"/>
          <a:ext cx="0" cy="0"/>
          <a:chOff x="0" y="0"/>
          <a:chExt cx="0" cy="0"/>
        </a:xfrm>
      </p:grpSpPr>
      <p:sp>
        <p:nvSpPr>
          <p:cNvPr id="48" name="Google Shape;48;p145"/>
          <p:cNvSpPr txBox="1"/>
          <p:nvPr>
            <p:ph idx="1" type="body"/>
          </p:nvPr>
        </p:nvSpPr>
        <p:spPr>
          <a:xfrm>
            <a:off x="379511" y="1371601"/>
            <a:ext cx="5616915" cy="4953001"/>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1200"/>
              </a:spcBef>
              <a:spcAft>
                <a:spcPts val="0"/>
              </a:spcAft>
              <a:buClr>
                <a:schemeClr val="dk1"/>
              </a:buClr>
              <a:buSzPts val="3200"/>
              <a:buFont typeface="Arial"/>
              <a:buChar char="•"/>
              <a:defRPr b="1" i="0" sz="3200" u="none" cap="none" strike="noStrike">
                <a:solidFill>
                  <a:schemeClr val="dk1"/>
                </a:solidFill>
                <a:latin typeface="Quattrocento Sans"/>
                <a:ea typeface="Quattrocento Sans"/>
                <a:cs typeface="Quattrocento Sans"/>
                <a:sym typeface="Quattrocento Sans"/>
              </a:defRPr>
            </a:lvl1pPr>
            <a:lvl2pPr indent="-406400" lvl="1" marL="914400" marR="0" rtl="0" algn="l">
              <a:spcBef>
                <a:spcPts val="300"/>
              </a:spcBef>
              <a:spcAft>
                <a:spcPts val="0"/>
              </a:spcAft>
              <a:buClr>
                <a:schemeClr val="dk1"/>
              </a:buClr>
              <a:buSzPts val="2800"/>
              <a:buFont typeface="Arial"/>
              <a:buChar char="–"/>
              <a:defRPr b="0" i="0" sz="2800" u="none" cap="none" strike="noStrike">
                <a:solidFill>
                  <a:schemeClr val="dk1"/>
                </a:solidFill>
                <a:latin typeface="Quattrocento Sans"/>
                <a:ea typeface="Quattrocento Sans"/>
                <a:cs typeface="Quattrocento Sans"/>
                <a:sym typeface="Quattrocento Sans"/>
              </a:defRPr>
            </a:lvl2pPr>
            <a:lvl3pPr indent="-381000" lvl="2" marL="1371600" marR="0" rtl="0" algn="l">
              <a:spcBef>
                <a:spcPts val="300"/>
              </a:spcBef>
              <a:spcAft>
                <a:spcPts val="0"/>
              </a:spcAft>
              <a:buClr>
                <a:schemeClr val="dk1"/>
              </a:buClr>
              <a:buSzPts val="2400"/>
              <a:buFont typeface="Arial"/>
              <a:buChar char="•"/>
              <a:defRPr b="0" i="0" sz="2400" u="none" cap="none" strike="noStrike">
                <a:solidFill>
                  <a:schemeClr val="dk1"/>
                </a:solidFill>
                <a:latin typeface="Quattrocento Sans"/>
                <a:ea typeface="Quattrocento Sans"/>
                <a:cs typeface="Quattrocento Sans"/>
                <a:sym typeface="Quattrocento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Quattrocento Sans"/>
                <a:ea typeface="Quattrocento Sans"/>
                <a:cs typeface="Quattrocento Sans"/>
                <a:sym typeface="Quattrocento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Quattrocento Sans"/>
                <a:ea typeface="Quattrocento Sans"/>
                <a:cs typeface="Quattrocento Sans"/>
                <a:sym typeface="Quattrocento Sans"/>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49" name="Google Shape;49;p145"/>
          <p:cNvSpPr txBox="1"/>
          <p:nvPr>
            <p:ph idx="2" type="body"/>
          </p:nvPr>
        </p:nvSpPr>
        <p:spPr>
          <a:xfrm>
            <a:off x="6275742" y="1371601"/>
            <a:ext cx="5619121" cy="4953001"/>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1200"/>
              </a:spcBef>
              <a:spcAft>
                <a:spcPts val="0"/>
              </a:spcAft>
              <a:buClr>
                <a:schemeClr val="dk1"/>
              </a:buClr>
              <a:buSzPts val="3200"/>
              <a:buFont typeface="Arial"/>
              <a:buChar char="•"/>
              <a:defRPr b="1" i="0" sz="3200" u="none" cap="none" strike="noStrike">
                <a:solidFill>
                  <a:schemeClr val="dk1"/>
                </a:solidFill>
                <a:latin typeface="Quattrocento Sans"/>
                <a:ea typeface="Quattrocento Sans"/>
                <a:cs typeface="Quattrocento Sans"/>
                <a:sym typeface="Quattrocento Sans"/>
              </a:defRPr>
            </a:lvl1pPr>
            <a:lvl2pPr indent="-406400" lvl="1" marL="914400" marR="0" rtl="0" algn="l">
              <a:spcBef>
                <a:spcPts val="300"/>
              </a:spcBef>
              <a:spcAft>
                <a:spcPts val="0"/>
              </a:spcAft>
              <a:buClr>
                <a:schemeClr val="dk1"/>
              </a:buClr>
              <a:buSzPts val="2800"/>
              <a:buFont typeface="Arial"/>
              <a:buChar char="–"/>
              <a:defRPr b="0" i="0" sz="2800" u="none" cap="none" strike="noStrike">
                <a:solidFill>
                  <a:schemeClr val="dk1"/>
                </a:solidFill>
                <a:latin typeface="Quattrocento Sans"/>
                <a:ea typeface="Quattrocento Sans"/>
                <a:cs typeface="Quattrocento Sans"/>
                <a:sym typeface="Quattrocento Sans"/>
              </a:defRPr>
            </a:lvl2pPr>
            <a:lvl3pPr indent="-381000" lvl="2" marL="1371600" marR="0" rtl="0" algn="l">
              <a:spcBef>
                <a:spcPts val="300"/>
              </a:spcBef>
              <a:spcAft>
                <a:spcPts val="0"/>
              </a:spcAft>
              <a:buClr>
                <a:schemeClr val="dk1"/>
              </a:buClr>
              <a:buSzPts val="2400"/>
              <a:buFont typeface="Arial"/>
              <a:buChar char="•"/>
              <a:defRPr b="0" i="0" sz="2400" u="none" cap="none" strike="noStrike">
                <a:solidFill>
                  <a:schemeClr val="dk1"/>
                </a:solidFill>
                <a:latin typeface="Quattrocento Sans"/>
                <a:ea typeface="Quattrocento Sans"/>
                <a:cs typeface="Quattrocento Sans"/>
                <a:sym typeface="Quattrocento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Quattrocento Sans"/>
                <a:ea typeface="Quattrocento Sans"/>
                <a:cs typeface="Quattrocento Sans"/>
                <a:sym typeface="Quattrocento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Quattrocento Sans"/>
                <a:ea typeface="Quattrocento Sans"/>
                <a:cs typeface="Quattrocento Sans"/>
                <a:sym typeface="Quattrocento Sans"/>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50" name="Google Shape;50;p145"/>
          <p:cNvSpPr txBox="1"/>
          <p:nvPr>
            <p:ph type="title"/>
          </p:nvPr>
        </p:nvSpPr>
        <p:spPr>
          <a:xfrm>
            <a:off x="379514" y="182215"/>
            <a:ext cx="11524432" cy="1063487"/>
          </a:xfrm>
          <a:prstGeom prst="rect">
            <a:avLst/>
          </a:prstGeom>
          <a:noFill/>
          <a:ln>
            <a:noFill/>
          </a:ln>
        </p:spPr>
        <p:txBody>
          <a:bodyPr anchorCtr="0" anchor="t" bIns="45700" lIns="91400" spcFirstLastPara="1" rIns="91400" wrap="square" tIns="45700">
            <a:norm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51" name="Shape 51"/>
        <p:cNvGrpSpPr/>
        <p:nvPr/>
      </p:nvGrpSpPr>
      <p:grpSpPr>
        <a:xfrm>
          <a:off x="0" y="0"/>
          <a:ext cx="0" cy="0"/>
          <a:chOff x="0" y="0"/>
          <a:chExt cx="0" cy="0"/>
        </a:xfrm>
      </p:grpSpPr>
      <p:sp>
        <p:nvSpPr>
          <p:cNvPr id="52" name="Google Shape;52;p146"/>
          <p:cNvSpPr txBox="1"/>
          <p:nvPr>
            <p:ph idx="1" type="body"/>
          </p:nvPr>
        </p:nvSpPr>
        <p:spPr>
          <a:xfrm>
            <a:off x="379511" y="1330656"/>
            <a:ext cx="5616915" cy="639762"/>
          </a:xfrm>
          <a:prstGeom prst="rect">
            <a:avLst/>
          </a:prstGeom>
          <a:solidFill>
            <a:srgbClr val="86C400"/>
          </a:solidFill>
          <a:ln>
            <a:noFill/>
          </a:ln>
        </p:spPr>
        <p:txBody>
          <a:bodyPr anchorCtr="0" anchor="b" bIns="45700" lIns="91425" spcFirstLastPara="1" rIns="91425" wrap="square" tIns="45700">
            <a:normAutofit/>
          </a:bodyPr>
          <a:lstStyle>
            <a:lvl1pPr indent="-228600" lvl="0" marL="457200" marR="0" rtl="0" algn="l">
              <a:spcBef>
                <a:spcPts val="1200"/>
              </a:spcBef>
              <a:spcAft>
                <a:spcPts val="0"/>
              </a:spcAft>
              <a:buClr>
                <a:schemeClr val="lt1"/>
              </a:buClr>
              <a:buSzPts val="3200"/>
              <a:buFont typeface="Arial"/>
              <a:buNone/>
              <a:defRPr b="1" i="0" sz="3200" u="none" cap="none" strike="noStrike">
                <a:solidFill>
                  <a:schemeClr val="lt1"/>
                </a:solidFill>
                <a:latin typeface="Quattrocento Sans"/>
                <a:ea typeface="Quattrocento Sans"/>
                <a:cs typeface="Quattrocento Sans"/>
                <a:sym typeface="Quattrocento Sans"/>
              </a:defRPr>
            </a:lvl1pPr>
            <a:lvl2pPr indent="-228600" lvl="1" marL="914400" marR="0" rtl="0" algn="l">
              <a:spcBef>
                <a:spcPts val="300"/>
              </a:spcBef>
              <a:spcAft>
                <a:spcPts val="0"/>
              </a:spcAft>
              <a:buClr>
                <a:schemeClr val="dk1"/>
              </a:buClr>
              <a:buSzPts val="2000"/>
              <a:buFont typeface="Arial"/>
              <a:buNone/>
              <a:defRPr b="1" i="0" sz="2000" u="none" cap="none" strike="noStrike">
                <a:solidFill>
                  <a:schemeClr val="dk1"/>
                </a:solidFill>
                <a:latin typeface="Quattrocento Sans"/>
                <a:ea typeface="Quattrocento Sans"/>
                <a:cs typeface="Quattrocento Sans"/>
                <a:sym typeface="Quattrocento Sans"/>
              </a:defRPr>
            </a:lvl2pPr>
            <a:lvl3pPr indent="-228600" lvl="2" marL="1371600" marR="0" rtl="0" algn="l">
              <a:spcBef>
                <a:spcPts val="300"/>
              </a:spcBef>
              <a:spcAft>
                <a:spcPts val="0"/>
              </a:spcAft>
              <a:buClr>
                <a:schemeClr val="dk1"/>
              </a:buClr>
              <a:buSzPts val="1800"/>
              <a:buFont typeface="Arial"/>
              <a:buNone/>
              <a:defRPr b="1" i="0" sz="1800" u="none" cap="none" strike="noStrike">
                <a:solidFill>
                  <a:schemeClr val="dk1"/>
                </a:solidFill>
                <a:latin typeface="Quattrocento Sans"/>
                <a:ea typeface="Quattrocento Sans"/>
                <a:cs typeface="Quattrocento Sans"/>
                <a:sym typeface="Quattrocento Sans"/>
              </a:defRPr>
            </a:lvl3pPr>
            <a:lvl4pPr indent="-228600" lvl="3" marL="1828800" marR="0" rtl="0" algn="l">
              <a:spcBef>
                <a:spcPts val="320"/>
              </a:spcBef>
              <a:spcAft>
                <a:spcPts val="0"/>
              </a:spcAft>
              <a:buClr>
                <a:schemeClr val="dk1"/>
              </a:buClr>
              <a:buSzPts val="1600"/>
              <a:buFont typeface="Arial"/>
              <a:buNone/>
              <a:defRPr b="1" i="0" sz="1600" u="none" cap="none" strike="noStrike">
                <a:solidFill>
                  <a:schemeClr val="dk1"/>
                </a:solidFill>
                <a:latin typeface="Quattrocento Sans"/>
                <a:ea typeface="Quattrocento Sans"/>
                <a:cs typeface="Quattrocento Sans"/>
                <a:sym typeface="Quattrocento Sans"/>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Quattrocento Sans"/>
                <a:ea typeface="Quattrocento Sans"/>
                <a:cs typeface="Quattrocento Sans"/>
                <a:sym typeface="Quattrocento Sans"/>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3" name="Google Shape;53;p146"/>
          <p:cNvSpPr txBox="1"/>
          <p:nvPr>
            <p:ph idx="2" type="body"/>
          </p:nvPr>
        </p:nvSpPr>
        <p:spPr>
          <a:xfrm>
            <a:off x="379511" y="1981200"/>
            <a:ext cx="5616915" cy="4648200"/>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1200"/>
              </a:spcBef>
              <a:spcAft>
                <a:spcPts val="0"/>
              </a:spcAft>
              <a:buClr>
                <a:schemeClr val="dk1"/>
              </a:buClr>
              <a:buSzPts val="2800"/>
              <a:buFont typeface="Arial"/>
              <a:buChar char="•"/>
              <a:defRPr b="1" i="0" sz="2800" u="none" cap="none" strike="noStrike">
                <a:solidFill>
                  <a:schemeClr val="dk1"/>
                </a:solidFill>
                <a:latin typeface="Quattrocento Sans"/>
                <a:ea typeface="Quattrocento Sans"/>
                <a:cs typeface="Quattrocento Sans"/>
                <a:sym typeface="Quattrocento Sans"/>
              </a:defRPr>
            </a:lvl1pPr>
            <a:lvl2pPr indent="-381000" lvl="1" marL="914400" marR="0" rtl="0" algn="l">
              <a:spcBef>
                <a:spcPts val="300"/>
              </a:spcBef>
              <a:spcAft>
                <a:spcPts val="0"/>
              </a:spcAft>
              <a:buClr>
                <a:schemeClr val="dk1"/>
              </a:buClr>
              <a:buSzPts val="2400"/>
              <a:buFont typeface="Arial"/>
              <a:buChar char="–"/>
              <a:defRPr b="0" i="0" sz="2400" u="none" cap="none" strike="noStrike">
                <a:solidFill>
                  <a:schemeClr val="dk1"/>
                </a:solidFill>
                <a:latin typeface="Quattrocento Sans"/>
                <a:ea typeface="Quattrocento Sans"/>
                <a:cs typeface="Quattrocento Sans"/>
                <a:sym typeface="Quattrocento Sans"/>
              </a:defRPr>
            </a:lvl2pPr>
            <a:lvl3pPr indent="-355600" lvl="2" marL="1371600" marR="0" rtl="0" algn="l">
              <a:spcBef>
                <a:spcPts val="300"/>
              </a:spcBef>
              <a:spcAft>
                <a:spcPts val="0"/>
              </a:spcAft>
              <a:buClr>
                <a:schemeClr val="dk1"/>
              </a:buClr>
              <a:buSzPts val="2000"/>
              <a:buFont typeface="Arial"/>
              <a:buChar char="•"/>
              <a:defRPr b="0" i="0" sz="2000" u="none" cap="none" strike="noStrike">
                <a:solidFill>
                  <a:schemeClr val="dk1"/>
                </a:solidFill>
                <a:latin typeface="Quattrocento Sans"/>
                <a:ea typeface="Quattrocento Sans"/>
                <a:cs typeface="Quattrocento Sans"/>
                <a:sym typeface="Quattrocento Sans"/>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54" name="Google Shape;54;p146"/>
          <p:cNvSpPr txBox="1"/>
          <p:nvPr>
            <p:ph idx="3" type="body"/>
          </p:nvPr>
        </p:nvSpPr>
        <p:spPr>
          <a:xfrm>
            <a:off x="6345807" y="1330656"/>
            <a:ext cx="5619121" cy="639762"/>
          </a:xfrm>
          <a:prstGeom prst="rect">
            <a:avLst/>
          </a:prstGeom>
          <a:solidFill>
            <a:srgbClr val="1F497D"/>
          </a:solidFill>
          <a:ln>
            <a:noFill/>
          </a:ln>
        </p:spPr>
        <p:txBody>
          <a:bodyPr anchorCtr="0" anchor="b" bIns="45700" lIns="91425" spcFirstLastPara="1" rIns="91425" wrap="square" tIns="45700">
            <a:normAutofit/>
          </a:bodyPr>
          <a:lstStyle>
            <a:lvl1pPr indent="-228600" lvl="0" marL="457200" marR="0" rtl="0" algn="l">
              <a:spcBef>
                <a:spcPts val="1200"/>
              </a:spcBef>
              <a:spcAft>
                <a:spcPts val="0"/>
              </a:spcAft>
              <a:buClr>
                <a:schemeClr val="lt1"/>
              </a:buClr>
              <a:buSzPts val="3200"/>
              <a:buFont typeface="Arial"/>
              <a:buNone/>
              <a:defRPr b="1" i="0" sz="3200" u="none" cap="none" strike="noStrike">
                <a:solidFill>
                  <a:schemeClr val="lt1"/>
                </a:solidFill>
                <a:latin typeface="Quattrocento Sans"/>
                <a:ea typeface="Quattrocento Sans"/>
                <a:cs typeface="Quattrocento Sans"/>
                <a:sym typeface="Quattrocento Sans"/>
              </a:defRPr>
            </a:lvl1pPr>
            <a:lvl2pPr indent="-228600" lvl="1" marL="914400" marR="0" rtl="0" algn="l">
              <a:spcBef>
                <a:spcPts val="300"/>
              </a:spcBef>
              <a:spcAft>
                <a:spcPts val="0"/>
              </a:spcAft>
              <a:buClr>
                <a:schemeClr val="dk1"/>
              </a:buClr>
              <a:buSzPts val="2000"/>
              <a:buFont typeface="Arial"/>
              <a:buNone/>
              <a:defRPr b="1" i="0" sz="2000" u="none" cap="none" strike="noStrike">
                <a:solidFill>
                  <a:schemeClr val="dk1"/>
                </a:solidFill>
                <a:latin typeface="Quattrocento Sans"/>
                <a:ea typeface="Quattrocento Sans"/>
                <a:cs typeface="Quattrocento Sans"/>
                <a:sym typeface="Quattrocento Sans"/>
              </a:defRPr>
            </a:lvl2pPr>
            <a:lvl3pPr indent="-228600" lvl="2" marL="1371600" marR="0" rtl="0" algn="l">
              <a:spcBef>
                <a:spcPts val="300"/>
              </a:spcBef>
              <a:spcAft>
                <a:spcPts val="0"/>
              </a:spcAft>
              <a:buClr>
                <a:schemeClr val="dk1"/>
              </a:buClr>
              <a:buSzPts val="1800"/>
              <a:buFont typeface="Arial"/>
              <a:buNone/>
              <a:defRPr b="1" i="0" sz="1800" u="none" cap="none" strike="noStrike">
                <a:solidFill>
                  <a:schemeClr val="dk1"/>
                </a:solidFill>
                <a:latin typeface="Quattrocento Sans"/>
                <a:ea typeface="Quattrocento Sans"/>
                <a:cs typeface="Quattrocento Sans"/>
                <a:sym typeface="Quattrocento Sans"/>
              </a:defRPr>
            </a:lvl3pPr>
            <a:lvl4pPr indent="-228600" lvl="3" marL="1828800" marR="0" rtl="0" algn="l">
              <a:spcBef>
                <a:spcPts val="320"/>
              </a:spcBef>
              <a:spcAft>
                <a:spcPts val="0"/>
              </a:spcAft>
              <a:buClr>
                <a:schemeClr val="dk1"/>
              </a:buClr>
              <a:buSzPts val="1600"/>
              <a:buFont typeface="Arial"/>
              <a:buNone/>
              <a:defRPr b="1" i="0" sz="1600" u="none" cap="none" strike="noStrike">
                <a:solidFill>
                  <a:schemeClr val="dk1"/>
                </a:solidFill>
                <a:latin typeface="Quattrocento Sans"/>
                <a:ea typeface="Quattrocento Sans"/>
                <a:cs typeface="Quattrocento Sans"/>
                <a:sym typeface="Quattrocento Sans"/>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Quattrocento Sans"/>
                <a:ea typeface="Quattrocento Sans"/>
                <a:cs typeface="Quattrocento Sans"/>
                <a:sym typeface="Quattrocento Sans"/>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5" name="Google Shape;55;p146"/>
          <p:cNvSpPr txBox="1"/>
          <p:nvPr>
            <p:ph idx="4" type="body"/>
          </p:nvPr>
        </p:nvSpPr>
        <p:spPr>
          <a:xfrm>
            <a:off x="6345807" y="1981200"/>
            <a:ext cx="5619121" cy="4648200"/>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1200"/>
              </a:spcBef>
              <a:spcAft>
                <a:spcPts val="0"/>
              </a:spcAft>
              <a:buClr>
                <a:schemeClr val="dk1"/>
              </a:buClr>
              <a:buSzPts val="2800"/>
              <a:buFont typeface="Arial"/>
              <a:buChar char="•"/>
              <a:defRPr b="1" i="0" sz="2800" u="none" cap="none" strike="noStrike">
                <a:solidFill>
                  <a:schemeClr val="dk1"/>
                </a:solidFill>
                <a:latin typeface="Quattrocento Sans"/>
                <a:ea typeface="Quattrocento Sans"/>
                <a:cs typeface="Quattrocento Sans"/>
                <a:sym typeface="Quattrocento Sans"/>
              </a:defRPr>
            </a:lvl1pPr>
            <a:lvl2pPr indent="-381000" lvl="1" marL="914400" marR="0" rtl="0" algn="l">
              <a:spcBef>
                <a:spcPts val="300"/>
              </a:spcBef>
              <a:spcAft>
                <a:spcPts val="0"/>
              </a:spcAft>
              <a:buClr>
                <a:schemeClr val="dk1"/>
              </a:buClr>
              <a:buSzPts val="2400"/>
              <a:buFont typeface="Arial"/>
              <a:buChar char="–"/>
              <a:defRPr b="0" i="0" sz="2400" u="none" cap="none" strike="noStrike">
                <a:solidFill>
                  <a:schemeClr val="dk1"/>
                </a:solidFill>
                <a:latin typeface="Quattrocento Sans"/>
                <a:ea typeface="Quattrocento Sans"/>
                <a:cs typeface="Quattrocento Sans"/>
                <a:sym typeface="Quattrocento Sans"/>
              </a:defRPr>
            </a:lvl2pPr>
            <a:lvl3pPr indent="-355600" lvl="2" marL="1371600" marR="0" rtl="0" algn="l">
              <a:spcBef>
                <a:spcPts val="300"/>
              </a:spcBef>
              <a:spcAft>
                <a:spcPts val="0"/>
              </a:spcAft>
              <a:buClr>
                <a:schemeClr val="dk1"/>
              </a:buClr>
              <a:buSzPts val="2000"/>
              <a:buFont typeface="Arial"/>
              <a:buChar char="•"/>
              <a:defRPr b="0" i="0" sz="2000" u="none" cap="none" strike="noStrike">
                <a:solidFill>
                  <a:schemeClr val="dk1"/>
                </a:solidFill>
                <a:latin typeface="Quattrocento Sans"/>
                <a:ea typeface="Quattrocento Sans"/>
                <a:cs typeface="Quattrocento Sans"/>
                <a:sym typeface="Quattrocento Sans"/>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56" name="Google Shape;56;p146"/>
          <p:cNvSpPr txBox="1"/>
          <p:nvPr>
            <p:ph type="title"/>
          </p:nvPr>
        </p:nvSpPr>
        <p:spPr>
          <a:xfrm>
            <a:off x="379514" y="182215"/>
            <a:ext cx="11524432" cy="1063487"/>
          </a:xfrm>
          <a:prstGeom prst="rect">
            <a:avLst/>
          </a:prstGeom>
          <a:noFill/>
          <a:ln>
            <a:noFill/>
          </a:ln>
        </p:spPr>
        <p:txBody>
          <a:bodyPr anchorCtr="0" anchor="t" bIns="45700" lIns="91400" spcFirstLastPara="1" rIns="91400" wrap="square" tIns="45700">
            <a:norm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63" name="Shape 63"/>
        <p:cNvGrpSpPr/>
        <p:nvPr/>
      </p:nvGrpSpPr>
      <p:grpSpPr>
        <a:xfrm>
          <a:off x="0" y="0"/>
          <a:ext cx="0" cy="0"/>
          <a:chOff x="0" y="0"/>
          <a:chExt cx="0" cy="0"/>
        </a:xfrm>
      </p:grpSpPr>
      <p:sp>
        <p:nvSpPr>
          <p:cNvPr id="64" name="Google Shape;64;p149"/>
          <p:cNvSpPr/>
          <p:nvPr/>
        </p:nvSpPr>
        <p:spPr>
          <a:xfrm>
            <a:off x="18903" y="0"/>
            <a:ext cx="12192000" cy="6858000"/>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65" name="Google Shape;65;p149"/>
          <p:cNvSpPr txBox="1"/>
          <p:nvPr>
            <p:ph type="ctrTitle"/>
          </p:nvPr>
        </p:nvSpPr>
        <p:spPr>
          <a:xfrm>
            <a:off x="4267201" y="1828800"/>
            <a:ext cx="7643223" cy="627864"/>
          </a:xfrm>
          <a:prstGeom prst="rect">
            <a:avLst/>
          </a:prstGeom>
          <a:solidFill>
            <a:srgbClr val="3399FF"/>
          </a:solidFill>
          <a:ln>
            <a:noFill/>
          </a:ln>
        </p:spPr>
        <p:txBody>
          <a:bodyPr anchorCtr="0" anchor="ctr" bIns="0" lIns="0" spcFirstLastPara="1" rIns="0" wrap="square" tIns="0">
            <a:spAutoFit/>
          </a:bodyPr>
          <a:lstStyle>
            <a:lvl1pPr lvl="0" algn="l">
              <a:lnSpc>
                <a:spcPct val="85000"/>
              </a:lnSpc>
              <a:spcBef>
                <a:spcPts val="2880"/>
              </a:spcBef>
              <a:spcAft>
                <a:spcPts val="0"/>
              </a:spcAft>
              <a:buClr>
                <a:schemeClr val="hlink"/>
              </a:buClr>
              <a:buSzPts val="4320"/>
              <a:buFont typeface="Quattrocento Sans"/>
              <a:buNone/>
              <a:defRPr sz="4800">
                <a:solidFill>
                  <a:schemeClr val="lt1"/>
                </a:solidFill>
                <a:latin typeface="Quattrocento Sans"/>
                <a:ea typeface="Quattrocento Sans"/>
                <a:cs typeface="Quattrocento Sans"/>
                <a:sym typeface="Quattrocento Sans"/>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66" name="Google Shape;66;p149"/>
          <p:cNvSpPr txBox="1"/>
          <p:nvPr>
            <p:ph idx="1" type="subTitle"/>
          </p:nvPr>
        </p:nvSpPr>
        <p:spPr>
          <a:xfrm>
            <a:off x="4267200" y="2895600"/>
            <a:ext cx="7701280" cy="1103872"/>
          </a:xfrm>
          <a:prstGeom prst="rect">
            <a:avLst/>
          </a:prstGeom>
          <a:noFill/>
          <a:ln>
            <a:noFill/>
          </a:ln>
        </p:spPr>
        <p:txBody>
          <a:bodyPr anchorCtr="0" anchor="t" bIns="45700" lIns="91425" spcFirstLastPara="1" rIns="91425" wrap="square" tIns="45700">
            <a:noAutofit/>
          </a:bodyPr>
          <a:lstStyle>
            <a:lvl1pPr lvl="0" algn="l">
              <a:lnSpc>
                <a:spcPct val="95000"/>
              </a:lnSpc>
              <a:spcBef>
                <a:spcPts val="1680"/>
              </a:spcBef>
              <a:spcAft>
                <a:spcPts val="0"/>
              </a:spcAft>
              <a:buSzPts val="2520"/>
              <a:buFont typeface="Quattrocento Sans"/>
              <a:buNone/>
              <a:defRPr sz="2800">
                <a:solidFill>
                  <a:schemeClr val="lt1"/>
                </a:solidFill>
                <a:latin typeface="Quattrocento Sans"/>
                <a:ea typeface="Quattrocento Sans"/>
                <a:cs typeface="Quattrocento Sans"/>
                <a:sym typeface="Quattrocento Sans"/>
              </a:defRPr>
            </a:lvl1pPr>
            <a:lvl2pPr lvl="1" algn="l">
              <a:lnSpc>
                <a:spcPct val="100000"/>
              </a:lnSpc>
              <a:spcBef>
                <a:spcPts val="600"/>
              </a:spcBef>
              <a:spcAft>
                <a:spcPts val="0"/>
              </a:spcAft>
              <a:buSzPts val="1440"/>
              <a:buChar char="•"/>
              <a:defRPr/>
            </a:lvl2pPr>
            <a:lvl3pPr lvl="2" algn="l">
              <a:lnSpc>
                <a:spcPct val="100000"/>
              </a:lnSpc>
              <a:spcBef>
                <a:spcPts val="600"/>
              </a:spcBef>
              <a:spcAft>
                <a:spcPts val="0"/>
              </a:spcAft>
              <a:buSzPts val="1440"/>
              <a:buChar char="•"/>
              <a:defRPr/>
            </a:lvl3pPr>
            <a:lvl4pPr lvl="3" algn="l">
              <a:lnSpc>
                <a:spcPct val="100000"/>
              </a:lnSpc>
              <a:spcBef>
                <a:spcPts val="600"/>
              </a:spcBef>
              <a:spcAft>
                <a:spcPts val="0"/>
              </a:spcAft>
              <a:buSzPts val="1620"/>
              <a:buChar char="•"/>
              <a:defRPr/>
            </a:lvl4pPr>
            <a:lvl5pPr lvl="4" algn="l">
              <a:lnSpc>
                <a:spcPct val="100000"/>
              </a:lnSpc>
              <a:spcBef>
                <a:spcPts val="600"/>
              </a:spcBef>
              <a:spcAft>
                <a:spcPts val="0"/>
              </a:spcAft>
              <a:buSzPts val="1620"/>
              <a:buChar char="•"/>
              <a:defRPr/>
            </a:lvl5pPr>
            <a:lvl6pPr lvl="5" algn="l">
              <a:lnSpc>
                <a:spcPct val="90000"/>
              </a:lnSpc>
              <a:spcBef>
                <a:spcPts val="1260"/>
              </a:spcBef>
              <a:spcAft>
                <a:spcPts val="0"/>
              </a:spcAft>
              <a:buSzPts val="1620"/>
              <a:buChar char="•"/>
              <a:defRPr/>
            </a:lvl6pPr>
            <a:lvl7pPr lvl="6" algn="l">
              <a:lnSpc>
                <a:spcPct val="90000"/>
              </a:lnSpc>
              <a:spcBef>
                <a:spcPts val="1260"/>
              </a:spcBef>
              <a:spcAft>
                <a:spcPts val="0"/>
              </a:spcAft>
              <a:buSzPts val="1620"/>
              <a:buChar char="•"/>
              <a:defRPr/>
            </a:lvl7pPr>
            <a:lvl8pPr lvl="7" algn="l">
              <a:lnSpc>
                <a:spcPct val="90000"/>
              </a:lnSpc>
              <a:spcBef>
                <a:spcPts val="1260"/>
              </a:spcBef>
              <a:spcAft>
                <a:spcPts val="0"/>
              </a:spcAft>
              <a:buSzPts val="1620"/>
              <a:buChar char="•"/>
              <a:defRPr/>
            </a:lvl8pPr>
            <a:lvl9pPr lvl="8" algn="l">
              <a:lnSpc>
                <a:spcPct val="90000"/>
              </a:lnSpc>
              <a:spcBef>
                <a:spcPts val="1260"/>
              </a:spcBef>
              <a:spcAft>
                <a:spcPts val="0"/>
              </a:spcAft>
              <a:buSzPts val="162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7" name="Shape 67"/>
        <p:cNvGrpSpPr/>
        <p:nvPr/>
      </p:nvGrpSpPr>
      <p:grpSpPr>
        <a:xfrm>
          <a:off x="0" y="0"/>
          <a:ext cx="0" cy="0"/>
          <a:chOff x="0" y="0"/>
          <a:chExt cx="0" cy="0"/>
        </a:xfrm>
      </p:grpSpPr>
      <p:sp>
        <p:nvSpPr>
          <p:cNvPr id="68" name="Google Shape;68;p150"/>
          <p:cNvSpPr txBox="1"/>
          <p:nvPr>
            <p:ph type="title"/>
          </p:nvPr>
        </p:nvSpPr>
        <p:spPr>
          <a:xfrm>
            <a:off x="613834" y="-2"/>
            <a:ext cx="10365317" cy="740664"/>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69" name="Google Shape;69;p150"/>
          <p:cNvSpPr txBox="1"/>
          <p:nvPr>
            <p:ph idx="1" type="body"/>
          </p:nvPr>
        </p:nvSpPr>
        <p:spPr>
          <a:xfrm>
            <a:off x="611718" y="1021215"/>
            <a:ext cx="10825541" cy="5147356"/>
          </a:xfrm>
          <a:prstGeom prst="rect">
            <a:avLst/>
          </a:prstGeom>
          <a:noFill/>
          <a:ln>
            <a:noFill/>
          </a:ln>
        </p:spPr>
        <p:txBody>
          <a:bodyPr anchorCtr="0" anchor="t" bIns="0" lIns="0" spcFirstLastPara="1" rIns="0" wrap="square" tIns="0">
            <a:noAutofit/>
          </a:bodyPr>
          <a:lstStyle>
            <a:lvl1pPr indent="-331470" lvl="0" marL="457200" algn="l">
              <a:lnSpc>
                <a:spcPct val="100000"/>
              </a:lnSpc>
              <a:spcBef>
                <a:spcPts val="600"/>
              </a:spcBef>
              <a:spcAft>
                <a:spcPts val="0"/>
              </a:spcAft>
              <a:buSzPts val="1620"/>
              <a:buChar char="•"/>
              <a:defRPr/>
            </a:lvl1pPr>
            <a:lvl2pPr indent="-320040" lvl="1" marL="914400" algn="l">
              <a:lnSpc>
                <a:spcPct val="100000"/>
              </a:lnSpc>
              <a:spcBef>
                <a:spcPts val="600"/>
              </a:spcBef>
              <a:spcAft>
                <a:spcPts val="0"/>
              </a:spcAft>
              <a:buSzPts val="1440"/>
              <a:buChar char="•"/>
              <a:defRPr/>
            </a:lvl2pPr>
            <a:lvl3pPr indent="-320039" lvl="2" marL="1371600" algn="l">
              <a:lnSpc>
                <a:spcPct val="100000"/>
              </a:lnSpc>
              <a:spcBef>
                <a:spcPts val="600"/>
              </a:spcBef>
              <a:spcAft>
                <a:spcPts val="0"/>
              </a:spcAft>
              <a:buSzPts val="1440"/>
              <a:buChar char="•"/>
              <a:defRPr/>
            </a:lvl3pPr>
            <a:lvl4pPr indent="-331469" lvl="3" marL="1828800" algn="l">
              <a:lnSpc>
                <a:spcPct val="100000"/>
              </a:lnSpc>
              <a:spcBef>
                <a:spcPts val="600"/>
              </a:spcBef>
              <a:spcAft>
                <a:spcPts val="0"/>
              </a:spcAft>
              <a:buSzPts val="1620"/>
              <a:buChar char="•"/>
              <a:defRPr/>
            </a:lvl4pPr>
            <a:lvl5pPr indent="-331470" lvl="4" marL="2286000" algn="l">
              <a:lnSpc>
                <a:spcPct val="100000"/>
              </a:lnSpc>
              <a:spcBef>
                <a:spcPts val="600"/>
              </a:spcBef>
              <a:spcAft>
                <a:spcPts val="0"/>
              </a:spcAft>
              <a:buSzPts val="1620"/>
              <a:buChar char="•"/>
              <a:defRPr/>
            </a:lvl5pPr>
            <a:lvl6pPr indent="-331470" lvl="5" marL="2743200" algn="l">
              <a:lnSpc>
                <a:spcPct val="90000"/>
              </a:lnSpc>
              <a:spcBef>
                <a:spcPts val="1260"/>
              </a:spcBef>
              <a:spcAft>
                <a:spcPts val="0"/>
              </a:spcAft>
              <a:buSzPts val="1620"/>
              <a:buChar char="•"/>
              <a:defRPr/>
            </a:lvl6pPr>
            <a:lvl7pPr indent="-331470" lvl="6" marL="3200400" algn="l">
              <a:lnSpc>
                <a:spcPct val="90000"/>
              </a:lnSpc>
              <a:spcBef>
                <a:spcPts val="1260"/>
              </a:spcBef>
              <a:spcAft>
                <a:spcPts val="0"/>
              </a:spcAft>
              <a:buSzPts val="1620"/>
              <a:buChar char="•"/>
              <a:defRPr/>
            </a:lvl7pPr>
            <a:lvl8pPr indent="-331470" lvl="7" marL="3657600" algn="l">
              <a:lnSpc>
                <a:spcPct val="90000"/>
              </a:lnSpc>
              <a:spcBef>
                <a:spcPts val="1260"/>
              </a:spcBef>
              <a:spcAft>
                <a:spcPts val="0"/>
              </a:spcAft>
              <a:buSzPts val="1620"/>
              <a:buChar char="•"/>
              <a:defRPr/>
            </a:lvl8pPr>
            <a:lvl9pPr indent="-331470" lvl="8" marL="4114800" algn="l">
              <a:lnSpc>
                <a:spcPct val="90000"/>
              </a:lnSpc>
              <a:spcBef>
                <a:spcPts val="1260"/>
              </a:spcBef>
              <a:spcAft>
                <a:spcPts val="0"/>
              </a:spcAft>
              <a:buSzPts val="162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0" name="Shape 70"/>
        <p:cNvGrpSpPr/>
        <p:nvPr/>
      </p:nvGrpSpPr>
      <p:grpSpPr>
        <a:xfrm>
          <a:off x="0" y="0"/>
          <a:ext cx="0" cy="0"/>
          <a:chOff x="0" y="0"/>
          <a:chExt cx="0" cy="0"/>
        </a:xfrm>
      </p:grpSpPr>
      <p:sp>
        <p:nvSpPr>
          <p:cNvPr id="71" name="Google Shape;71;p151"/>
          <p:cNvSpPr txBox="1"/>
          <p:nvPr>
            <p:ph type="title"/>
          </p:nvPr>
        </p:nvSpPr>
        <p:spPr>
          <a:xfrm>
            <a:off x="963084" y="4406901"/>
            <a:ext cx="10363200" cy="1362075"/>
          </a:xfrm>
          <a:prstGeom prst="rect">
            <a:avLst/>
          </a:prstGeom>
          <a:noFill/>
          <a:ln>
            <a:noFill/>
          </a:ln>
        </p:spPr>
        <p:txBody>
          <a:bodyPr anchorCtr="0" anchor="t" bIns="45700" lIns="0" spcFirstLastPara="1" rIns="91425" wrap="square" tIns="45700">
            <a:noAutofit/>
          </a:bodyPr>
          <a:lstStyle>
            <a:lvl1pPr lvl="0" algn="l">
              <a:lnSpc>
                <a:spcPct val="85000"/>
              </a:lnSpc>
              <a:spcBef>
                <a:spcPts val="0"/>
              </a:spcBef>
              <a:spcAft>
                <a:spcPts val="0"/>
              </a:spcAft>
              <a:buSzPts val="1400"/>
              <a:buNone/>
              <a:defRPr b="1" sz="4000" cap="none"/>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72" name="Google Shape;72;p151"/>
          <p:cNvSpPr txBox="1"/>
          <p:nvPr>
            <p:ph idx="1" type="body"/>
          </p:nvPr>
        </p:nvSpPr>
        <p:spPr>
          <a:xfrm>
            <a:off x="963084" y="2906713"/>
            <a:ext cx="10363200" cy="1500187"/>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600"/>
              </a:spcBef>
              <a:spcAft>
                <a:spcPts val="0"/>
              </a:spcAft>
              <a:buSzPts val="1800"/>
              <a:buNone/>
              <a:defRPr sz="2000"/>
            </a:lvl1pPr>
            <a:lvl2pPr indent="-228600" lvl="1" marL="914400" algn="l">
              <a:lnSpc>
                <a:spcPct val="100000"/>
              </a:lnSpc>
              <a:spcBef>
                <a:spcPts val="600"/>
              </a:spcBef>
              <a:spcAft>
                <a:spcPts val="0"/>
              </a:spcAft>
              <a:buSzPts val="1440"/>
              <a:buNone/>
              <a:defRPr sz="1800"/>
            </a:lvl2pPr>
            <a:lvl3pPr indent="-228600" lvl="2" marL="1371600" algn="l">
              <a:lnSpc>
                <a:spcPct val="100000"/>
              </a:lnSpc>
              <a:spcBef>
                <a:spcPts val="600"/>
              </a:spcBef>
              <a:spcAft>
                <a:spcPts val="0"/>
              </a:spcAft>
              <a:buSzPts val="1280"/>
              <a:buNone/>
              <a:defRPr sz="1600"/>
            </a:lvl3pPr>
            <a:lvl4pPr indent="-228600" lvl="3" marL="1828800" algn="l">
              <a:lnSpc>
                <a:spcPct val="100000"/>
              </a:lnSpc>
              <a:spcBef>
                <a:spcPts val="600"/>
              </a:spcBef>
              <a:spcAft>
                <a:spcPts val="0"/>
              </a:spcAft>
              <a:buSzPts val="1260"/>
              <a:buNone/>
              <a:defRPr sz="1400"/>
            </a:lvl4pPr>
            <a:lvl5pPr indent="-228600" lvl="4" marL="2286000" algn="l">
              <a:lnSpc>
                <a:spcPct val="100000"/>
              </a:lnSpc>
              <a:spcBef>
                <a:spcPts val="600"/>
              </a:spcBef>
              <a:spcAft>
                <a:spcPts val="0"/>
              </a:spcAft>
              <a:buSzPts val="1260"/>
              <a:buNone/>
              <a:defRPr sz="1400"/>
            </a:lvl5pPr>
            <a:lvl6pPr indent="-228600" lvl="5" marL="2743200" algn="l">
              <a:lnSpc>
                <a:spcPct val="90000"/>
              </a:lnSpc>
              <a:spcBef>
                <a:spcPts val="980"/>
              </a:spcBef>
              <a:spcAft>
                <a:spcPts val="0"/>
              </a:spcAft>
              <a:buSzPts val="1260"/>
              <a:buFont typeface="Verdana"/>
              <a:buNone/>
              <a:defRPr sz="1400"/>
            </a:lvl6pPr>
            <a:lvl7pPr indent="-228600" lvl="6" marL="3200400" algn="l">
              <a:lnSpc>
                <a:spcPct val="90000"/>
              </a:lnSpc>
              <a:spcBef>
                <a:spcPts val="980"/>
              </a:spcBef>
              <a:spcAft>
                <a:spcPts val="0"/>
              </a:spcAft>
              <a:buSzPts val="1260"/>
              <a:buFont typeface="Verdana"/>
              <a:buNone/>
              <a:defRPr sz="1400"/>
            </a:lvl7pPr>
            <a:lvl8pPr indent="-228600" lvl="7" marL="3657600" algn="l">
              <a:lnSpc>
                <a:spcPct val="90000"/>
              </a:lnSpc>
              <a:spcBef>
                <a:spcPts val="980"/>
              </a:spcBef>
              <a:spcAft>
                <a:spcPts val="0"/>
              </a:spcAft>
              <a:buSzPts val="1260"/>
              <a:buFont typeface="Verdana"/>
              <a:buNone/>
              <a:defRPr sz="1400"/>
            </a:lvl8pPr>
            <a:lvl9pPr indent="-228600" lvl="8" marL="4114800" algn="l">
              <a:lnSpc>
                <a:spcPct val="90000"/>
              </a:lnSpc>
              <a:spcBef>
                <a:spcPts val="980"/>
              </a:spcBef>
              <a:spcAft>
                <a:spcPts val="0"/>
              </a:spcAft>
              <a:buSzPts val="1260"/>
              <a:buFont typeface="Verdana"/>
              <a:buNone/>
              <a:defRPr sz="14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3" name="Shape 73"/>
        <p:cNvGrpSpPr/>
        <p:nvPr/>
      </p:nvGrpSpPr>
      <p:grpSpPr>
        <a:xfrm>
          <a:off x="0" y="0"/>
          <a:ext cx="0" cy="0"/>
          <a:chOff x="0" y="0"/>
          <a:chExt cx="0" cy="0"/>
        </a:xfrm>
      </p:grpSpPr>
      <p:sp>
        <p:nvSpPr>
          <p:cNvPr id="74" name="Google Shape;74;p152"/>
          <p:cNvSpPr txBox="1"/>
          <p:nvPr>
            <p:ph type="title"/>
          </p:nvPr>
        </p:nvSpPr>
        <p:spPr>
          <a:xfrm>
            <a:off x="613834" y="-2"/>
            <a:ext cx="10365317" cy="740664"/>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75" name="Google Shape;75;p152"/>
          <p:cNvSpPr txBox="1"/>
          <p:nvPr>
            <p:ph idx="1" type="body"/>
          </p:nvPr>
        </p:nvSpPr>
        <p:spPr>
          <a:xfrm>
            <a:off x="611718" y="992188"/>
            <a:ext cx="5065183" cy="4386262"/>
          </a:xfrm>
          <a:prstGeom prst="rect">
            <a:avLst/>
          </a:prstGeom>
          <a:noFill/>
          <a:ln>
            <a:noFill/>
          </a:ln>
        </p:spPr>
        <p:txBody>
          <a:bodyPr anchorCtr="0" anchor="t" bIns="0" lIns="0" spcFirstLastPara="1" rIns="0" wrap="square" tIns="0">
            <a:noAutofit/>
          </a:bodyPr>
          <a:lstStyle>
            <a:lvl1pPr indent="-388620" lvl="0" marL="457200" algn="l">
              <a:lnSpc>
                <a:spcPct val="100000"/>
              </a:lnSpc>
              <a:spcBef>
                <a:spcPts val="600"/>
              </a:spcBef>
              <a:spcAft>
                <a:spcPts val="0"/>
              </a:spcAft>
              <a:buSzPts val="2520"/>
              <a:buChar char="•"/>
              <a:defRPr sz="2800"/>
            </a:lvl1pPr>
            <a:lvl2pPr indent="-350519" lvl="1" marL="914400" algn="l">
              <a:lnSpc>
                <a:spcPct val="100000"/>
              </a:lnSpc>
              <a:spcBef>
                <a:spcPts val="600"/>
              </a:spcBef>
              <a:spcAft>
                <a:spcPts val="0"/>
              </a:spcAft>
              <a:buSzPts val="1920"/>
              <a:buChar char="•"/>
              <a:defRPr sz="2400"/>
            </a:lvl2pPr>
            <a:lvl3pPr indent="-330200" lvl="2" marL="1371600" algn="l">
              <a:lnSpc>
                <a:spcPct val="100000"/>
              </a:lnSpc>
              <a:spcBef>
                <a:spcPts val="600"/>
              </a:spcBef>
              <a:spcAft>
                <a:spcPts val="0"/>
              </a:spcAft>
              <a:buSzPts val="1600"/>
              <a:buChar char="•"/>
              <a:defRPr sz="2000"/>
            </a:lvl3pPr>
            <a:lvl4pPr indent="-331469" lvl="3" marL="1828800" algn="l">
              <a:lnSpc>
                <a:spcPct val="100000"/>
              </a:lnSpc>
              <a:spcBef>
                <a:spcPts val="600"/>
              </a:spcBef>
              <a:spcAft>
                <a:spcPts val="0"/>
              </a:spcAft>
              <a:buSzPts val="1620"/>
              <a:buChar char="•"/>
              <a:defRPr sz="1800"/>
            </a:lvl4pPr>
            <a:lvl5pPr indent="-331470" lvl="4" marL="2286000" algn="l">
              <a:lnSpc>
                <a:spcPct val="100000"/>
              </a:lnSpc>
              <a:spcBef>
                <a:spcPts val="600"/>
              </a:spcBef>
              <a:spcAft>
                <a:spcPts val="0"/>
              </a:spcAft>
              <a:buSzPts val="1620"/>
              <a:buChar char="•"/>
              <a:defRPr sz="1800"/>
            </a:lvl5pPr>
            <a:lvl6pPr indent="-331470" lvl="5" marL="2743200" algn="l">
              <a:lnSpc>
                <a:spcPct val="90000"/>
              </a:lnSpc>
              <a:spcBef>
                <a:spcPts val="1260"/>
              </a:spcBef>
              <a:spcAft>
                <a:spcPts val="0"/>
              </a:spcAft>
              <a:buSzPts val="1620"/>
              <a:buFont typeface="Verdana"/>
              <a:buChar char="•"/>
              <a:defRPr sz="1800"/>
            </a:lvl6pPr>
            <a:lvl7pPr indent="-331470" lvl="6" marL="3200400" algn="l">
              <a:lnSpc>
                <a:spcPct val="90000"/>
              </a:lnSpc>
              <a:spcBef>
                <a:spcPts val="1260"/>
              </a:spcBef>
              <a:spcAft>
                <a:spcPts val="0"/>
              </a:spcAft>
              <a:buSzPts val="1620"/>
              <a:buFont typeface="Verdana"/>
              <a:buChar char="•"/>
              <a:defRPr sz="1800"/>
            </a:lvl7pPr>
            <a:lvl8pPr indent="-331470" lvl="7" marL="3657600" algn="l">
              <a:lnSpc>
                <a:spcPct val="90000"/>
              </a:lnSpc>
              <a:spcBef>
                <a:spcPts val="1260"/>
              </a:spcBef>
              <a:spcAft>
                <a:spcPts val="0"/>
              </a:spcAft>
              <a:buSzPts val="1620"/>
              <a:buFont typeface="Verdana"/>
              <a:buChar char="•"/>
              <a:defRPr sz="1800"/>
            </a:lvl8pPr>
            <a:lvl9pPr indent="-331470" lvl="8" marL="4114800" algn="l">
              <a:lnSpc>
                <a:spcPct val="90000"/>
              </a:lnSpc>
              <a:spcBef>
                <a:spcPts val="1260"/>
              </a:spcBef>
              <a:spcAft>
                <a:spcPts val="0"/>
              </a:spcAft>
              <a:buSzPts val="1620"/>
              <a:buFont typeface="Verdana"/>
              <a:buChar char="•"/>
              <a:defRPr sz="1800"/>
            </a:lvl9pPr>
          </a:lstStyle>
          <a:p/>
        </p:txBody>
      </p:sp>
      <p:sp>
        <p:nvSpPr>
          <p:cNvPr id="76" name="Google Shape;76;p152"/>
          <p:cNvSpPr txBox="1"/>
          <p:nvPr>
            <p:ph idx="2" type="body"/>
          </p:nvPr>
        </p:nvSpPr>
        <p:spPr>
          <a:xfrm>
            <a:off x="5880101" y="992188"/>
            <a:ext cx="5067300" cy="4386262"/>
          </a:xfrm>
          <a:prstGeom prst="rect">
            <a:avLst/>
          </a:prstGeom>
          <a:noFill/>
          <a:ln>
            <a:noFill/>
          </a:ln>
        </p:spPr>
        <p:txBody>
          <a:bodyPr anchorCtr="0" anchor="t" bIns="0" lIns="0" spcFirstLastPara="1" rIns="0" wrap="square" tIns="0">
            <a:noAutofit/>
          </a:bodyPr>
          <a:lstStyle>
            <a:lvl1pPr indent="-388620" lvl="0" marL="457200" algn="l">
              <a:lnSpc>
                <a:spcPct val="100000"/>
              </a:lnSpc>
              <a:spcBef>
                <a:spcPts val="600"/>
              </a:spcBef>
              <a:spcAft>
                <a:spcPts val="0"/>
              </a:spcAft>
              <a:buSzPts val="2520"/>
              <a:buChar char="•"/>
              <a:defRPr sz="2800"/>
            </a:lvl1pPr>
            <a:lvl2pPr indent="-350519" lvl="1" marL="914400" algn="l">
              <a:lnSpc>
                <a:spcPct val="100000"/>
              </a:lnSpc>
              <a:spcBef>
                <a:spcPts val="600"/>
              </a:spcBef>
              <a:spcAft>
                <a:spcPts val="0"/>
              </a:spcAft>
              <a:buSzPts val="1920"/>
              <a:buChar char="•"/>
              <a:defRPr sz="2400"/>
            </a:lvl2pPr>
            <a:lvl3pPr indent="-330200" lvl="2" marL="1371600" algn="l">
              <a:lnSpc>
                <a:spcPct val="100000"/>
              </a:lnSpc>
              <a:spcBef>
                <a:spcPts val="600"/>
              </a:spcBef>
              <a:spcAft>
                <a:spcPts val="0"/>
              </a:spcAft>
              <a:buSzPts val="1600"/>
              <a:buChar char="•"/>
              <a:defRPr sz="2000"/>
            </a:lvl3pPr>
            <a:lvl4pPr indent="-331469" lvl="3" marL="1828800" algn="l">
              <a:lnSpc>
                <a:spcPct val="100000"/>
              </a:lnSpc>
              <a:spcBef>
                <a:spcPts val="600"/>
              </a:spcBef>
              <a:spcAft>
                <a:spcPts val="0"/>
              </a:spcAft>
              <a:buSzPts val="1620"/>
              <a:buChar char="•"/>
              <a:defRPr sz="1800"/>
            </a:lvl4pPr>
            <a:lvl5pPr indent="-331470" lvl="4" marL="2286000" algn="l">
              <a:lnSpc>
                <a:spcPct val="100000"/>
              </a:lnSpc>
              <a:spcBef>
                <a:spcPts val="600"/>
              </a:spcBef>
              <a:spcAft>
                <a:spcPts val="0"/>
              </a:spcAft>
              <a:buSzPts val="1620"/>
              <a:buChar char="•"/>
              <a:defRPr sz="1800"/>
            </a:lvl5pPr>
            <a:lvl6pPr indent="-331470" lvl="5" marL="2743200" algn="l">
              <a:lnSpc>
                <a:spcPct val="90000"/>
              </a:lnSpc>
              <a:spcBef>
                <a:spcPts val="1260"/>
              </a:spcBef>
              <a:spcAft>
                <a:spcPts val="0"/>
              </a:spcAft>
              <a:buSzPts val="1620"/>
              <a:buFont typeface="Verdana"/>
              <a:buChar char="•"/>
              <a:defRPr sz="1800"/>
            </a:lvl6pPr>
            <a:lvl7pPr indent="-331470" lvl="6" marL="3200400" algn="l">
              <a:lnSpc>
                <a:spcPct val="90000"/>
              </a:lnSpc>
              <a:spcBef>
                <a:spcPts val="1260"/>
              </a:spcBef>
              <a:spcAft>
                <a:spcPts val="0"/>
              </a:spcAft>
              <a:buSzPts val="1620"/>
              <a:buFont typeface="Verdana"/>
              <a:buChar char="•"/>
              <a:defRPr sz="1800"/>
            </a:lvl7pPr>
            <a:lvl8pPr indent="-331470" lvl="7" marL="3657600" algn="l">
              <a:lnSpc>
                <a:spcPct val="90000"/>
              </a:lnSpc>
              <a:spcBef>
                <a:spcPts val="1260"/>
              </a:spcBef>
              <a:spcAft>
                <a:spcPts val="0"/>
              </a:spcAft>
              <a:buSzPts val="1620"/>
              <a:buFont typeface="Verdana"/>
              <a:buChar char="•"/>
              <a:defRPr sz="1800"/>
            </a:lvl8pPr>
            <a:lvl9pPr indent="-331470" lvl="8" marL="4114800" algn="l">
              <a:lnSpc>
                <a:spcPct val="90000"/>
              </a:lnSpc>
              <a:spcBef>
                <a:spcPts val="1260"/>
              </a:spcBef>
              <a:spcAft>
                <a:spcPts val="0"/>
              </a:spcAft>
              <a:buSzPts val="1620"/>
              <a:buFont typeface="Verdana"/>
              <a:buChar char="•"/>
              <a:defRPr sz="18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7" name="Shape 77"/>
        <p:cNvGrpSpPr/>
        <p:nvPr/>
      </p:nvGrpSpPr>
      <p:grpSpPr>
        <a:xfrm>
          <a:off x="0" y="0"/>
          <a:ext cx="0" cy="0"/>
          <a:chOff x="0" y="0"/>
          <a:chExt cx="0" cy="0"/>
        </a:xfrm>
      </p:grpSpPr>
      <p:sp>
        <p:nvSpPr>
          <p:cNvPr id="78" name="Google Shape;78;p153"/>
          <p:cNvSpPr txBox="1"/>
          <p:nvPr>
            <p:ph type="title"/>
          </p:nvPr>
        </p:nvSpPr>
        <p:spPr>
          <a:xfrm>
            <a:off x="609600" y="0"/>
            <a:ext cx="10972800" cy="807720"/>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79" name="Google Shape;79;p153"/>
          <p:cNvSpPr txBox="1"/>
          <p:nvPr>
            <p:ph idx="1" type="body"/>
          </p:nvPr>
        </p:nvSpPr>
        <p:spPr>
          <a:xfrm>
            <a:off x="609600" y="1535113"/>
            <a:ext cx="5386917" cy="63976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SzPts val="2160"/>
              <a:buNone/>
              <a:defRPr b="0" sz="2400">
                <a:solidFill>
                  <a:srgbClr val="0070C0"/>
                </a:solidFill>
              </a:defRPr>
            </a:lvl1pPr>
            <a:lvl2pPr indent="-228600" lvl="1" marL="914400" algn="l">
              <a:lnSpc>
                <a:spcPct val="100000"/>
              </a:lnSpc>
              <a:spcBef>
                <a:spcPts val="600"/>
              </a:spcBef>
              <a:spcAft>
                <a:spcPts val="0"/>
              </a:spcAft>
              <a:buSzPts val="1600"/>
              <a:buNone/>
              <a:defRPr b="1" sz="2000"/>
            </a:lvl2pPr>
            <a:lvl3pPr indent="-228600" lvl="2" marL="1371600" algn="l">
              <a:lnSpc>
                <a:spcPct val="100000"/>
              </a:lnSpc>
              <a:spcBef>
                <a:spcPts val="600"/>
              </a:spcBef>
              <a:spcAft>
                <a:spcPts val="0"/>
              </a:spcAft>
              <a:buSzPts val="1440"/>
              <a:buNone/>
              <a:defRPr b="1" sz="1800"/>
            </a:lvl3pPr>
            <a:lvl4pPr indent="-228600" lvl="3" marL="1828800" algn="l">
              <a:lnSpc>
                <a:spcPct val="100000"/>
              </a:lnSpc>
              <a:spcBef>
                <a:spcPts val="600"/>
              </a:spcBef>
              <a:spcAft>
                <a:spcPts val="0"/>
              </a:spcAft>
              <a:buSzPts val="1440"/>
              <a:buNone/>
              <a:defRPr b="1" sz="1600"/>
            </a:lvl4pPr>
            <a:lvl5pPr indent="-228600" lvl="4" marL="2286000" algn="l">
              <a:lnSpc>
                <a:spcPct val="100000"/>
              </a:lnSpc>
              <a:spcBef>
                <a:spcPts val="600"/>
              </a:spcBef>
              <a:spcAft>
                <a:spcPts val="0"/>
              </a:spcAft>
              <a:buSzPts val="1440"/>
              <a:buNone/>
              <a:defRPr b="1" sz="1600"/>
            </a:lvl5pPr>
            <a:lvl6pPr indent="-228600" lvl="5" marL="2743200" algn="l">
              <a:lnSpc>
                <a:spcPct val="90000"/>
              </a:lnSpc>
              <a:spcBef>
                <a:spcPts val="1120"/>
              </a:spcBef>
              <a:spcAft>
                <a:spcPts val="0"/>
              </a:spcAft>
              <a:buSzPts val="1440"/>
              <a:buFont typeface="Verdana"/>
              <a:buNone/>
              <a:defRPr b="1" sz="1600"/>
            </a:lvl6pPr>
            <a:lvl7pPr indent="-228600" lvl="6" marL="3200400" algn="l">
              <a:lnSpc>
                <a:spcPct val="90000"/>
              </a:lnSpc>
              <a:spcBef>
                <a:spcPts val="1120"/>
              </a:spcBef>
              <a:spcAft>
                <a:spcPts val="0"/>
              </a:spcAft>
              <a:buSzPts val="1440"/>
              <a:buFont typeface="Verdana"/>
              <a:buNone/>
              <a:defRPr b="1" sz="1600"/>
            </a:lvl7pPr>
            <a:lvl8pPr indent="-228600" lvl="7" marL="3657600" algn="l">
              <a:lnSpc>
                <a:spcPct val="90000"/>
              </a:lnSpc>
              <a:spcBef>
                <a:spcPts val="1120"/>
              </a:spcBef>
              <a:spcAft>
                <a:spcPts val="0"/>
              </a:spcAft>
              <a:buSzPts val="1440"/>
              <a:buFont typeface="Verdana"/>
              <a:buNone/>
              <a:defRPr b="1" sz="1600"/>
            </a:lvl8pPr>
            <a:lvl9pPr indent="-228600" lvl="8" marL="4114800" algn="l">
              <a:lnSpc>
                <a:spcPct val="90000"/>
              </a:lnSpc>
              <a:spcBef>
                <a:spcPts val="1120"/>
              </a:spcBef>
              <a:spcAft>
                <a:spcPts val="0"/>
              </a:spcAft>
              <a:buSzPts val="1440"/>
              <a:buFont typeface="Verdana"/>
              <a:buNone/>
              <a:defRPr b="1" sz="1600"/>
            </a:lvl9pPr>
          </a:lstStyle>
          <a:p/>
        </p:txBody>
      </p:sp>
      <p:sp>
        <p:nvSpPr>
          <p:cNvPr id="80" name="Google Shape;80;p153"/>
          <p:cNvSpPr txBox="1"/>
          <p:nvPr>
            <p:ph idx="2" type="body"/>
          </p:nvPr>
        </p:nvSpPr>
        <p:spPr>
          <a:xfrm>
            <a:off x="609600" y="2174875"/>
            <a:ext cx="5386917" cy="3951288"/>
          </a:xfrm>
          <a:prstGeom prst="rect">
            <a:avLst/>
          </a:prstGeom>
          <a:noFill/>
          <a:ln>
            <a:noFill/>
          </a:ln>
        </p:spPr>
        <p:txBody>
          <a:bodyPr anchorCtr="0" anchor="t" bIns="0" lIns="0" spcFirstLastPara="1" rIns="0" wrap="square" tIns="0">
            <a:noAutofit/>
          </a:bodyPr>
          <a:lstStyle>
            <a:lvl1pPr indent="-365760" lvl="0" marL="457200" algn="l">
              <a:lnSpc>
                <a:spcPct val="100000"/>
              </a:lnSpc>
              <a:spcBef>
                <a:spcPts val="600"/>
              </a:spcBef>
              <a:spcAft>
                <a:spcPts val="0"/>
              </a:spcAft>
              <a:buSzPts val="2160"/>
              <a:buChar char="•"/>
              <a:defRPr sz="2400"/>
            </a:lvl1pPr>
            <a:lvl2pPr indent="-330200" lvl="1" marL="914400" algn="l">
              <a:lnSpc>
                <a:spcPct val="100000"/>
              </a:lnSpc>
              <a:spcBef>
                <a:spcPts val="600"/>
              </a:spcBef>
              <a:spcAft>
                <a:spcPts val="0"/>
              </a:spcAft>
              <a:buSzPts val="1600"/>
              <a:buChar char="•"/>
              <a:defRPr sz="2000"/>
            </a:lvl2pPr>
            <a:lvl3pPr indent="-320039" lvl="2" marL="1371600" algn="l">
              <a:lnSpc>
                <a:spcPct val="100000"/>
              </a:lnSpc>
              <a:spcBef>
                <a:spcPts val="600"/>
              </a:spcBef>
              <a:spcAft>
                <a:spcPts val="0"/>
              </a:spcAft>
              <a:buSzPts val="1440"/>
              <a:buChar char="•"/>
              <a:defRPr sz="1800"/>
            </a:lvl3pPr>
            <a:lvl4pPr indent="-320039" lvl="3" marL="1828800" algn="l">
              <a:lnSpc>
                <a:spcPct val="100000"/>
              </a:lnSpc>
              <a:spcBef>
                <a:spcPts val="600"/>
              </a:spcBef>
              <a:spcAft>
                <a:spcPts val="0"/>
              </a:spcAft>
              <a:buSzPts val="1440"/>
              <a:buChar char="•"/>
              <a:defRPr sz="1600"/>
            </a:lvl4pPr>
            <a:lvl5pPr indent="-320039" lvl="4" marL="2286000" algn="l">
              <a:lnSpc>
                <a:spcPct val="100000"/>
              </a:lnSpc>
              <a:spcBef>
                <a:spcPts val="600"/>
              </a:spcBef>
              <a:spcAft>
                <a:spcPts val="0"/>
              </a:spcAft>
              <a:buSzPts val="1440"/>
              <a:buChar char="•"/>
              <a:defRPr sz="1600"/>
            </a:lvl5pPr>
            <a:lvl6pPr indent="-320039" lvl="5" marL="2743200" algn="l">
              <a:lnSpc>
                <a:spcPct val="90000"/>
              </a:lnSpc>
              <a:spcBef>
                <a:spcPts val="1120"/>
              </a:spcBef>
              <a:spcAft>
                <a:spcPts val="0"/>
              </a:spcAft>
              <a:buSzPts val="1440"/>
              <a:buFont typeface="Verdana"/>
              <a:buChar char="•"/>
              <a:defRPr sz="1600"/>
            </a:lvl6pPr>
            <a:lvl7pPr indent="-320039" lvl="6" marL="3200400" algn="l">
              <a:lnSpc>
                <a:spcPct val="90000"/>
              </a:lnSpc>
              <a:spcBef>
                <a:spcPts val="1120"/>
              </a:spcBef>
              <a:spcAft>
                <a:spcPts val="0"/>
              </a:spcAft>
              <a:buSzPts val="1440"/>
              <a:buFont typeface="Verdana"/>
              <a:buChar char="•"/>
              <a:defRPr sz="1600"/>
            </a:lvl7pPr>
            <a:lvl8pPr indent="-320040" lvl="7" marL="3657600" algn="l">
              <a:lnSpc>
                <a:spcPct val="90000"/>
              </a:lnSpc>
              <a:spcBef>
                <a:spcPts val="1120"/>
              </a:spcBef>
              <a:spcAft>
                <a:spcPts val="0"/>
              </a:spcAft>
              <a:buSzPts val="1440"/>
              <a:buFont typeface="Verdana"/>
              <a:buChar char="•"/>
              <a:defRPr sz="1600"/>
            </a:lvl8pPr>
            <a:lvl9pPr indent="-320040" lvl="8" marL="4114800" algn="l">
              <a:lnSpc>
                <a:spcPct val="90000"/>
              </a:lnSpc>
              <a:spcBef>
                <a:spcPts val="1120"/>
              </a:spcBef>
              <a:spcAft>
                <a:spcPts val="0"/>
              </a:spcAft>
              <a:buSzPts val="1440"/>
              <a:buFont typeface="Verdana"/>
              <a:buChar char="•"/>
              <a:defRPr sz="1600"/>
            </a:lvl9pPr>
          </a:lstStyle>
          <a:p/>
        </p:txBody>
      </p:sp>
      <p:sp>
        <p:nvSpPr>
          <p:cNvPr id="81" name="Google Shape;81;p153"/>
          <p:cNvSpPr txBox="1"/>
          <p:nvPr>
            <p:ph idx="3" type="body"/>
          </p:nvPr>
        </p:nvSpPr>
        <p:spPr>
          <a:xfrm>
            <a:off x="6193368" y="1535113"/>
            <a:ext cx="5389033" cy="63976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SzPts val="2160"/>
              <a:buNone/>
              <a:defRPr b="0" sz="2400">
                <a:solidFill>
                  <a:srgbClr val="0070C0"/>
                </a:solidFill>
              </a:defRPr>
            </a:lvl1pPr>
            <a:lvl2pPr indent="-228600" lvl="1" marL="914400" algn="l">
              <a:lnSpc>
                <a:spcPct val="100000"/>
              </a:lnSpc>
              <a:spcBef>
                <a:spcPts val="600"/>
              </a:spcBef>
              <a:spcAft>
                <a:spcPts val="0"/>
              </a:spcAft>
              <a:buSzPts val="1600"/>
              <a:buNone/>
              <a:defRPr b="1" sz="2000"/>
            </a:lvl2pPr>
            <a:lvl3pPr indent="-228600" lvl="2" marL="1371600" algn="l">
              <a:lnSpc>
                <a:spcPct val="100000"/>
              </a:lnSpc>
              <a:spcBef>
                <a:spcPts val="600"/>
              </a:spcBef>
              <a:spcAft>
                <a:spcPts val="0"/>
              </a:spcAft>
              <a:buSzPts val="1440"/>
              <a:buNone/>
              <a:defRPr b="1" sz="1800"/>
            </a:lvl3pPr>
            <a:lvl4pPr indent="-228600" lvl="3" marL="1828800" algn="l">
              <a:lnSpc>
                <a:spcPct val="100000"/>
              </a:lnSpc>
              <a:spcBef>
                <a:spcPts val="600"/>
              </a:spcBef>
              <a:spcAft>
                <a:spcPts val="0"/>
              </a:spcAft>
              <a:buSzPts val="1440"/>
              <a:buNone/>
              <a:defRPr b="1" sz="1600"/>
            </a:lvl4pPr>
            <a:lvl5pPr indent="-228600" lvl="4" marL="2286000" algn="l">
              <a:lnSpc>
                <a:spcPct val="100000"/>
              </a:lnSpc>
              <a:spcBef>
                <a:spcPts val="600"/>
              </a:spcBef>
              <a:spcAft>
                <a:spcPts val="0"/>
              </a:spcAft>
              <a:buSzPts val="1440"/>
              <a:buNone/>
              <a:defRPr b="1" sz="1600"/>
            </a:lvl5pPr>
            <a:lvl6pPr indent="-228600" lvl="5" marL="2743200" algn="l">
              <a:lnSpc>
                <a:spcPct val="90000"/>
              </a:lnSpc>
              <a:spcBef>
                <a:spcPts val="1120"/>
              </a:spcBef>
              <a:spcAft>
                <a:spcPts val="0"/>
              </a:spcAft>
              <a:buSzPts val="1440"/>
              <a:buFont typeface="Verdana"/>
              <a:buNone/>
              <a:defRPr b="1" sz="1600"/>
            </a:lvl6pPr>
            <a:lvl7pPr indent="-228600" lvl="6" marL="3200400" algn="l">
              <a:lnSpc>
                <a:spcPct val="90000"/>
              </a:lnSpc>
              <a:spcBef>
                <a:spcPts val="1120"/>
              </a:spcBef>
              <a:spcAft>
                <a:spcPts val="0"/>
              </a:spcAft>
              <a:buSzPts val="1440"/>
              <a:buFont typeface="Verdana"/>
              <a:buNone/>
              <a:defRPr b="1" sz="1600"/>
            </a:lvl7pPr>
            <a:lvl8pPr indent="-228600" lvl="7" marL="3657600" algn="l">
              <a:lnSpc>
                <a:spcPct val="90000"/>
              </a:lnSpc>
              <a:spcBef>
                <a:spcPts val="1120"/>
              </a:spcBef>
              <a:spcAft>
                <a:spcPts val="0"/>
              </a:spcAft>
              <a:buSzPts val="1440"/>
              <a:buFont typeface="Verdana"/>
              <a:buNone/>
              <a:defRPr b="1" sz="1600"/>
            </a:lvl8pPr>
            <a:lvl9pPr indent="-228600" lvl="8" marL="4114800" algn="l">
              <a:lnSpc>
                <a:spcPct val="90000"/>
              </a:lnSpc>
              <a:spcBef>
                <a:spcPts val="1120"/>
              </a:spcBef>
              <a:spcAft>
                <a:spcPts val="0"/>
              </a:spcAft>
              <a:buSzPts val="1440"/>
              <a:buFont typeface="Verdana"/>
              <a:buNone/>
              <a:defRPr b="1" sz="1600"/>
            </a:lvl9pPr>
          </a:lstStyle>
          <a:p/>
        </p:txBody>
      </p:sp>
      <p:sp>
        <p:nvSpPr>
          <p:cNvPr id="82" name="Google Shape;82;p153"/>
          <p:cNvSpPr txBox="1"/>
          <p:nvPr>
            <p:ph idx="4" type="body"/>
          </p:nvPr>
        </p:nvSpPr>
        <p:spPr>
          <a:xfrm>
            <a:off x="6193368" y="2174875"/>
            <a:ext cx="5389033" cy="3951288"/>
          </a:xfrm>
          <a:prstGeom prst="rect">
            <a:avLst/>
          </a:prstGeom>
          <a:noFill/>
          <a:ln>
            <a:noFill/>
          </a:ln>
        </p:spPr>
        <p:txBody>
          <a:bodyPr anchorCtr="0" anchor="t" bIns="0" lIns="0" spcFirstLastPara="1" rIns="0" wrap="square" tIns="0">
            <a:noAutofit/>
          </a:bodyPr>
          <a:lstStyle>
            <a:lvl1pPr indent="-365760" lvl="0" marL="457200" algn="l">
              <a:lnSpc>
                <a:spcPct val="100000"/>
              </a:lnSpc>
              <a:spcBef>
                <a:spcPts val="600"/>
              </a:spcBef>
              <a:spcAft>
                <a:spcPts val="0"/>
              </a:spcAft>
              <a:buSzPts val="2160"/>
              <a:buChar char="•"/>
              <a:defRPr sz="2400"/>
            </a:lvl1pPr>
            <a:lvl2pPr indent="-330200" lvl="1" marL="914400" algn="l">
              <a:lnSpc>
                <a:spcPct val="100000"/>
              </a:lnSpc>
              <a:spcBef>
                <a:spcPts val="600"/>
              </a:spcBef>
              <a:spcAft>
                <a:spcPts val="0"/>
              </a:spcAft>
              <a:buSzPts val="1600"/>
              <a:buChar char="•"/>
              <a:defRPr sz="2000"/>
            </a:lvl2pPr>
            <a:lvl3pPr indent="-320039" lvl="2" marL="1371600" algn="l">
              <a:lnSpc>
                <a:spcPct val="100000"/>
              </a:lnSpc>
              <a:spcBef>
                <a:spcPts val="600"/>
              </a:spcBef>
              <a:spcAft>
                <a:spcPts val="0"/>
              </a:spcAft>
              <a:buSzPts val="1440"/>
              <a:buChar char="•"/>
              <a:defRPr sz="1800"/>
            </a:lvl3pPr>
            <a:lvl4pPr indent="-320039" lvl="3" marL="1828800" algn="l">
              <a:lnSpc>
                <a:spcPct val="100000"/>
              </a:lnSpc>
              <a:spcBef>
                <a:spcPts val="600"/>
              </a:spcBef>
              <a:spcAft>
                <a:spcPts val="0"/>
              </a:spcAft>
              <a:buSzPts val="1440"/>
              <a:buChar char="•"/>
              <a:defRPr sz="1600"/>
            </a:lvl4pPr>
            <a:lvl5pPr indent="-320039" lvl="4" marL="2286000" algn="l">
              <a:lnSpc>
                <a:spcPct val="100000"/>
              </a:lnSpc>
              <a:spcBef>
                <a:spcPts val="600"/>
              </a:spcBef>
              <a:spcAft>
                <a:spcPts val="0"/>
              </a:spcAft>
              <a:buSzPts val="1440"/>
              <a:buChar char="•"/>
              <a:defRPr sz="1600"/>
            </a:lvl5pPr>
            <a:lvl6pPr indent="-320039" lvl="5" marL="2743200" algn="l">
              <a:lnSpc>
                <a:spcPct val="90000"/>
              </a:lnSpc>
              <a:spcBef>
                <a:spcPts val="1120"/>
              </a:spcBef>
              <a:spcAft>
                <a:spcPts val="0"/>
              </a:spcAft>
              <a:buSzPts val="1440"/>
              <a:buFont typeface="Verdana"/>
              <a:buChar char="•"/>
              <a:defRPr sz="1600"/>
            </a:lvl6pPr>
            <a:lvl7pPr indent="-320039" lvl="6" marL="3200400" algn="l">
              <a:lnSpc>
                <a:spcPct val="90000"/>
              </a:lnSpc>
              <a:spcBef>
                <a:spcPts val="1120"/>
              </a:spcBef>
              <a:spcAft>
                <a:spcPts val="0"/>
              </a:spcAft>
              <a:buSzPts val="1440"/>
              <a:buFont typeface="Verdana"/>
              <a:buChar char="•"/>
              <a:defRPr sz="1600"/>
            </a:lvl7pPr>
            <a:lvl8pPr indent="-320040" lvl="7" marL="3657600" algn="l">
              <a:lnSpc>
                <a:spcPct val="90000"/>
              </a:lnSpc>
              <a:spcBef>
                <a:spcPts val="1120"/>
              </a:spcBef>
              <a:spcAft>
                <a:spcPts val="0"/>
              </a:spcAft>
              <a:buSzPts val="1440"/>
              <a:buFont typeface="Verdana"/>
              <a:buChar char="•"/>
              <a:defRPr sz="1600"/>
            </a:lvl8pPr>
            <a:lvl9pPr indent="-320040" lvl="8" marL="4114800" algn="l">
              <a:lnSpc>
                <a:spcPct val="90000"/>
              </a:lnSpc>
              <a:spcBef>
                <a:spcPts val="1120"/>
              </a:spcBef>
              <a:spcAft>
                <a:spcPts val="0"/>
              </a:spcAft>
              <a:buSzPts val="1440"/>
              <a:buFont typeface="Verdana"/>
              <a:buChar char="•"/>
              <a:defRPr sz="16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3" name="Shape 83"/>
        <p:cNvGrpSpPr/>
        <p:nvPr/>
      </p:nvGrpSpPr>
      <p:grpSpPr>
        <a:xfrm>
          <a:off x="0" y="0"/>
          <a:ext cx="0" cy="0"/>
          <a:chOff x="0" y="0"/>
          <a:chExt cx="0" cy="0"/>
        </a:xfrm>
      </p:grpSpPr>
      <p:sp>
        <p:nvSpPr>
          <p:cNvPr id="84" name="Google Shape;84;p154"/>
          <p:cNvSpPr txBox="1"/>
          <p:nvPr>
            <p:ph type="title"/>
          </p:nvPr>
        </p:nvSpPr>
        <p:spPr>
          <a:xfrm>
            <a:off x="613834" y="-2"/>
            <a:ext cx="10365317" cy="740664"/>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5" name="Shape 85"/>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6" name="Shape 86"/>
        <p:cNvGrpSpPr/>
        <p:nvPr/>
      </p:nvGrpSpPr>
      <p:grpSpPr>
        <a:xfrm>
          <a:off x="0" y="0"/>
          <a:ext cx="0" cy="0"/>
          <a:chOff x="0" y="0"/>
          <a:chExt cx="0" cy="0"/>
        </a:xfrm>
      </p:grpSpPr>
      <p:sp>
        <p:nvSpPr>
          <p:cNvPr id="87" name="Google Shape;87;p156"/>
          <p:cNvSpPr txBox="1"/>
          <p:nvPr>
            <p:ph type="title"/>
          </p:nvPr>
        </p:nvSpPr>
        <p:spPr>
          <a:xfrm>
            <a:off x="609601" y="273050"/>
            <a:ext cx="4011084" cy="1162050"/>
          </a:xfrm>
          <a:prstGeom prst="rect">
            <a:avLst/>
          </a:prstGeom>
          <a:noFill/>
          <a:ln>
            <a:noFill/>
          </a:ln>
        </p:spPr>
        <p:txBody>
          <a:bodyPr anchorCtr="0" anchor="t" bIns="45700" lIns="0" spcFirstLastPara="1" rIns="91425" wrap="square" tIns="45700">
            <a:noAutofit/>
          </a:bodyPr>
          <a:lstStyle>
            <a:lvl1pPr lvl="0" algn="l">
              <a:lnSpc>
                <a:spcPct val="85000"/>
              </a:lnSpc>
              <a:spcBef>
                <a:spcPts val="0"/>
              </a:spcBef>
              <a:spcAft>
                <a:spcPts val="0"/>
              </a:spcAft>
              <a:buSzPts val="1400"/>
              <a:buNone/>
              <a:defRPr b="0" sz="2000"/>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88" name="Google Shape;88;p156"/>
          <p:cNvSpPr txBox="1"/>
          <p:nvPr>
            <p:ph idx="1" type="body"/>
          </p:nvPr>
        </p:nvSpPr>
        <p:spPr>
          <a:xfrm>
            <a:off x="4766733" y="273051"/>
            <a:ext cx="6815667" cy="5853113"/>
          </a:xfrm>
          <a:prstGeom prst="rect">
            <a:avLst/>
          </a:prstGeom>
          <a:noFill/>
          <a:ln>
            <a:noFill/>
          </a:ln>
        </p:spPr>
        <p:txBody>
          <a:bodyPr anchorCtr="0" anchor="t" bIns="0" lIns="0" spcFirstLastPara="1" rIns="0" wrap="square" tIns="0">
            <a:noAutofit/>
          </a:bodyPr>
          <a:lstStyle>
            <a:lvl1pPr indent="-411480" lvl="0" marL="457200" algn="l">
              <a:lnSpc>
                <a:spcPct val="100000"/>
              </a:lnSpc>
              <a:spcBef>
                <a:spcPts val="600"/>
              </a:spcBef>
              <a:spcAft>
                <a:spcPts val="0"/>
              </a:spcAft>
              <a:buSzPts val="2880"/>
              <a:buChar char="•"/>
              <a:defRPr sz="3200">
                <a:solidFill>
                  <a:schemeClr val="lt1"/>
                </a:solidFill>
              </a:defRPr>
            </a:lvl1pPr>
            <a:lvl2pPr indent="-370840" lvl="1" marL="914400" algn="l">
              <a:lnSpc>
                <a:spcPct val="100000"/>
              </a:lnSpc>
              <a:spcBef>
                <a:spcPts val="600"/>
              </a:spcBef>
              <a:spcAft>
                <a:spcPts val="0"/>
              </a:spcAft>
              <a:buSzPts val="2240"/>
              <a:buChar char="•"/>
              <a:defRPr sz="2800"/>
            </a:lvl2pPr>
            <a:lvl3pPr indent="-350519" lvl="2" marL="1371600" algn="l">
              <a:lnSpc>
                <a:spcPct val="100000"/>
              </a:lnSpc>
              <a:spcBef>
                <a:spcPts val="600"/>
              </a:spcBef>
              <a:spcAft>
                <a:spcPts val="0"/>
              </a:spcAft>
              <a:buSzPts val="1920"/>
              <a:buChar char="•"/>
              <a:defRPr sz="2400"/>
            </a:lvl3pPr>
            <a:lvl4pPr indent="-342900" lvl="3" marL="1828800" algn="l">
              <a:lnSpc>
                <a:spcPct val="100000"/>
              </a:lnSpc>
              <a:spcBef>
                <a:spcPts val="600"/>
              </a:spcBef>
              <a:spcAft>
                <a:spcPts val="0"/>
              </a:spcAft>
              <a:buSzPts val="1800"/>
              <a:buChar char="•"/>
              <a:defRPr sz="2000"/>
            </a:lvl4pPr>
            <a:lvl5pPr indent="-342900" lvl="4" marL="2286000" algn="l">
              <a:lnSpc>
                <a:spcPct val="100000"/>
              </a:lnSpc>
              <a:spcBef>
                <a:spcPts val="600"/>
              </a:spcBef>
              <a:spcAft>
                <a:spcPts val="0"/>
              </a:spcAft>
              <a:buSzPts val="1800"/>
              <a:buChar char="•"/>
              <a:defRPr sz="2000"/>
            </a:lvl5pPr>
            <a:lvl6pPr indent="-342900" lvl="5" marL="2743200" algn="l">
              <a:lnSpc>
                <a:spcPct val="90000"/>
              </a:lnSpc>
              <a:spcBef>
                <a:spcPts val="1400"/>
              </a:spcBef>
              <a:spcAft>
                <a:spcPts val="0"/>
              </a:spcAft>
              <a:buSzPts val="1800"/>
              <a:buFont typeface="Verdana"/>
              <a:buChar char="•"/>
              <a:defRPr sz="2000"/>
            </a:lvl6pPr>
            <a:lvl7pPr indent="-342900" lvl="6" marL="3200400" algn="l">
              <a:lnSpc>
                <a:spcPct val="90000"/>
              </a:lnSpc>
              <a:spcBef>
                <a:spcPts val="1400"/>
              </a:spcBef>
              <a:spcAft>
                <a:spcPts val="0"/>
              </a:spcAft>
              <a:buSzPts val="1800"/>
              <a:buFont typeface="Verdana"/>
              <a:buChar char="•"/>
              <a:defRPr sz="2000"/>
            </a:lvl7pPr>
            <a:lvl8pPr indent="-342900" lvl="7" marL="3657600" algn="l">
              <a:lnSpc>
                <a:spcPct val="90000"/>
              </a:lnSpc>
              <a:spcBef>
                <a:spcPts val="1400"/>
              </a:spcBef>
              <a:spcAft>
                <a:spcPts val="0"/>
              </a:spcAft>
              <a:buSzPts val="1800"/>
              <a:buFont typeface="Verdana"/>
              <a:buChar char="•"/>
              <a:defRPr sz="2000"/>
            </a:lvl8pPr>
            <a:lvl9pPr indent="-342900" lvl="8" marL="4114800" algn="l">
              <a:lnSpc>
                <a:spcPct val="90000"/>
              </a:lnSpc>
              <a:spcBef>
                <a:spcPts val="1400"/>
              </a:spcBef>
              <a:spcAft>
                <a:spcPts val="0"/>
              </a:spcAft>
              <a:buSzPts val="1800"/>
              <a:buFont typeface="Verdana"/>
              <a:buChar char="•"/>
              <a:defRPr sz="2000"/>
            </a:lvl9pPr>
          </a:lstStyle>
          <a:p/>
        </p:txBody>
      </p:sp>
      <p:sp>
        <p:nvSpPr>
          <p:cNvPr id="89" name="Google Shape;89;p156"/>
          <p:cNvSpPr txBox="1"/>
          <p:nvPr>
            <p:ph idx="2" type="body"/>
          </p:nvPr>
        </p:nvSpPr>
        <p:spPr>
          <a:xfrm>
            <a:off x="609601" y="1435101"/>
            <a:ext cx="4011084" cy="469106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SzPts val="1260"/>
              <a:buNone/>
              <a:defRPr sz="1400"/>
            </a:lvl1pPr>
            <a:lvl2pPr indent="-228600" lvl="1" marL="914400" algn="l">
              <a:lnSpc>
                <a:spcPct val="100000"/>
              </a:lnSpc>
              <a:spcBef>
                <a:spcPts val="600"/>
              </a:spcBef>
              <a:spcAft>
                <a:spcPts val="0"/>
              </a:spcAft>
              <a:buSzPts val="960"/>
              <a:buNone/>
              <a:defRPr sz="1200"/>
            </a:lvl2pPr>
            <a:lvl3pPr indent="-228600" lvl="2" marL="1371600" algn="l">
              <a:lnSpc>
                <a:spcPct val="100000"/>
              </a:lnSpc>
              <a:spcBef>
                <a:spcPts val="600"/>
              </a:spcBef>
              <a:spcAft>
                <a:spcPts val="0"/>
              </a:spcAft>
              <a:buSzPts val="800"/>
              <a:buNone/>
              <a:defRPr sz="1000"/>
            </a:lvl3pPr>
            <a:lvl4pPr indent="-228600" lvl="3" marL="1828800" algn="l">
              <a:lnSpc>
                <a:spcPct val="100000"/>
              </a:lnSpc>
              <a:spcBef>
                <a:spcPts val="600"/>
              </a:spcBef>
              <a:spcAft>
                <a:spcPts val="0"/>
              </a:spcAft>
              <a:buSzPts val="810"/>
              <a:buNone/>
              <a:defRPr sz="900"/>
            </a:lvl4pPr>
            <a:lvl5pPr indent="-228600" lvl="4" marL="2286000" algn="l">
              <a:lnSpc>
                <a:spcPct val="100000"/>
              </a:lnSpc>
              <a:spcBef>
                <a:spcPts val="600"/>
              </a:spcBef>
              <a:spcAft>
                <a:spcPts val="0"/>
              </a:spcAft>
              <a:buSzPts val="810"/>
              <a:buNone/>
              <a:defRPr sz="900"/>
            </a:lvl5pPr>
            <a:lvl6pPr indent="-228600" lvl="5" marL="2743200" algn="l">
              <a:lnSpc>
                <a:spcPct val="90000"/>
              </a:lnSpc>
              <a:spcBef>
                <a:spcPts val="630"/>
              </a:spcBef>
              <a:spcAft>
                <a:spcPts val="0"/>
              </a:spcAft>
              <a:buSzPts val="810"/>
              <a:buFont typeface="Verdana"/>
              <a:buNone/>
              <a:defRPr sz="900"/>
            </a:lvl6pPr>
            <a:lvl7pPr indent="-228600" lvl="6" marL="3200400" algn="l">
              <a:lnSpc>
                <a:spcPct val="90000"/>
              </a:lnSpc>
              <a:spcBef>
                <a:spcPts val="630"/>
              </a:spcBef>
              <a:spcAft>
                <a:spcPts val="0"/>
              </a:spcAft>
              <a:buSzPts val="810"/>
              <a:buFont typeface="Verdana"/>
              <a:buNone/>
              <a:defRPr sz="900"/>
            </a:lvl7pPr>
            <a:lvl8pPr indent="-228600" lvl="7" marL="3657600" algn="l">
              <a:lnSpc>
                <a:spcPct val="90000"/>
              </a:lnSpc>
              <a:spcBef>
                <a:spcPts val="630"/>
              </a:spcBef>
              <a:spcAft>
                <a:spcPts val="0"/>
              </a:spcAft>
              <a:buSzPts val="810"/>
              <a:buFont typeface="Verdana"/>
              <a:buNone/>
              <a:defRPr sz="900"/>
            </a:lvl8pPr>
            <a:lvl9pPr indent="-228600" lvl="8" marL="4114800" algn="l">
              <a:lnSpc>
                <a:spcPct val="90000"/>
              </a:lnSpc>
              <a:spcBef>
                <a:spcPts val="630"/>
              </a:spcBef>
              <a:spcAft>
                <a:spcPts val="0"/>
              </a:spcAft>
              <a:buSzPts val="810"/>
              <a:buFont typeface="Verdana"/>
              <a:buNone/>
              <a:defRPr sz="9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0" name="Shape 90"/>
        <p:cNvGrpSpPr/>
        <p:nvPr/>
      </p:nvGrpSpPr>
      <p:grpSpPr>
        <a:xfrm>
          <a:off x="0" y="0"/>
          <a:ext cx="0" cy="0"/>
          <a:chOff x="0" y="0"/>
          <a:chExt cx="0" cy="0"/>
        </a:xfrm>
      </p:grpSpPr>
      <p:sp>
        <p:nvSpPr>
          <p:cNvPr id="91" name="Google Shape;91;p157"/>
          <p:cNvSpPr txBox="1"/>
          <p:nvPr>
            <p:ph type="title"/>
          </p:nvPr>
        </p:nvSpPr>
        <p:spPr>
          <a:xfrm>
            <a:off x="2389717" y="4800600"/>
            <a:ext cx="7315200" cy="566738"/>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b="1" sz="2000"/>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92" name="Google Shape;92;p157"/>
          <p:cNvSpPr/>
          <p:nvPr>
            <p:ph idx="2" type="pic"/>
          </p:nvPr>
        </p:nvSpPr>
        <p:spPr>
          <a:xfrm>
            <a:off x="2389717" y="612775"/>
            <a:ext cx="7315200" cy="4114800"/>
          </a:xfrm>
          <a:prstGeom prst="rect">
            <a:avLst/>
          </a:prstGeom>
          <a:noFill/>
          <a:ln>
            <a:noFill/>
          </a:ln>
        </p:spPr>
      </p:sp>
      <p:sp>
        <p:nvSpPr>
          <p:cNvPr id="93" name="Google Shape;93;p157"/>
          <p:cNvSpPr txBox="1"/>
          <p:nvPr>
            <p:ph idx="1" type="body"/>
          </p:nvPr>
        </p:nvSpPr>
        <p:spPr>
          <a:xfrm>
            <a:off x="2389717" y="5367338"/>
            <a:ext cx="7315200" cy="80486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SzPts val="1260"/>
              <a:buNone/>
              <a:defRPr sz="1400"/>
            </a:lvl1pPr>
            <a:lvl2pPr indent="-228600" lvl="1" marL="914400" algn="l">
              <a:lnSpc>
                <a:spcPct val="100000"/>
              </a:lnSpc>
              <a:spcBef>
                <a:spcPts val="600"/>
              </a:spcBef>
              <a:spcAft>
                <a:spcPts val="0"/>
              </a:spcAft>
              <a:buSzPts val="960"/>
              <a:buNone/>
              <a:defRPr sz="1200"/>
            </a:lvl2pPr>
            <a:lvl3pPr indent="-228600" lvl="2" marL="1371600" algn="l">
              <a:lnSpc>
                <a:spcPct val="100000"/>
              </a:lnSpc>
              <a:spcBef>
                <a:spcPts val="600"/>
              </a:spcBef>
              <a:spcAft>
                <a:spcPts val="0"/>
              </a:spcAft>
              <a:buSzPts val="800"/>
              <a:buNone/>
              <a:defRPr sz="1000"/>
            </a:lvl3pPr>
            <a:lvl4pPr indent="-228600" lvl="3" marL="1828800" algn="l">
              <a:lnSpc>
                <a:spcPct val="100000"/>
              </a:lnSpc>
              <a:spcBef>
                <a:spcPts val="600"/>
              </a:spcBef>
              <a:spcAft>
                <a:spcPts val="0"/>
              </a:spcAft>
              <a:buSzPts val="810"/>
              <a:buNone/>
              <a:defRPr sz="900"/>
            </a:lvl4pPr>
            <a:lvl5pPr indent="-228600" lvl="4" marL="2286000" algn="l">
              <a:lnSpc>
                <a:spcPct val="100000"/>
              </a:lnSpc>
              <a:spcBef>
                <a:spcPts val="600"/>
              </a:spcBef>
              <a:spcAft>
                <a:spcPts val="0"/>
              </a:spcAft>
              <a:buSzPts val="810"/>
              <a:buNone/>
              <a:defRPr sz="900"/>
            </a:lvl5pPr>
            <a:lvl6pPr indent="-228600" lvl="5" marL="2743200" algn="l">
              <a:lnSpc>
                <a:spcPct val="90000"/>
              </a:lnSpc>
              <a:spcBef>
                <a:spcPts val="630"/>
              </a:spcBef>
              <a:spcAft>
                <a:spcPts val="0"/>
              </a:spcAft>
              <a:buSzPts val="810"/>
              <a:buFont typeface="Verdana"/>
              <a:buNone/>
              <a:defRPr sz="900"/>
            </a:lvl6pPr>
            <a:lvl7pPr indent="-228600" lvl="6" marL="3200400" algn="l">
              <a:lnSpc>
                <a:spcPct val="90000"/>
              </a:lnSpc>
              <a:spcBef>
                <a:spcPts val="630"/>
              </a:spcBef>
              <a:spcAft>
                <a:spcPts val="0"/>
              </a:spcAft>
              <a:buSzPts val="810"/>
              <a:buFont typeface="Verdana"/>
              <a:buNone/>
              <a:defRPr sz="900"/>
            </a:lvl7pPr>
            <a:lvl8pPr indent="-228600" lvl="7" marL="3657600" algn="l">
              <a:lnSpc>
                <a:spcPct val="90000"/>
              </a:lnSpc>
              <a:spcBef>
                <a:spcPts val="630"/>
              </a:spcBef>
              <a:spcAft>
                <a:spcPts val="0"/>
              </a:spcAft>
              <a:buSzPts val="810"/>
              <a:buFont typeface="Verdana"/>
              <a:buNone/>
              <a:defRPr sz="900"/>
            </a:lvl8pPr>
            <a:lvl9pPr indent="-228600" lvl="8" marL="4114800" algn="l">
              <a:lnSpc>
                <a:spcPct val="90000"/>
              </a:lnSpc>
              <a:spcBef>
                <a:spcPts val="630"/>
              </a:spcBef>
              <a:spcAft>
                <a:spcPts val="0"/>
              </a:spcAft>
              <a:buSzPts val="810"/>
              <a:buFont typeface="Verdana"/>
              <a:buNone/>
              <a:defRPr sz="9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4" name="Shape 94"/>
        <p:cNvGrpSpPr/>
        <p:nvPr/>
      </p:nvGrpSpPr>
      <p:grpSpPr>
        <a:xfrm>
          <a:off x="0" y="0"/>
          <a:ext cx="0" cy="0"/>
          <a:chOff x="0" y="0"/>
          <a:chExt cx="0" cy="0"/>
        </a:xfrm>
      </p:grpSpPr>
      <p:sp>
        <p:nvSpPr>
          <p:cNvPr id="95" name="Google Shape;95;p158"/>
          <p:cNvSpPr txBox="1"/>
          <p:nvPr>
            <p:ph type="title"/>
          </p:nvPr>
        </p:nvSpPr>
        <p:spPr>
          <a:xfrm>
            <a:off x="613834" y="-2"/>
            <a:ext cx="10365317" cy="740664"/>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96" name="Google Shape;96;p158"/>
          <p:cNvSpPr txBox="1"/>
          <p:nvPr>
            <p:ph idx="1" type="body"/>
          </p:nvPr>
        </p:nvSpPr>
        <p:spPr>
          <a:xfrm rot="5400000">
            <a:off x="3450810" y="-1817878"/>
            <a:ext cx="5147356" cy="10825541"/>
          </a:xfrm>
          <a:prstGeom prst="rect">
            <a:avLst/>
          </a:prstGeom>
          <a:noFill/>
          <a:ln>
            <a:noFill/>
          </a:ln>
        </p:spPr>
        <p:txBody>
          <a:bodyPr anchorCtr="0" anchor="t" bIns="0" lIns="0" spcFirstLastPara="1" rIns="0" wrap="square" tIns="0">
            <a:noAutofit/>
          </a:bodyPr>
          <a:lstStyle>
            <a:lvl1pPr indent="-331470" lvl="0" marL="457200" algn="l">
              <a:lnSpc>
                <a:spcPct val="100000"/>
              </a:lnSpc>
              <a:spcBef>
                <a:spcPts val="600"/>
              </a:spcBef>
              <a:spcAft>
                <a:spcPts val="0"/>
              </a:spcAft>
              <a:buSzPts val="1620"/>
              <a:buChar char="•"/>
              <a:defRPr/>
            </a:lvl1pPr>
            <a:lvl2pPr indent="-320040" lvl="1" marL="914400" algn="l">
              <a:lnSpc>
                <a:spcPct val="100000"/>
              </a:lnSpc>
              <a:spcBef>
                <a:spcPts val="600"/>
              </a:spcBef>
              <a:spcAft>
                <a:spcPts val="0"/>
              </a:spcAft>
              <a:buSzPts val="1440"/>
              <a:buChar char="•"/>
              <a:defRPr/>
            </a:lvl2pPr>
            <a:lvl3pPr indent="-320039" lvl="2" marL="1371600" algn="l">
              <a:lnSpc>
                <a:spcPct val="100000"/>
              </a:lnSpc>
              <a:spcBef>
                <a:spcPts val="600"/>
              </a:spcBef>
              <a:spcAft>
                <a:spcPts val="0"/>
              </a:spcAft>
              <a:buSzPts val="1440"/>
              <a:buChar char="•"/>
              <a:defRPr/>
            </a:lvl3pPr>
            <a:lvl4pPr indent="-331469" lvl="3" marL="1828800" algn="l">
              <a:lnSpc>
                <a:spcPct val="100000"/>
              </a:lnSpc>
              <a:spcBef>
                <a:spcPts val="600"/>
              </a:spcBef>
              <a:spcAft>
                <a:spcPts val="0"/>
              </a:spcAft>
              <a:buSzPts val="1620"/>
              <a:buChar char="•"/>
              <a:defRPr/>
            </a:lvl4pPr>
            <a:lvl5pPr indent="-331470" lvl="4" marL="2286000" algn="l">
              <a:lnSpc>
                <a:spcPct val="100000"/>
              </a:lnSpc>
              <a:spcBef>
                <a:spcPts val="600"/>
              </a:spcBef>
              <a:spcAft>
                <a:spcPts val="0"/>
              </a:spcAft>
              <a:buSzPts val="1620"/>
              <a:buChar char="•"/>
              <a:defRPr/>
            </a:lvl5pPr>
            <a:lvl6pPr indent="-331470" lvl="5" marL="2743200" algn="l">
              <a:lnSpc>
                <a:spcPct val="90000"/>
              </a:lnSpc>
              <a:spcBef>
                <a:spcPts val="1260"/>
              </a:spcBef>
              <a:spcAft>
                <a:spcPts val="0"/>
              </a:spcAft>
              <a:buSzPts val="1620"/>
              <a:buChar char="•"/>
              <a:defRPr/>
            </a:lvl6pPr>
            <a:lvl7pPr indent="-331470" lvl="6" marL="3200400" algn="l">
              <a:lnSpc>
                <a:spcPct val="90000"/>
              </a:lnSpc>
              <a:spcBef>
                <a:spcPts val="1260"/>
              </a:spcBef>
              <a:spcAft>
                <a:spcPts val="0"/>
              </a:spcAft>
              <a:buSzPts val="1620"/>
              <a:buChar char="•"/>
              <a:defRPr/>
            </a:lvl7pPr>
            <a:lvl8pPr indent="-331470" lvl="7" marL="3657600" algn="l">
              <a:lnSpc>
                <a:spcPct val="90000"/>
              </a:lnSpc>
              <a:spcBef>
                <a:spcPts val="1260"/>
              </a:spcBef>
              <a:spcAft>
                <a:spcPts val="0"/>
              </a:spcAft>
              <a:buSzPts val="1620"/>
              <a:buChar char="•"/>
              <a:defRPr/>
            </a:lvl8pPr>
            <a:lvl9pPr indent="-331470" lvl="8" marL="4114800" algn="l">
              <a:lnSpc>
                <a:spcPct val="90000"/>
              </a:lnSpc>
              <a:spcBef>
                <a:spcPts val="1260"/>
              </a:spcBef>
              <a:spcAft>
                <a:spcPts val="0"/>
              </a:spcAft>
              <a:buSzPts val="162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7" name="Shape 97"/>
        <p:cNvGrpSpPr/>
        <p:nvPr/>
      </p:nvGrpSpPr>
      <p:grpSpPr>
        <a:xfrm>
          <a:off x="0" y="0"/>
          <a:ext cx="0" cy="0"/>
          <a:chOff x="0" y="0"/>
          <a:chExt cx="0" cy="0"/>
        </a:xfrm>
      </p:grpSpPr>
      <p:sp>
        <p:nvSpPr>
          <p:cNvPr id="98" name="Google Shape;98;p159"/>
          <p:cNvSpPr txBox="1"/>
          <p:nvPr>
            <p:ph type="title"/>
          </p:nvPr>
        </p:nvSpPr>
        <p:spPr>
          <a:xfrm rot="5400000">
            <a:off x="6994526" y="1393825"/>
            <a:ext cx="5378450" cy="2590800"/>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99" name="Google Shape;99;p159"/>
          <p:cNvSpPr txBox="1"/>
          <p:nvPr>
            <p:ph idx="1" type="body"/>
          </p:nvPr>
        </p:nvSpPr>
        <p:spPr>
          <a:xfrm rot="5400000">
            <a:off x="1709210" y="-1097491"/>
            <a:ext cx="5378450" cy="7573433"/>
          </a:xfrm>
          <a:prstGeom prst="rect">
            <a:avLst/>
          </a:prstGeom>
          <a:noFill/>
          <a:ln>
            <a:noFill/>
          </a:ln>
        </p:spPr>
        <p:txBody>
          <a:bodyPr anchorCtr="0" anchor="t" bIns="0" lIns="0" spcFirstLastPara="1" rIns="0" wrap="square" tIns="0">
            <a:noAutofit/>
          </a:bodyPr>
          <a:lstStyle>
            <a:lvl1pPr indent="-331470" lvl="0" marL="457200" algn="l">
              <a:lnSpc>
                <a:spcPct val="100000"/>
              </a:lnSpc>
              <a:spcBef>
                <a:spcPts val="600"/>
              </a:spcBef>
              <a:spcAft>
                <a:spcPts val="0"/>
              </a:spcAft>
              <a:buSzPts val="1620"/>
              <a:buChar char="•"/>
              <a:defRPr/>
            </a:lvl1pPr>
            <a:lvl2pPr indent="-320040" lvl="1" marL="914400" algn="l">
              <a:lnSpc>
                <a:spcPct val="100000"/>
              </a:lnSpc>
              <a:spcBef>
                <a:spcPts val="600"/>
              </a:spcBef>
              <a:spcAft>
                <a:spcPts val="0"/>
              </a:spcAft>
              <a:buSzPts val="1440"/>
              <a:buChar char="•"/>
              <a:defRPr/>
            </a:lvl2pPr>
            <a:lvl3pPr indent="-320039" lvl="2" marL="1371600" algn="l">
              <a:lnSpc>
                <a:spcPct val="100000"/>
              </a:lnSpc>
              <a:spcBef>
                <a:spcPts val="600"/>
              </a:spcBef>
              <a:spcAft>
                <a:spcPts val="0"/>
              </a:spcAft>
              <a:buSzPts val="1440"/>
              <a:buChar char="•"/>
              <a:defRPr/>
            </a:lvl3pPr>
            <a:lvl4pPr indent="-331469" lvl="3" marL="1828800" algn="l">
              <a:lnSpc>
                <a:spcPct val="100000"/>
              </a:lnSpc>
              <a:spcBef>
                <a:spcPts val="600"/>
              </a:spcBef>
              <a:spcAft>
                <a:spcPts val="0"/>
              </a:spcAft>
              <a:buSzPts val="1620"/>
              <a:buChar char="•"/>
              <a:defRPr/>
            </a:lvl4pPr>
            <a:lvl5pPr indent="-331470" lvl="4" marL="2286000" algn="l">
              <a:lnSpc>
                <a:spcPct val="100000"/>
              </a:lnSpc>
              <a:spcBef>
                <a:spcPts val="600"/>
              </a:spcBef>
              <a:spcAft>
                <a:spcPts val="0"/>
              </a:spcAft>
              <a:buSzPts val="1620"/>
              <a:buChar char="•"/>
              <a:defRPr/>
            </a:lvl5pPr>
            <a:lvl6pPr indent="-331470" lvl="5" marL="2743200" algn="l">
              <a:lnSpc>
                <a:spcPct val="90000"/>
              </a:lnSpc>
              <a:spcBef>
                <a:spcPts val="1260"/>
              </a:spcBef>
              <a:spcAft>
                <a:spcPts val="0"/>
              </a:spcAft>
              <a:buSzPts val="1620"/>
              <a:buChar char="•"/>
              <a:defRPr/>
            </a:lvl6pPr>
            <a:lvl7pPr indent="-331470" lvl="6" marL="3200400" algn="l">
              <a:lnSpc>
                <a:spcPct val="90000"/>
              </a:lnSpc>
              <a:spcBef>
                <a:spcPts val="1260"/>
              </a:spcBef>
              <a:spcAft>
                <a:spcPts val="0"/>
              </a:spcAft>
              <a:buSzPts val="1620"/>
              <a:buChar char="•"/>
              <a:defRPr/>
            </a:lvl7pPr>
            <a:lvl8pPr indent="-331470" lvl="7" marL="3657600" algn="l">
              <a:lnSpc>
                <a:spcPct val="90000"/>
              </a:lnSpc>
              <a:spcBef>
                <a:spcPts val="1260"/>
              </a:spcBef>
              <a:spcAft>
                <a:spcPts val="0"/>
              </a:spcAft>
              <a:buSzPts val="1620"/>
              <a:buChar char="•"/>
              <a:defRPr/>
            </a:lvl8pPr>
            <a:lvl9pPr indent="-331470" lvl="8" marL="4114800" algn="l">
              <a:lnSpc>
                <a:spcPct val="90000"/>
              </a:lnSpc>
              <a:spcBef>
                <a:spcPts val="1260"/>
              </a:spcBef>
              <a:spcAft>
                <a:spcPts val="0"/>
              </a:spcAft>
              <a:buSzPts val="162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105" name="Shape 105"/>
        <p:cNvGrpSpPr/>
        <p:nvPr/>
      </p:nvGrpSpPr>
      <p:grpSpPr>
        <a:xfrm>
          <a:off x="0" y="0"/>
          <a:ext cx="0" cy="0"/>
          <a:chOff x="0" y="0"/>
          <a:chExt cx="0" cy="0"/>
        </a:xfrm>
      </p:grpSpPr>
      <p:sp>
        <p:nvSpPr>
          <p:cNvPr id="106" name="Google Shape;106;p161"/>
          <p:cNvSpPr/>
          <p:nvPr/>
        </p:nvSpPr>
        <p:spPr>
          <a:xfrm>
            <a:off x="18903" y="0"/>
            <a:ext cx="12192000" cy="6858000"/>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07" name="Google Shape;107;p161"/>
          <p:cNvSpPr txBox="1"/>
          <p:nvPr>
            <p:ph type="ctrTitle"/>
          </p:nvPr>
        </p:nvSpPr>
        <p:spPr>
          <a:xfrm>
            <a:off x="4267201" y="1828800"/>
            <a:ext cx="7643223" cy="627864"/>
          </a:xfrm>
          <a:prstGeom prst="rect">
            <a:avLst/>
          </a:prstGeom>
          <a:solidFill>
            <a:srgbClr val="3399FF"/>
          </a:solidFill>
          <a:ln>
            <a:noFill/>
          </a:ln>
        </p:spPr>
        <p:txBody>
          <a:bodyPr anchorCtr="0" anchor="ctr" bIns="0" lIns="0" spcFirstLastPara="1" rIns="0" wrap="square" tIns="0">
            <a:spAutoFit/>
          </a:bodyPr>
          <a:lstStyle>
            <a:lvl1pPr lvl="0" algn="l">
              <a:lnSpc>
                <a:spcPct val="85000"/>
              </a:lnSpc>
              <a:spcBef>
                <a:spcPts val="2880"/>
              </a:spcBef>
              <a:spcAft>
                <a:spcPts val="0"/>
              </a:spcAft>
              <a:buClr>
                <a:schemeClr val="hlink"/>
              </a:buClr>
              <a:buSzPts val="4320"/>
              <a:buFont typeface="Quattrocento Sans"/>
              <a:buNone/>
              <a:defRPr sz="4800">
                <a:solidFill>
                  <a:schemeClr val="lt1"/>
                </a:solidFill>
                <a:latin typeface="Quattrocento Sans"/>
                <a:ea typeface="Quattrocento Sans"/>
                <a:cs typeface="Quattrocento Sans"/>
                <a:sym typeface="Quattrocento Sans"/>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08" name="Google Shape;108;p161"/>
          <p:cNvSpPr txBox="1"/>
          <p:nvPr>
            <p:ph idx="1" type="subTitle"/>
          </p:nvPr>
        </p:nvSpPr>
        <p:spPr>
          <a:xfrm>
            <a:off x="4267200" y="2895600"/>
            <a:ext cx="7701280" cy="1103872"/>
          </a:xfrm>
          <a:prstGeom prst="rect">
            <a:avLst/>
          </a:prstGeom>
          <a:noFill/>
          <a:ln>
            <a:noFill/>
          </a:ln>
        </p:spPr>
        <p:txBody>
          <a:bodyPr anchorCtr="0" anchor="t" bIns="45700" lIns="91425" spcFirstLastPara="1" rIns="91425" wrap="square" tIns="45700">
            <a:noAutofit/>
          </a:bodyPr>
          <a:lstStyle>
            <a:lvl1pPr lvl="0" algn="l">
              <a:lnSpc>
                <a:spcPct val="95000"/>
              </a:lnSpc>
              <a:spcBef>
                <a:spcPts val="1680"/>
              </a:spcBef>
              <a:spcAft>
                <a:spcPts val="0"/>
              </a:spcAft>
              <a:buSzPts val="2520"/>
              <a:buFont typeface="Quattrocento Sans"/>
              <a:buNone/>
              <a:defRPr sz="2800">
                <a:solidFill>
                  <a:schemeClr val="lt1"/>
                </a:solidFill>
                <a:latin typeface="Quattrocento Sans"/>
                <a:ea typeface="Quattrocento Sans"/>
                <a:cs typeface="Quattrocento Sans"/>
                <a:sym typeface="Quattrocento Sans"/>
              </a:defRPr>
            </a:lvl1pPr>
            <a:lvl2pPr lvl="1" algn="l">
              <a:lnSpc>
                <a:spcPct val="100000"/>
              </a:lnSpc>
              <a:spcBef>
                <a:spcPts val="600"/>
              </a:spcBef>
              <a:spcAft>
                <a:spcPts val="0"/>
              </a:spcAft>
              <a:buSzPts val="1440"/>
              <a:buChar char="•"/>
              <a:defRPr/>
            </a:lvl2pPr>
            <a:lvl3pPr lvl="2" algn="l">
              <a:lnSpc>
                <a:spcPct val="100000"/>
              </a:lnSpc>
              <a:spcBef>
                <a:spcPts val="600"/>
              </a:spcBef>
              <a:spcAft>
                <a:spcPts val="0"/>
              </a:spcAft>
              <a:buSzPts val="1440"/>
              <a:buChar char="•"/>
              <a:defRPr/>
            </a:lvl3pPr>
            <a:lvl4pPr lvl="3" algn="l">
              <a:lnSpc>
                <a:spcPct val="100000"/>
              </a:lnSpc>
              <a:spcBef>
                <a:spcPts val="600"/>
              </a:spcBef>
              <a:spcAft>
                <a:spcPts val="0"/>
              </a:spcAft>
              <a:buSzPts val="1620"/>
              <a:buChar char="•"/>
              <a:defRPr/>
            </a:lvl4pPr>
            <a:lvl5pPr lvl="4" algn="l">
              <a:lnSpc>
                <a:spcPct val="100000"/>
              </a:lnSpc>
              <a:spcBef>
                <a:spcPts val="600"/>
              </a:spcBef>
              <a:spcAft>
                <a:spcPts val="0"/>
              </a:spcAft>
              <a:buSzPts val="1620"/>
              <a:buChar char="•"/>
              <a:defRPr/>
            </a:lvl5pPr>
            <a:lvl6pPr lvl="5" algn="l">
              <a:lnSpc>
                <a:spcPct val="90000"/>
              </a:lnSpc>
              <a:spcBef>
                <a:spcPts val="1260"/>
              </a:spcBef>
              <a:spcAft>
                <a:spcPts val="0"/>
              </a:spcAft>
              <a:buSzPts val="1620"/>
              <a:buChar char="•"/>
              <a:defRPr/>
            </a:lvl6pPr>
            <a:lvl7pPr lvl="6" algn="l">
              <a:lnSpc>
                <a:spcPct val="90000"/>
              </a:lnSpc>
              <a:spcBef>
                <a:spcPts val="1260"/>
              </a:spcBef>
              <a:spcAft>
                <a:spcPts val="0"/>
              </a:spcAft>
              <a:buSzPts val="1620"/>
              <a:buChar char="•"/>
              <a:defRPr/>
            </a:lvl7pPr>
            <a:lvl8pPr lvl="7" algn="l">
              <a:lnSpc>
                <a:spcPct val="90000"/>
              </a:lnSpc>
              <a:spcBef>
                <a:spcPts val="1260"/>
              </a:spcBef>
              <a:spcAft>
                <a:spcPts val="0"/>
              </a:spcAft>
              <a:buSzPts val="1620"/>
              <a:buChar char="•"/>
              <a:defRPr/>
            </a:lvl8pPr>
            <a:lvl9pPr lvl="8" algn="l">
              <a:lnSpc>
                <a:spcPct val="90000"/>
              </a:lnSpc>
              <a:spcBef>
                <a:spcPts val="1260"/>
              </a:spcBef>
              <a:spcAft>
                <a:spcPts val="0"/>
              </a:spcAft>
              <a:buSzPts val="162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9" name="Shape 109"/>
        <p:cNvGrpSpPr/>
        <p:nvPr/>
      </p:nvGrpSpPr>
      <p:grpSpPr>
        <a:xfrm>
          <a:off x="0" y="0"/>
          <a:ext cx="0" cy="0"/>
          <a:chOff x="0" y="0"/>
          <a:chExt cx="0" cy="0"/>
        </a:xfrm>
      </p:grpSpPr>
      <p:sp>
        <p:nvSpPr>
          <p:cNvPr id="110" name="Google Shape;110;p162"/>
          <p:cNvSpPr txBox="1"/>
          <p:nvPr>
            <p:ph type="title"/>
          </p:nvPr>
        </p:nvSpPr>
        <p:spPr>
          <a:xfrm>
            <a:off x="613834" y="-2"/>
            <a:ext cx="10365317" cy="740664"/>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11" name="Google Shape;111;p162"/>
          <p:cNvSpPr txBox="1"/>
          <p:nvPr>
            <p:ph idx="1" type="body"/>
          </p:nvPr>
        </p:nvSpPr>
        <p:spPr>
          <a:xfrm>
            <a:off x="611718" y="1021215"/>
            <a:ext cx="10825541" cy="5147356"/>
          </a:xfrm>
          <a:prstGeom prst="rect">
            <a:avLst/>
          </a:prstGeom>
          <a:noFill/>
          <a:ln>
            <a:noFill/>
          </a:ln>
        </p:spPr>
        <p:txBody>
          <a:bodyPr anchorCtr="0" anchor="t" bIns="0" lIns="0" spcFirstLastPara="1" rIns="0" wrap="square" tIns="0">
            <a:noAutofit/>
          </a:bodyPr>
          <a:lstStyle>
            <a:lvl1pPr indent="-331470" lvl="0" marL="457200" algn="l">
              <a:lnSpc>
                <a:spcPct val="100000"/>
              </a:lnSpc>
              <a:spcBef>
                <a:spcPts val="600"/>
              </a:spcBef>
              <a:spcAft>
                <a:spcPts val="0"/>
              </a:spcAft>
              <a:buSzPts val="1620"/>
              <a:buChar char="•"/>
              <a:defRPr/>
            </a:lvl1pPr>
            <a:lvl2pPr indent="-320040" lvl="1" marL="914400" algn="l">
              <a:lnSpc>
                <a:spcPct val="100000"/>
              </a:lnSpc>
              <a:spcBef>
                <a:spcPts val="600"/>
              </a:spcBef>
              <a:spcAft>
                <a:spcPts val="0"/>
              </a:spcAft>
              <a:buSzPts val="1440"/>
              <a:buChar char="•"/>
              <a:defRPr/>
            </a:lvl2pPr>
            <a:lvl3pPr indent="-320039" lvl="2" marL="1371600" algn="l">
              <a:lnSpc>
                <a:spcPct val="100000"/>
              </a:lnSpc>
              <a:spcBef>
                <a:spcPts val="600"/>
              </a:spcBef>
              <a:spcAft>
                <a:spcPts val="0"/>
              </a:spcAft>
              <a:buSzPts val="1440"/>
              <a:buChar char="•"/>
              <a:defRPr/>
            </a:lvl3pPr>
            <a:lvl4pPr indent="-331469" lvl="3" marL="1828800" algn="l">
              <a:lnSpc>
                <a:spcPct val="100000"/>
              </a:lnSpc>
              <a:spcBef>
                <a:spcPts val="600"/>
              </a:spcBef>
              <a:spcAft>
                <a:spcPts val="0"/>
              </a:spcAft>
              <a:buSzPts val="1620"/>
              <a:buChar char="•"/>
              <a:defRPr/>
            </a:lvl4pPr>
            <a:lvl5pPr indent="-331470" lvl="4" marL="2286000" algn="l">
              <a:lnSpc>
                <a:spcPct val="100000"/>
              </a:lnSpc>
              <a:spcBef>
                <a:spcPts val="600"/>
              </a:spcBef>
              <a:spcAft>
                <a:spcPts val="0"/>
              </a:spcAft>
              <a:buSzPts val="1620"/>
              <a:buChar char="•"/>
              <a:defRPr/>
            </a:lvl5pPr>
            <a:lvl6pPr indent="-331470" lvl="5" marL="2743200" algn="l">
              <a:lnSpc>
                <a:spcPct val="90000"/>
              </a:lnSpc>
              <a:spcBef>
                <a:spcPts val="1260"/>
              </a:spcBef>
              <a:spcAft>
                <a:spcPts val="0"/>
              </a:spcAft>
              <a:buSzPts val="1620"/>
              <a:buChar char="•"/>
              <a:defRPr/>
            </a:lvl6pPr>
            <a:lvl7pPr indent="-331470" lvl="6" marL="3200400" algn="l">
              <a:lnSpc>
                <a:spcPct val="90000"/>
              </a:lnSpc>
              <a:spcBef>
                <a:spcPts val="1260"/>
              </a:spcBef>
              <a:spcAft>
                <a:spcPts val="0"/>
              </a:spcAft>
              <a:buSzPts val="1620"/>
              <a:buChar char="•"/>
              <a:defRPr/>
            </a:lvl7pPr>
            <a:lvl8pPr indent="-331470" lvl="7" marL="3657600" algn="l">
              <a:lnSpc>
                <a:spcPct val="90000"/>
              </a:lnSpc>
              <a:spcBef>
                <a:spcPts val="1260"/>
              </a:spcBef>
              <a:spcAft>
                <a:spcPts val="0"/>
              </a:spcAft>
              <a:buSzPts val="1620"/>
              <a:buChar char="•"/>
              <a:defRPr/>
            </a:lvl8pPr>
            <a:lvl9pPr indent="-331470" lvl="8" marL="4114800" algn="l">
              <a:lnSpc>
                <a:spcPct val="90000"/>
              </a:lnSpc>
              <a:spcBef>
                <a:spcPts val="1260"/>
              </a:spcBef>
              <a:spcAft>
                <a:spcPts val="0"/>
              </a:spcAft>
              <a:buSzPts val="162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2" name="Shape 112"/>
        <p:cNvGrpSpPr/>
        <p:nvPr/>
      </p:nvGrpSpPr>
      <p:grpSpPr>
        <a:xfrm>
          <a:off x="0" y="0"/>
          <a:ext cx="0" cy="0"/>
          <a:chOff x="0" y="0"/>
          <a:chExt cx="0" cy="0"/>
        </a:xfrm>
      </p:grpSpPr>
      <p:sp>
        <p:nvSpPr>
          <p:cNvPr id="113" name="Google Shape;113;p163"/>
          <p:cNvSpPr txBox="1"/>
          <p:nvPr>
            <p:ph type="title"/>
          </p:nvPr>
        </p:nvSpPr>
        <p:spPr>
          <a:xfrm>
            <a:off x="963084" y="4406901"/>
            <a:ext cx="10363200" cy="1362075"/>
          </a:xfrm>
          <a:prstGeom prst="rect">
            <a:avLst/>
          </a:prstGeom>
          <a:noFill/>
          <a:ln>
            <a:noFill/>
          </a:ln>
        </p:spPr>
        <p:txBody>
          <a:bodyPr anchorCtr="0" anchor="t" bIns="45700" lIns="0" spcFirstLastPara="1" rIns="91425" wrap="square" tIns="45700">
            <a:noAutofit/>
          </a:bodyPr>
          <a:lstStyle>
            <a:lvl1pPr lvl="0" algn="l">
              <a:lnSpc>
                <a:spcPct val="85000"/>
              </a:lnSpc>
              <a:spcBef>
                <a:spcPts val="0"/>
              </a:spcBef>
              <a:spcAft>
                <a:spcPts val="0"/>
              </a:spcAft>
              <a:buSzPts val="1400"/>
              <a:buNone/>
              <a:defRPr b="1" sz="4000" cap="none"/>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14" name="Google Shape;114;p163"/>
          <p:cNvSpPr txBox="1"/>
          <p:nvPr>
            <p:ph idx="1" type="body"/>
          </p:nvPr>
        </p:nvSpPr>
        <p:spPr>
          <a:xfrm>
            <a:off x="963084" y="2906713"/>
            <a:ext cx="10363200" cy="1500187"/>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600"/>
              </a:spcBef>
              <a:spcAft>
                <a:spcPts val="0"/>
              </a:spcAft>
              <a:buSzPts val="1800"/>
              <a:buNone/>
              <a:defRPr sz="2000"/>
            </a:lvl1pPr>
            <a:lvl2pPr indent="-228600" lvl="1" marL="914400" algn="l">
              <a:lnSpc>
                <a:spcPct val="100000"/>
              </a:lnSpc>
              <a:spcBef>
                <a:spcPts val="600"/>
              </a:spcBef>
              <a:spcAft>
                <a:spcPts val="0"/>
              </a:spcAft>
              <a:buSzPts val="1440"/>
              <a:buNone/>
              <a:defRPr sz="1800"/>
            </a:lvl2pPr>
            <a:lvl3pPr indent="-228600" lvl="2" marL="1371600" algn="l">
              <a:lnSpc>
                <a:spcPct val="100000"/>
              </a:lnSpc>
              <a:spcBef>
                <a:spcPts val="600"/>
              </a:spcBef>
              <a:spcAft>
                <a:spcPts val="0"/>
              </a:spcAft>
              <a:buSzPts val="1280"/>
              <a:buNone/>
              <a:defRPr sz="1600"/>
            </a:lvl3pPr>
            <a:lvl4pPr indent="-228600" lvl="3" marL="1828800" algn="l">
              <a:lnSpc>
                <a:spcPct val="100000"/>
              </a:lnSpc>
              <a:spcBef>
                <a:spcPts val="600"/>
              </a:spcBef>
              <a:spcAft>
                <a:spcPts val="0"/>
              </a:spcAft>
              <a:buSzPts val="1260"/>
              <a:buNone/>
              <a:defRPr sz="1400"/>
            </a:lvl4pPr>
            <a:lvl5pPr indent="-228600" lvl="4" marL="2286000" algn="l">
              <a:lnSpc>
                <a:spcPct val="100000"/>
              </a:lnSpc>
              <a:spcBef>
                <a:spcPts val="600"/>
              </a:spcBef>
              <a:spcAft>
                <a:spcPts val="0"/>
              </a:spcAft>
              <a:buSzPts val="1260"/>
              <a:buNone/>
              <a:defRPr sz="1400"/>
            </a:lvl5pPr>
            <a:lvl6pPr indent="-228600" lvl="5" marL="2743200" algn="l">
              <a:lnSpc>
                <a:spcPct val="90000"/>
              </a:lnSpc>
              <a:spcBef>
                <a:spcPts val="980"/>
              </a:spcBef>
              <a:spcAft>
                <a:spcPts val="0"/>
              </a:spcAft>
              <a:buSzPts val="1260"/>
              <a:buFont typeface="Verdana"/>
              <a:buNone/>
              <a:defRPr sz="1400"/>
            </a:lvl6pPr>
            <a:lvl7pPr indent="-228600" lvl="6" marL="3200400" algn="l">
              <a:lnSpc>
                <a:spcPct val="90000"/>
              </a:lnSpc>
              <a:spcBef>
                <a:spcPts val="980"/>
              </a:spcBef>
              <a:spcAft>
                <a:spcPts val="0"/>
              </a:spcAft>
              <a:buSzPts val="1260"/>
              <a:buFont typeface="Verdana"/>
              <a:buNone/>
              <a:defRPr sz="1400"/>
            </a:lvl7pPr>
            <a:lvl8pPr indent="-228600" lvl="7" marL="3657600" algn="l">
              <a:lnSpc>
                <a:spcPct val="90000"/>
              </a:lnSpc>
              <a:spcBef>
                <a:spcPts val="980"/>
              </a:spcBef>
              <a:spcAft>
                <a:spcPts val="0"/>
              </a:spcAft>
              <a:buSzPts val="1260"/>
              <a:buFont typeface="Verdana"/>
              <a:buNone/>
              <a:defRPr sz="1400"/>
            </a:lvl8pPr>
            <a:lvl9pPr indent="-228600" lvl="8" marL="4114800" algn="l">
              <a:lnSpc>
                <a:spcPct val="90000"/>
              </a:lnSpc>
              <a:spcBef>
                <a:spcPts val="980"/>
              </a:spcBef>
              <a:spcAft>
                <a:spcPts val="0"/>
              </a:spcAft>
              <a:buSzPts val="1260"/>
              <a:buFont typeface="Verdana"/>
              <a:buNone/>
              <a:defRPr sz="14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5" name="Shape 115"/>
        <p:cNvGrpSpPr/>
        <p:nvPr/>
      </p:nvGrpSpPr>
      <p:grpSpPr>
        <a:xfrm>
          <a:off x="0" y="0"/>
          <a:ext cx="0" cy="0"/>
          <a:chOff x="0" y="0"/>
          <a:chExt cx="0" cy="0"/>
        </a:xfrm>
      </p:grpSpPr>
      <p:sp>
        <p:nvSpPr>
          <p:cNvPr id="116" name="Google Shape;116;p164"/>
          <p:cNvSpPr txBox="1"/>
          <p:nvPr>
            <p:ph type="title"/>
          </p:nvPr>
        </p:nvSpPr>
        <p:spPr>
          <a:xfrm>
            <a:off x="613834" y="-2"/>
            <a:ext cx="10365317" cy="740664"/>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17" name="Google Shape;117;p164"/>
          <p:cNvSpPr txBox="1"/>
          <p:nvPr>
            <p:ph idx="1" type="body"/>
          </p:nvPr>
        </p:nvSpPr>
        <p:spPr>
          <a:xfrm>
            <a:off x="611718" y="992188"/>
            <a:ext cx="5065183" cy="4386262"/>
          </a:xfrm>
          <a:prstGeom prst="rect">
            <a:avLst/>
          </a:prstGeom>
          <a:noFill/>
          <a:ln>
            <a:noFill/>
          </a:ln>
        </p:spPr>
        <p:txBody>
          <a:bodyPr anchorCtr="0" anchor="t" bIns="0" lIns="0" spcFirstLastPara="1" rIns="0" wrap="square" tIns="0">
            <a:noAutofit/>
          </a:bodyPr>
          <a:lstStyle>
            <a:lvl1pPr indent="-388620" lvl="0" marL="457200" algn="l">
              <a:lnSpc>
                <a:spcPct val="100000"/>
              </a:lnSpc>
              <a:spcBef>
                <a:spcPts val="600"/>
              </a:spcBef>
              <a:spcAft>
                <a:spcPts val="0"/>
              </a:spcAft>
              <a:buSzPts val="2520"/>
              <a:buChar char="•"/>
              <a:defRPr sz="2800"/>
            </a:lvl1pPr>
            <a:lvl2pPr indent="-350519" lvl="1" marL="914400" algn="l">
              <a:lnSpc>
                <a:spcPct val="100000"/>
              </a:lnSpc>
              <a:spcBef>
                <a:spcPts val="600"/>
              </a:spcBef>
              <a:spcAft>
                <a:spcPts val="0"/>
              </a:spcAft>
              <a:buSzPts val="1920"/>
              <a:buChar char="•"/>
              <a:defRPr sz="2400"/>
            </a:lvl2pPr>
            <a:lvl3pPr indent="-330200" lvl="2" marL="1371600" algn="l">
              <a:lnSpc>
                <a:spcPct val="100000"/>
              </a:lnSpc>
              <a:spcBef>
                <a:spcPts val="600"/>
              </a:spcBef>
              <a:spcAft>
                <a:spcPts val="0"/>
              </a:spcAft>
              <a:buSzPts val="1600"/>
              <a:buChar char="•"/>
              <a:defRPr sz="2000"/>
            </a:lvl3pPr>
            <a:lvl4pPr indent="-331469" lvl="3" marL="1828800" algn="l">
              <a:lnSpc>
                <a:spcPct val="100000"/>
              </a:lnSpc>
              <a:spcBef>
                <a:spcPts val="600"/>
              </a:spcBef>
              <a:spcAft>
                <a:spcPts val="0"/>
              </a:spcAft>
              <a:buSzPts val="1620"/>
              <a:buChar char="•"/>
              <a:defRPr sz="1800"/>
            </a:lvl4pPr>
            <a:lvl5pPr indent="-331470" lvl="4" marL="2286000" algn="l">
              <a:lnSpc>
                <a:spcPct val="100000"/>
              </a:lnSpc>
              <a:spcBef>
                <a:spcPts val="600"/>
              </a:spcBef>
              <a:spcAft>
                <a:spcPts val="0"/>
              </a:spcAft>
              <a:buSzPts val="1620"/>
              <a:buChar char="•"/>
              <a:defRPr sz="1800"/>
            </a:lvl5pPr>
            <a:lvl6pPr indent="-331470" lvl="5" marL="2743200" algn="l">
              <a:lnSpc>
                <a:spcPct val="90000"/>
              </a:lnSpc>
              <a:spcBef>
                <a:spcPts val="1260"/>
              </a:spcBef>
              <a:spcAft>
                <a:spcPts val="0"/>
              </a:spcAft>
              <a:buSzPts val="1620"/>
              <a:buFont typeface="Verdana"/>
              <a:buChar char="•"/>
              <a:defRPr sz="1800"/>
            </a:lvl6pPr>
            <a:lvl7pPr indent="-331470" lvl="6" marL="3200400" algn="l">
              <a:lnSpc>
                <a:spcPct val="90000"/>
              </a:lnSpc>
              <a:spcBef>
                <a:spcPts val="1260"/>
              </a:spcBef>
              <a:spcAft>
                <a:spcPts val="0"/>
              </a:spcAft>
              <a:buSzPts val="1620"/>
              <a:buFont typeface="Verdana"/>
              <a:buChar char="•"/>
              <a:defRPr sz="1800"/>
            </a:lvl7pPr>
            <a:lvl8pPr indent="-331470" lvl="7" marL="3657600" algn="l">
              <a:lnSpc>
                <a:spcPct val="90000"/>
              </a:lnSpc>
              <a:spcBef>
                <a:spcPts val="1260"/>
              </a:spcBef>
              <a:spcAft>
                <a:spcPts val="0"/>
              </a:spcAft>
              <a:buSzPts val="1620"/>
              <a:buFont typeface="Verdana"/>
              <a:buChar char="•"/>
              <a:defRPr sz="1800"/>
            </a:lvl8pPr>
            <a:lvl9pPr indent="-331470" lvl="8" marL="4114800" algn="l">
              <a:lnSpc>
                <a:spcPct val="90000"/>
              </a:lnSpc>
              <a:spcBef>
                <a:spcPts val="1260"/>
              </a:spcBef>
              <a:spcAft>
                <a:spcPts val="0"/>
              </a:spcAft>
              <a:buSzPts val="1620"/>
              <a:buFont typeface="Verdana"/>
              <a:buChar char="•"/>
              <a:defRPr sz="1800"/>
            </a:lvl9pPr>
          </a:lstStyle>
          <a:p/>
        </p:txBody>
      </p:sp>
      <p:sp>
        <p:nvSpPr>
          <p:cNvPr id="118" name="Google Shape;118;p164"/>
          <p:cNvSpPr txBox="1"/>
          <p:nvPr>
            <p:ph idx="2" type="body"/>
          </p:nvPr>
        </p:nvSpPr>
        <p:spPr>
          <a:xfrm>
            <a:off x="5880101" y="992188"/>
            <a:ext cx="5067300" cy="4386262"/>
          </a:xfrm>
          <a:prstGeom prst="rect">
            <a:avLst/>
          </a:prstGeom>
          <a:noFill/>
          <a:ln>
            <a:noFill/>
          </a:ln>
        </p:spPr>
        <p:txBody>
          <a:bodyPr anchorCtr="0" anchor="t" bIns="0" lIns="0" spcFirstLastPara="1" rIns="0" wrap="square" tIns="0">
            <a:noAutofit/>
          </a:bodyPr>
          <a:lstStyle>
            <a:lvl1pPr indent="-388620" lvl="0" marL="457200" algn="l">
              <a:lnSpc>
                <a:spcPct val="100000"/>
              </a:lnSpc>
              <a:spcBef>
                <a:spcPts val="600"/>
              </a:spcBef>
              <a:spcAft>
                <a:spcPts val="0"/>
              </a:spcAft>
              <a:buSzPts val="2520"/>
              <a:buChar char="•"/>
              <a:defRPr sz="2800"/>
            </a:lvl1pPr>
            <a:lvl2pPr indent="-350519" lvl="1" marL="914400" algn="l">
              <a:lnSpc>
                <a:spcPct val="100000"/>
              </a:lnSpc>
              <a:spcBef>
                <a:spcPts val="600"/>
              </a:spcBef>
              <a:spcAft>
                <a:spcPts val="0"/>
              </a:spcAft>
              <a:buSzPts val="1920"/>
              <a:buChar char="•"/>
              <a:defRPr sz="2400"/>
            </a:lvl2pPr>
            <a:lvl3pPr indent="-330200" lvl="2" marL="1371600" algn="l">
              <a:lnSpc>
                <a:spcPct val="100000"/>
              </a:lnSpc>
              <a:spcBef>
                <a:spcPts val="600"/>
              </a:spcBef>
              <a:spcAft>
                <a:spcPts val="0"/>
              </a:spcAft>
              <a:buSzPts val="1600"/>
              <a:buChar char="•"/>
              <a:defRPr sz="2000"/>
            </a:lvl3pPr>
            <a:lvl4pPr indent="-331469" lvl="3" marL="1828800" algn="l">
              <a:lnSpc>
                <a:spcPct val="100000"/>
              </a:lnSpc>
              <a:spcBef>
                <a:spcPts val="600"/>
              </a:spcBef>
              <a:spcAft>
                <a:spcPts val="0"/>
              </a:spcAft>
              <a:buSzPts val="1620"/>
              <a:buChar char="•"/>
              <a:defRPr sz="1800"/>
            </a:lvl4pPr>
            <a:lvl5pPr indent="-331470" lvl="4" marL="2286000" algn="l">
              <a:lnSpc>
                <a:spcPct val="100000"/>
              </a:lnSpc>
              <a:spcBef>
                <a:spcPts val="600"/>
              </a:spcBef>
              <a:spcAft>
                <a:spcPts val="0"/>
              </a:spcAft>
              <a:buSzPts val="1620"/>
              <a:buChar char="•"/>
              <a:defRPr sz="1800"/>
            </a:lvl5pPr>
            <a:lvl6pPr indent="-331470" lvl="5" marL="2743200" algn="l">
              <a:lnSpc>
                <a:spcPct val="90000"/>
              </a:lnSpc>
              <a:spcBef>
                <a:spcPts val="1260"/>
              </a:spcBef>
              <a:spcAft>
                <a:spcPts val="0"/>
              </a:spcAft>
              <a:buSzPts val="1620"/>
              <a:buFont typeface="Verdana"/>
              <a:buChar char="•"/>
              <a:defRPr sz="1800"/>
            </a:lvl6pPr>
            <a:lvl7pPr indent="-331470" lvl="6" marL="3200400" algn="l">
              <a:lnSpc>
                <a:spcPct val="90000"/>
              </a:lnSpc>
              <a:spcBef>
                <a:spcPts val="1260"/>
              </a:spcBef>
              <a:spcAft>
                <a:spcPts val="0"/>
              </a:spcAft>
              <a:buSzPts val="1620"/>
              <a:buFont typeface="Verdana"/>
              <a:buChar char="•"/>
              <a:defRPr sz="1800"/>
            </a:lvl7pPr>
            <a:lvl8pPr indent="-331470" lvl="7" marL="3657600" algn="l">
              <a:lnSpc>
                <a:spcPct val="90000"/>
              </a:lnSpc>
              <a:spcBef>
                <a:spcPts val="1260"/>
              </a:spcBef>
              <a:spcAft>
                <a:spcPts val="0"/>
              </a:spcAft>
              <a:buSzPts val="1620"/>
              <a:buFont typeface="Verdana"/>
              <a:buChar char="•"/>
              <a:defRPr sz="1800"/>
            </a:lvl8pPr>
            <a:lvl9pPr indent="-331470" lvl="8" marL="4114800" algn="l">
              <a:lnSpc>
                <a:spcPct val="90000"/>
              </a:lnSpc>
              <a:spcBef>
                <a:spcPts val="1260"/>
              </a:spcBef>
              <a:spcAft>
                <a:spcPts val="0"/>
              </a:spcAft>
              <a:buSzPts val="1620"/>
              <a:buFont typeface="Verdana"/>
              <a:buChar char="•"/>
              <a:defRPr sz="1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9" name="Shape 119"/>
        <p:cNvGrpSpPr/>
        <p:nvPr/>
      </p:nvGrpSpPr>
      <p:grpSpPr>
        <a:xfrm>
          <a:off x="0" y="0"/>
          <a:ext cx="0" cy="0"/>
          <a:chOff x="0" y="0"/>
          <a:chExt cx="0" cy="0"/>
        </a:xfrm>
      </p:grpSpPr>
      <p:sp>
        <p:nvSpPr>
          <p:cNvPr id="120" name="Google Shape;120;p165"/>
          <p:cNvSpPr txBox="1"/>
          <p:nvPr>
            <p:ph type="title"/>
          </p:nvPr>
        </p:nvSpPr>
        <p:spPr>
          <a:xfrm>
            <a:off x="609600" y="0"/>
            <a:ext cx="10972800" cy="807720"/>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21" name="Google Shape;121;p165"/>
          <p:cNvSpPr txBox="1"/>
          <p:nvPr>
            <p:ph idx="1" type="body"/>
          </p:nvPr>
        </p:nvSpPr>
        <p:spPr>
          <a:xfrm>
            <a:off x="609600" y="1535113"/>
            <a:ext cx="5386917" cy="63976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SzPts val="2160"/>
              <a:buNone/>
              <a:defRPr b="0" sz="2400">
                <a:solidFill>
                  <a:srgbClr val="0070C0"/>
                </a:solidFill>
              </a:defRPr>
            </a:lvl1pPr>
            <a:lvl2pPr indent="-228600" lvl="1" marL="914400" algn="l">
              <a:lnSpc>
                <a:spcPct val="100000"/>
              </a:lnSpc>
              <a:spcBef>
                <a:spcPts val="600"/>
              </a:spcBef>
              <a:spcAft>
                <a:spcPts val="0"/>
              </a:spcAft>
              <a:buSzPts val="1600"/>
              <a:buNone/>
              <a:defRPr b="1" sz="2000"/>
            </a:lvl2pPr>
            <a:lvl3pPr indent="-228600" lvl="2" marL="1371600" algn="l">
              <a:lnSpc>
                <a:spcPct val="100000"/>
              </a:lnSpc>
              <a:spcBef>
                <a:spcPts val="600"/>
              </a:spcBef>
              <a:spcAft>
                <a:spcPts val="0"/>
              </a:spcAft>
              <a:buSzPts val="1440"/>
              <a:buNone/>
              <a:defRPr b="1" sz="1800"/>
            </a:lvl3pPr>
            <a:lvl4pPr indent="-228600" lvl="3" marL="1828800" algn="l">
              <a:lnSpc>
                <a:spcPct val="100000"/>
              </a:lnSpc>
              <a:spcBef>
                <a:spcPts val="600"/>
              </a:spcBef>
              <a:spcAft>
                <a:spcPts val="0"/>
              </a:spcAft>
              <a:buSzPts val="1440"/>
              <a:buNone/>
              <a:defRPr b="1" sz="1600"/>
            </a:lvl4pPr>
            <a:lvl5pPr indent="-228600" lvl="4" marL="2286000" algn="l">
              <a:lnSpc>
                <a:spcPct val="100000"/>
              </a:lnSpc>
              <a:spcBef>
                <a:spcPts val="600"/>
              </a:spcBef>
              <a:spcAft>
                <a:spcPts val="0"/>
              </a:spcAft>
              <a:buSzPts val="1440"/>
              <a:buNone/>
              <a:defRPr b="1" sz="1600"/>
            </a:lvl5pPr>
            <a:lvl6pPr indent="-228600" lvl="5" marL="2743200" algn="l">
              <a:lnSpc>
                <a:spcPct val="90000"/>
              </a:lnSpc>
              <a:spcBef>
                <a:spcPts val="1120"/>
              </a:spcBef>
              <a:spcAft>
                <a:spcPts val="0"/>
              </a:spcAft>
              <a:buSzPts val="1440"/>
              <a:buFont typeface="Verdana"/>
              <a:buNone/>
              <a:defRPr b="1" sz="1600"/>
            </a:lvl6pPr>
            <a:lvl7pPr indent="-228600" lvl="6" marL="3200400" algn="l">
              <a:lnSpc>
                <a:spcPct val="90000"/>
              </a:lnSpc>
              <a:spcBef>
                <a:spcPts val="1120"/>
              </a:spcBef>
              <a:spcAft>
                <a:spcPts val="0"/>
              </a:spcAft>
              <a:buSzPts val="1440"/>
              <a:buFont typeface="Verdana"/>
              <a:buNone/>
              <a:defRPr b="1" sz="1600"/>
            </a:lvl7pPr>
            <a:lvl8pPr indent="-228600" lvl="7" marL="3657600" algn="l">
              <a:lnSpc>
                <a:spcPct val="90000"/>
              </a:lnSpc>
              <a:spcBef>
                <a:spcPts val="1120"/>
              </a:spcBef>
              <a:spcAft>
                <a:spcPts val="0"/>
              </a:spcAft>
              <a:buSzPts val="1440"/>
              <a:buFont typeface="Verdana"/>
              <a:buNone/>
              <a:defRPr b="1" sz="1600"/>
            </a:lvl8pPr>
            <a:lvl9pPr indent="-228600" lvl="8" marL="4114800" algn="l">
              <a:lnSpc>
                <a:spcPct val="90000"/>
              </a:lnSpc>
              <a:spcBef>
                <a:spcPts val="1120"/>
              </a:spcBef>
              <a:spcAft>
                <a:spcPts val="0"/>
              </a:spcAft>
              <a:buSzPts val="1440"/>
              <a:buFont typeface="Verdana"/>
              <a:buNone/>
              <a:defRPr b="1" sz="1600"/>
            </a:lvl9pPr>
          </a:lstStyle>
          <a:p/>
        </p:txBody>
      </p:sp>
      <p:sp>
        <p:nvSpPr>
          <p:cNvPr id="122" name="Google Shape;122;p165"/>
          <p:cNvSpPr txBox="1"/>
          <p:nvPr>
            <p:ph idx="2" type="body"/>
          </p:nvPr>
        </p:nvSpPr>
        <p:spPr>
          <a:xfrm>
            <a:off x="609600" y="2174875"/>
            <a:ext cx="5386917" cy="3951288"/>
          </a:xfrm>
          <a:prstGeom prst="rect">
            <a:avLst/>
          </a:prstGeom>
          <a:noFill/>
          <a:ln>
            <a:noFill/>
          </a:ln>
        </p:spPr>
        <p:txBody>
          <a:bodyPr anchorCtr="0" anchor="t" bIns="0" lIns="0" spcFirstLastPara="1" rIns="0" wrap="square" tIns="0">
            <a:noAutofit/>
          </a:bodyPr>
          <a:lstStyle>
            <a:lvl1pPr indent="-365760" lvl="0" marL="457200" algn="l">
              <a:lnSpc>
                <a:spcPct val="100000"/>
              </a:lnSpc>
              <a:spcBef>
                <a:spcPts val="600"/>
              </a:spcBef>
              <a:spcAft>
                <a:spcPts val="0"/>
              </a:spcAft>
              <a:buSzPts val="2160"/>
              <a:buChar char="•"/>
              <a:defRPr sz="2400"/>
            </a:lvl1pPr>
            <a:lvl2pPr indent="-330200" lvl="1" marL="914400" algn="l">
              <a:lnSpc>
                <a:spcPct val="100000"/>
              </a:lnSpc>
              <a:spcBef>
                <a:spcPts val="600"/>
              </a:spcBef>
              <a:spcAft>
                <a:spcPts val="0"/>
              </a:spcAft>
              <a:buSzPts val="1600"/>
              <a:buChar char="•"/>
              <a:defRPr sz="2000"/>
            </a:lvl2pPr>
            <a:lvl3pPr indent="-320039" lvl="2" marL="1371600" algn="l">
              <a:lnSpc>
                <a:spcPct val="100000"/>
              </a:lnSpc>
              <a:spcBef>
                <a:spcPts val="600"/>
              </a:spcBef>
              <a:spcAft>
                <a:spcPts val="0"/>
              </a:spcAft>
              <a:buSzPts val="1440"/>
              <a:buChar char="•"/>
              <a:defRPr sz="1800"/>
            </a:lvl3pPr>
            <a:lvl4pPr indent="-320039" lvl="3" marL="1828800" algn="l">
              <a:lnSpc>
                <a:spcPct val="100000"/>
              </a:lnSpc>
              <a:spcBef>
                <a:spcPts val="600"/>
              </a:spcBef>
              <a:spcAft>
                <a:spcPts val="0"/>
              </a:spcAft>
              <a:buSzPts val="1440"/>
              <a:buChar char="•"/>
              <a:defRPr sz="1600"/>
            </a:lvl4pPr>
            <a:lvl5pPr indent="-320039" lvl="4" marL="2286000" algn="l">
              <a:lnSpc>
                <a:spcPct val="100000"/>
              </a:lnSpc>
              <a:spcBef>
                <a:spcPts val="600"/>
              </a:spcBef>
              <a:spcAft>
                <a:spcPts val="0"/>
              </a:spcAft>
              <a:buSzPts val="1440"/>
              <a:buChar char="•"/>
              <a:defRPr sz="1600"/>
            </a:lvl5pPr>
            <a:lvl6pPr indent="-320039" lvl="5" marL="2743200" algn="l">
              <a:lnSpc>
                <a:spcPct val="90000"/>
              </a:lnSpc>
              <a:spcBef>
                <a:spcPts val="1120"/>
              </a:spcBef>
              <a:spcAft>
                <a:spcPts val="0"/>
              </a:spcAft>
              <a:buSzPts val="1440"/>
              <a:buFont typeface="Verdana"/>
              <a:buChar char="•"/>
              <a:defRPr sz="1600"/>
            </a:lvl6pPr>
            <a:lvl7pPr indent="-320039" lvl="6" marL="3200400" algn="l">
              <a:lnSpc>
                <a:spcPct val="90000"/>
              </a:lnSpc>
              <a:spcBef>
                <a:spcPts val="1120"/>
              </a:spcBef>
              <a:spcAft>
                <a:spcPts val="0"/>
              </a:spcAft>
              <a:buSzPts val="1440"/>
              <a:buFont typeface="Verdana"/>
              <a:buChar char="•"/>
              <a:defRPr sz="1600"/>
            </a:lvl7pPr>
            <a:lvl8pPr indent="-320040" lvl="7" marL="3657600" algn="l">
              <a:lnSpc>
                <a:spcPct val="90000"/>
              </a:lnSpc>
              <a:spcBef>
                <a:spcPts val="1120"/>
              </a:spcBef>
              <a:spcAft>
                <a:spcPts val="0"/>
              </a:spcAft>
              <a:buSzPts val="1440"/>
              <a:buFont typeface="Verdana"/>
              <a:buChar char="•"/>
              <a:defRPr sz="1600"/>
            </a:lvl8pPr>
            <a:lvl9pPr indent="-320040" lvl="8" marL="4114800" algn="l">
              <a:lnSpc>
                <a:spcPct val="90000"/>
              </a:lnSpc>
              <a:spcBef>
                <a:spcPts val="1120"/>
              </a:spcBef>
              <a:spcAft>
                <a:spcPts val="0"/>
              </a:spcAft>
              <a:buSzPts val="1440"/>
              <a:buFont typeface="Verdana"/>
              <a:buChar char="•"/>
              <a:defRPr sz="1600"/>
            </a:lvl9pPr>
          </a:lstStyle>
          <a:p/>
        </p:txBody>
      </p:sp>
      <p:sp>
        <p:nvSpPr>
          <p:cNvPr id="123" name="Google Shape;123;p165"/>
          <p:cNvSpPr txBox="1"/>
          <p:nvPr>
            <p:ph idx="3" type="body"/>
          </p:nvPr>
        </p:nvSpPr>
        <p:spPr>
          <a:xfrm>
            <a:off x="6193368" y="1535113"/>
            <a:ext cx="5389033" cy="63976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SzPts val="2160"/>
              <a:buNone/>
              <a:defRPr b="0" sz="2400">
                <a:solidFill>
                  <a:srgbClr val="0070C0"/>
                </a:solidFill>
              </a:defRPr>
            </a:lvl1pPr>
            <a:lvl2pPr indent="-228600" lvl="1" marL="914400" algn="l">
              <a:lnSpc>
                <a:spcPct val="100000"/>
              </a:lnSpc>
              <a:spcBef>
                <a:spcPts val="600"/>
              </a:spcBef>
              <a:spcAft>
                <a:spcPts val="0"/>
              </a:spcAft>
              <a:buSzPts val="1600"/>
              <a:buNone/>
              <a:defRPr b="1" sz="2000"/>
            </a:lvl2pPr>
            <a:lvl3pPr indent="-228600" lvl="2" marL="1371600" algn="l">
              <a:lnSpc>
                <a:spcPct val="100000"/>
              </a:lnSpc>
              <a:spcBef>
                <a:spcPts val="600"/>
              </a:spcBef>
              <a:spcAft>
                <a:spcPts val="0"/>
              </a:spcAft>
              <a:buSzPts val="1440"/>
              <a:buNone/>
              <a:defRPr b="1" sz="1800"/>
            </a:lvl3pPr>
            <a:lvl4pPr indent="-228600" lvl="3" marL="1828800" algn="l">
              <a:lnSpc>
                <a:spcPct val="100000"/>
              </a:lnSpc>
              <a:spcBef>
                <a:spcPts val="600"/>
              </a:spcBef>
              <a:spcAft>
                <a:spcPts val="0"/>
              </a:spcAft>
              <a:buSzPts val="1440"/>
              <a:buNone/>
              <a:defRPr b="1" sz="1600"/>
            </a:lvl4pPr>
            <a:lvl5pPr indent="-228600" lvl="4" marL="2286000" algn="l">
              <a:lnSpc>
                <a:spcPct val="100000"/>
              </a:lnSpc>
              <a:spcBef>
                <a:spcPts val="600"/>
              </a:spcBef>
              <a:spcAft>
                <a:spcPts val="0"/>
              </a:spcAft>
              <a:buSzPts val="1440"/>
              <a:buNone/>
              <a:defRPr b="1" sz="1600"/>
            </a:lvl5pPr>
            <a:lvl6pPr indent="-228600" lvl="5" marL="2743200" algn="l">
              <a:lnSpc>
                <a:spcPct val="90000"/>
              </a:lnSpc>
              <a:spcBef>
                <a:spcPts val="1120"/>
              </a:spcBef>
              <a:spcAft>
                <a:spcPts val="0"/>
              </a:spcAft>
              <a:buSzPts val="1440"/>
              <a:buFont typeface="Verdana"/>
              <a:buNone/>
              <a:defRPr b="1" sz="1600"/>
            </a:lvl6pPr>
            <a:lvl7pPr indent="-228600" lvl="6" marL="3200400" algn="l">
              <a:lnSpc>
                <a:spcPct val="90000"/>
              </a:lnSpc>
              <a:spcBef>
                <a:spcPts val="1120"/>
              </a:spcBef>
              <a:spcAft>
                <a:spcPts val="0"/>
              </a:spcAft>
              <a:buSzPts val="1440"/>
              <a:buFont typeface="Verdana"/>
              <a:buNone/>
              <a:defRPr b="1" sz="1600"/>
            </a:lvl7pPr>
            <a:lvl8pPr indent="-228600" lvl="7" marL="3657600" algn="l">
              <a:lnSpc>
                <a:spcPct val="90000"/>
              </a:lnSpc>
              <a:spcBef>
                <a:spcPts val="1120"/>
              </a:spcBef>
              <a:spcAft>
                <a:spcPts val="0"/>
              </a:spcAft>
              <a:buSzPts val="1440"/>
              <a:buFont typeface="Verdana"/>
              <a:buNone/>
              <a:defRPr b="1" sz="1600"/>
            </a:lvl8pPr>
            <a:lvl9pPr indent="-228600" lvl="8" marL="4114800" algn="l">
              <a:lnSpc>
                <a:spcPct val="90000"/>
              </a:lnSpc>
              <a:spcBef>
                <a:spcPts val="1120"/>
              </a:spcBef>
              <a:spcAft>
                <a:spcPts val="0"/>
              </a:spcAft>
              <a:buSzPts val="1440"/>
              <a:buFont typeface="Verdana"/>
              <a:buNone/>
              <a:defRPr b="1" sz="1600"/>
            </a:lvl9pPr>
          </a:lstStyle>
          <a:p/>
        </p:txBody>
      </p:sp>
      <p:sp>
        <p:nvSpPr>
          <p:cNvPr id="124" name="Google Shape;124;p165"/>
          <p:cNvSpPr txBox="1"/>
          <p:nvPr>
            <p:ph idx="4" type="body"/>
          </p:nvPr>
        </p:nvSpPr>
        <p:spPr>
          <a:xfrm>
            <a:off x="6193368" y="2174875"/>
            <a:ext cx="5389033" cy="3951288"/>
          </a:xfrm>
          <a:prstGeom prst="rect">
            <a:avLst/>
          </a:prstGeom>
          <a:noFill/>
          <a:ln>
            <a:noFill/>
          </a:ln>
        </p:spPr>
        <p:txBody>
          <a:bodyPr anchorCtr="0" anchor="t" bIns="0" lIns="0" spcFirstLastPara="1" rIns="0" wrap="square" tIns="0">
            <a:noAutofit/>
          </a:bodyPr>
          <a:lstStyle>
            <a:lvl1pPr indent="-365760" lvl="0" marL="457200" algn="l">
              <a:lnSpc>
                <a:spcPct val="100000"/>
              </a:lnSpc>
              <a:spcBef>
                <a:spcPts val="600"/>
              </a:spcBef>
              <a:spcAft>
                <a:spcPts val="0"/>
              </a:spcAft>
              <a:buSzPts val="2160"/>
              <a:buChar char="•"/>
              <a:defRPr sz="2400"/>
            </a:lvl1pPr>
            <a:lvl2pPr indent="-330200" lvl="1" marL="914400" algn="l">
              <a:lnSpc>
                <a:spcPct val="100000"/>
              </a:lnSpc>
              <a:spcBef>
                <a:spcPts val="600"/>
              </a:spcBef>
              <a:spcAft>
                <a:spcPts val="0"/>
              </a:spcAft>
              <a:buSzPts val="1600"/>
              <a:buChar char="•"/>
              <a:defRPr sz="2000"/>
            </a:lvl2pPr>
            <a:lvl3pPr indent="-320039" lvl="2" marL="1371600" algn="l">
              <a:lnSpc>
                <a:spcPct val="100000"/>
              </a:lnSpc>
              <a:spcBef>
                <a:spcPts val="600"/>
              </a:spcBef>
              <a:spcAft>
                <a:spcPts val="0"/>
              </a:spcAft>
              <a:buSzPts val="1440"/>
              <a:buChar char="•"/>
              <a:defRPr sz="1800"/>
            </a:lvl3pPr>
            <a:lvl4pPr indent="-320039" lvl="3" marL="1828800" algn="l">
              <a:lnSpc>
                <a:spcPct val="100000"/>
              </a:lnSpc>
              <a:spcBef>
                <a:spcPts val="600"/>
              </a:spcBef>
              <a:spcAft>
                <a:spcPts val="0"/>
              </a:spcAft>
              <a:buSzPts val="1440"/>
              <a:buChar char="•"/>
              <a:defRPr sz="1600"/>
            </a:lvl4pPr>
            <a:lvl5pPr indent="-320039" lvl="4" marL="2286000" algn="l">
              <a:lnSpc>
                <a:spcPct val="100000"/>
              </a:lnSpc>
              <a:spcBef>
                <a:spcPts val="600"/>
              </a:spcBef>
              <a:spcAft>
                <a:spcPts val="0"/>
              </a:spcAft>
              <a:buSzPts val="1440"/>
              <a:buChar char="•"/>
              <a:defRPr sz="1600"/>
            </a:lvl5pPr>
            <a:lvl6pPr indent="-320039" lvl="5" marL="2743200" algn="l">
              <a:lnSpc>
                <a:spcPct val="90000"/>
              </a:lnSpc>
              <a:spcBef>
                <a:spcPts val="1120"/>
              </a:spcBef>
              <a:spcAft>
                <a:spcPts val="0"/>
              </a:spcAft>
              <a:buSzPts val="1440"/>
              <a:buFont typeface="Verdana"/>
              <a:buChar char="•"/>
              <a:defRPr sz="1600"/>
            </a:lvl6pPr>
            <a:lvl7pPr indent="-320039" lvl="6" marL="3200400" algn="l">
              <a:lnSpc>
                <a:spcPct val="90000"/>
              </a:lnSpc>
              <a:spcBef>
                <a:spcPts val="1120"/>
              </a:spcBef>
              <a:spcAft>
                <a:spcPts val="0"/>
              </a:spcAft>
              <a:buSzPts val="1440"/>
              <a:buFont typeface="Verdana"/>
              <a:buChar char="•"/>
              <a:defRPr sz="1600"/>
            </a:lvl7pPr>
            <a:lvl8pPr indent="-320040" lvl="7" marL="3657600" algn="l">
              <a:lnSpc>
                <a:spcPct val="90000"/>
              </a:lnSpc>
              <a:spcBef>
                <a:spcPts val="1120"/>
              </a:spcBef>
              <a:spcAft>
                <a:spcPts val="0"/>
              </a:spcAft>
              <a:buSzPts val="1440"/>
              <a:buFont typeface="Verdana"/>
              <a:buChar char="•"/>
              <a:defRPr sz="1600"/>
            </a:lvl8pPr>
            <a:lvl9pPr indent="-320040" lvl="8" marL="4114800" algn="l">
              <a:lnSpc>
                <a:spcPct val="90000"/>
              </a:lnSpc>
              <a:spcBef>
                <a:spcPts val="1120"/>
              </a:spcBef>
              <a:spcAft>
                <a:spcPts val="0"/>
              </a:spcAft>
              <a:buSzPts val="1440"/>
              <a:buFont typeface="Verdana"/>
              <a:buChar char="•"/>
              <a:defRPr sz="1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5" name="Shape 125"/>
        <p:cNvGrpSpPr/>
        <p:nvPr/>
      </p:nvGrpSpPr>
      <p:grpSpPr>
        <a:xfrm>
          <a:off x="0" y="0"/>
          <a:ext cx="0" cy="0"/>
          <a:chOff x="0" y="0"/>
          <a:chExt cx="0" cy="0"/>
        </a:xfrm>
      </p:grpSpPr>
      <p:sp>
        <p:nvSpPr>
          <p:cNvPr id="126" name="Google Shape;126;p166"/>
          <p:cNvSpPr txBox="1"/>
          <p:nvPr>
            <p:ph type="title"/>
          </p:nvPr>
        </p:nvSpPr>
        <p:spPr>
          <a:xfrm>
            <a:off x="613834" y="-2"/>
            <a:ext cx="10365317" cy="740664"/>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7" name="Shape 127"/>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8" name="Shape 128"/>
        <p:cNvGrpSpPr/>
        <p:nvPr/>
      </p:nvGrpSpPr>
      <p:grpSpPr>
        <a:xfrm>
          <a:off x="0" y="0"/>
          <a:ext cx="0" cy="0"/>
          <a:chOff x="0" y="0"/>
          <a:chExt cx="0" cy="0"/>
        </a:xfrm>
      </p:grpSpPr>
      <p:sp>
        <p:nvSpPr>
          <p:cNvPr id="129" name="Google Shape;129;p168"/>
          <p:cNvSpPr txBox="1"/>
          <p:nvPr>
            <p:ph type="title"/>
          </p:nvPr>
        </p:nvSpPr>
        <p:spPr>
          <a:xfrm>
            <a:off x="609601" y="273050"/>
            <a:ext cx="4011084" cy="1162050"/>
          </a:xfrm>
          <a:prstGeom prst="rect">
            <a:avLst/>
          </a:prstGeom>
          <a:noFill/>
          <a:ln>
            <a:noFill/>
          </a:ln>
        </p:spPr>
        <p:txBody>
          <a:bodyPr anchorCtr="0" anchor="t" bIns="45700" lIns="0" spcFirstLastPara="1" rIns="91425" wrap="square" tIns="45700">
            <a:noAutofit/>
          </a:bodyPr>
          <a:lstStyle>
            <a:lvl1pPr lvl="0" algn="l">
              <a:lnSpc>
                <a:spcPct val="85000"/>
              </a:lnSpc>
              <a:spcBef>
                <a:spcPts val="0"/>
              </a:spcBef>
              <a:spcAft>
                <a:spcPts val="0"/>
              </a:spcAft>
              <a:buSzPts val="1400"/>
              <a:buNone/>
              <a:defRPr b="0" sz="2000"/>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30" name="Google Shape;130;p168"/>
          <p:cNvSpPr txBox="1"/>
          <p:nvPr>
            <p:ph idx="1" type="body"/>
          </p:nvPr>
        </p:nvSpPr>
        <p:spPr>
          <a:xfrm>
            <a:off x="4766733" y="273051"/>
            <a:ext cx="6815667" cy="5853113"/>
          </a:xfrm>
          <a:prstGeom prst="rect">
            <a:avLst/>
          </a:prstGeom>
          <a:noFill/>
          <a:ln>
            <a:noFill/>
          </a:ln>
        </p:spPr>
        <p:txBody>
          <a:bodyPr anchorCtr="0" anchor="t" bIns="0" lIns="0" spcFirstLastPara="1" rIns="0" wrap="square" tIns="0">
            <a:noAutofit/>
          </a:bodyPr>
          <a:lstStyle>
            <a:lvl1pPr indent="-411480" lvl="0" marL="457200" algn="l">
              <a:lnSpc>
                <a:spcPct val="100000"/>
              </a:lnSpc>
              <a:spcBef>
                <a:spcPts val="600"/>
              </a:spcBef>
              <a:spcAft>
                <a:spcPts val="0"/>
              </a:spcAft>
              <a:buSzPts val="2880"/>
              <a:buChar char="•"/>
              <a:defRPr sz="3200">
                <a:solidFill>
                  <a:schemeClr val="lt1"/>
                </a:solidFill>
              </a:defRPr>
            </a:lvl1pPr>
            <a:lvl2pPr indent="-370840" lvl="1" marL="914400" algn="l">
              <a:lnSpc>
                <a:spcPct val="100000"/>
              </a:lnSpc>
              <a:spcBef>
                <a:spcPts val="600"/>
              </a:spcBef>
              <a:spcAft>
                <a:spcPts val="0"/>
              </a:spcAft>
              <a:buSzPts val="2240"/>
              <a:buChar char="•"/>
              <a:defRPr sz="2800"/>
            </a:lvl2pPr>
            <a:lvl3pPr indent="-350519" lvl="2" marL="1371600" algn="l">
              <a:lnSpc>
                <a:spcPct val="100000"/>
              </a:lnSpc>
              <a:spcBef>
                <a:spcPts val="600"/>
              </a:spcBef>
              <a:spcAft>
                <a:spcPts val="0"/>
              </a:spcAft>
              <a:buSzPts val="1920"/>
              <a:buChar char="•"/>
              <a:defRPr sz="2400"/>
            </a:lvl3pPr>
            <a:lvl4pPr indent="-342900" lvl="3" marL="1828800" algn="l">
              <a:lnSpc>
                <a:spcPct val="100000"/>
              </a:lnSpc>
              <a:spcBef>
                <a:spcPts val="600"/>
              </a:spcBef>
              <a:spcAft>
                <a:spcPts val="0"/>
              </a:spcAft>
              <a:buSzPts val="1800"/>
              <a:buChar char="•"/>
              <a:defRPr sz="2000"/>
            </a:lvl4pPr>
            <a:lvl5pPr indent="-342900" lvl="4" marL="2286000" algn="l">
              <a:lnSpc>
                <a:spcPct val="100000"/>
              </a:lnSpc>
              <a:spcBef>
                <a:spcPts val="600"/>
              </a:spcBef>
              <a:spcAft>
                <a:spcPts val="0"/>
              </a:spcAft>
              <a:buSzPts val="1800"/>
              <a:buChar char="•"/>
              <a:defRPr sz="2000"/>
            </a:lvl5pPr>
            <a:lvl6pPr indent="-342900" lvl="5" marL="2743200" algn="l">
              <a:lnSpc>
                <a:spcPct val="90000"/>
              </a:lnSpc>
              <a:spcBef>
                <a:spcPts val="1400"/>
              </a:spcBef>
              <a:spcAft>
                <a:spcPts val="0"/>
              </a:spcAft>
              <a:buSzPts val="1800"/>
              <a:buFont typeface="Verdana"/>
              <a:buChar char="•"/>
              <a:defRPr sz="2000"/>
            </a:lvl6pPr>
            <a:lvl7pPr indent="-342900" lvl="6" marL="3200400" algn="l">
              <a:lnSpc>
                <a:spcPct val="90000"/>
              </a:lnSpc>
              <a:spcBef>
                <a:spcPts val="1400"/>
              </a:spcBef>
              <a:spcAft>
                <a:spcPts val="0"/>
              </a:spcAft>
              <a:buSzPts val="1800"/>
              <a:buFont typeface="Verdana"/>
              <a:buChar char="•"/>
              <a:defRPr sz="2000"/>
            </a:lvl7pPr>
            <a:lvl8pPr indent="-342900" lvl="7" marL="3657600" algn="l">
              <a:lnSpc>
                <a:spcPct val="90000"/>
              </a:lnSpc>
              <a:spcBef>
                <a:spcPts val="1400"/>
              </a:spcBef>
              <a:spcAft>
                <a:spcPts val="0"/>
              </a:spcAft>
              <a:buSzPts val="1800"/>
              <a:buFont typeface="Verdana"/>
              <a:buChar char="•"/>
              <a:defRPr sz="2000"/>
            </a:lvl8pPr>
            <a:lvl9pPr indent="-342900" lvl="8" marL="4114800" algn="l">
              <a:lnSpc>
                <a:spcPct val="90000"/>
              </a:lnSpc>
              <a:spcBef>
                <a:spcPts val="1400"/>
              </a:spcBef>
              <a:spcAft>
                <a:spcPts val="0"/>
              </a:spcAft>
              <a:buSzPts val="1800"/>
              <a:buFont typeface="Verdana"/>
              <a:buChar char="•"/>
              <a:defRPr sz="2000"/>
            </a:lvl9pPr>
          </a:lstStyle>
          <a:p/>
        </p:txBody>
      </p:sp>
      <p:sp>
        <p:nvSpPr>
          <p:cNvPr id="131" name="Google Shape;131;p168"/>
          <p:cNvSpPr txBox="1"/>
          <p:nvPr>
            <p:ph idx="2" type="body"/>
          </p:nvPr>
        </p:nvSpPr>
        <p:spPr>
          <a:xfrm>
            <a:off x="609601" y="1435101"/>
            <a:ext cx="4011084" cy="469106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SzPts val="1260"/>
              <a:buNone/>
              <a:defRPr sz="1400"/>
            </a:lvl1pPr>
            <a:lvl2pPr indent="-228600" lvl="1" marL="914400" algn="l">
              <a:lnSpc>
                <a:spcPct val="100000"/>
              </a:lnSpc>
              <a:spcBef>
                <a:spcPts val="600"/>
              </a:spcBef>
              <a:spcAft>
                <a:spcPts val="0"/>
              </a:spcAft>
              <a:buSzPts val="960"/>
              <a:buNone/>
              <a:defRPr sz="1200"/>
            </a:lvl2pPr>
            <a:lvl3pPr indent="-228600" lvl="2" marL="1371600" algn="l">
              <a:lnSpc>
                <a:spcPct val="100000"/>
              </a:lnSpc>
              <a:spcBef>
                <a:spcPts val="600"/>
              </a:spcBef>
              <a:spcAft>
                <a:spcPts val="0"/>
              </a:spcAft>
              <a:buSzPts val="800"/>
              <a:buNone/>
              <a:defRPr sz="1000"/>
            </a:lvl3pPr>
            <a:lvl4pPr indent="-228600" lvl="3" marL="1828800" algn="l">
              <a:lnSpc>
                <a:spcPct val="100000"/>
              </a:lnSpc>
              <a:spcBef>
                <a:spcPts val="600"/>
              </a:spcBef>
              <a:spcAft>
                <a:spcPts val="0"/>
              </a:spcAft>
              <a:buSzPts val="810"/>
              <a:buNone/>
              <a:defRPr sz="900"/>
            </a:lvl4pPr>
            <a:lvl5pPr indent="-228600" lvl="4" marL="2286000" algn="l">
              <a:lnSpc>
                <a:spcPct val="100000"/>
              </a:lnSpc>
              <a:spcBef>
                <a:spcPts val="600"/>
              </a:spcBef>
              <a:spcAft>
                <a:spcPts val="0"/>
              </a:spcAft>
              <a:buSzPts val="810"/>
              <a:buNone/>
              <a:defRPr sz="900"/>
            </a:lvl5pPr>
            <a:lvl6pPr indent="-228600" lvl="5" marL="2743200" algn="l">
              <a:lnSpc>
                <a:spcPct val="90000"/>
              </a:lnSpc>
              <a:spcBef>
                <a:spcPts val="630"/>
              </a:spcBef>
              <a:spcAft>
                <a:spcPts val="0"/>
              </a:spcAft>
              <a:buSzPts val="810"/>
              <a:buFont typeface="Verdana"/>
              <a:buNone/>
              <a:defRPr sz="900"/>
            </a:lvl6pPr>
            <a:lvl7pPr indent="-228600" lvl="6" marL="3200400" algn="l">
              <a:lnSpc>
                <a:spcPct val="90000"/>
              </a:lnSpc>
              <a:spcBef>
                <a:spcPts val="630"/>
              </a:spcBef>
              <a:spcAft>
                <a:spcPts val="0"/>
              </a:spcAft>
              <a:buSzPts val="810"/>
              <a:buFont typeface="Verdana"/>
              <a:buNone/>
              <a:defRPr sz="900"/>
            </a:lvl7pPr>
            <a:lvl8pPr indent="-228600" lvl="7" marL="3657600" algn="l">
              <a:lnSpc>
                <a:spcPct val="90000"/>
              </a:lnSpc>
              <a:spcBef>
                <a:spcPts val="630"/>
              </a:spcBef>
              <a:spcAft>
                <a:spcPts val="0"/>
              </a:spcAft>
              <a:buSzPts val="810"/>
              <a:buFont typeface="Verdana"/>
              <a:buNone/>
              <a:defRPr sz="900"/>
            </a:lvl8pPr>
            <a:lvl9pPr indent="-228600" lvl="8" marL="4114800" algn="l">
              <a:lnSpc>
                <a:spcPct val="90000"/>
              </a:lnSpc>
              <a:spcBef>
                <a:spcPts val="630"/>
              </a:spcBef>
              <a:spcAft>
                <a:spcPts val="0"/>
              </a:spcAft>
              <a:buSzPts val="810"/>
              <a:buFont typeface="Verdana"/>
              <a:buNone/>
              <a:defRPr sz="9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2" name="Shape 132"/>
        <p:cNvGrpSpPr/>
        <p:nvPr/>
      </p:nvGrpSpPr>
      <p:grpSpPr>
        <a:xfrm>
          <a:off x="0" y="0"/>
          <a:ext cx="0" cy="0"/>
          <a:chOff x="0" y="0"/>
          <a:chExt cx="0" cy="0"/>
        </a:xfrm>
      </p:grpSpPr>
      <p:sp>
        <p:nvSpPr>
          <p:cNvPr id="133" name="Google Shape;133;p169"/>
          <p:cNvSpPr txBox="1"/>
          <p:nvPr>
            <p:ph type="title"/>
          </p:nvPr>
        </p:nvSpPr>
        <p:spPr>
          <a:xfrm>
            <a:off x="2389717" y="4800600"/>
            <a:ext cx="7315200" cy="566738"/>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b="1" sz="2000"/>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34" name="Google Shape;134;p169"/>
          <p:cNvSpPr/>
          <p:nvPr>
            <p:ph idx="2" type="pic"/>
          </p:nvPr>
        </p:nvSpPr>
        <p:spPr>
          <a:xfrm>
            <a:off x="2389717" y="612775"/>
            <a:ext cx="7315200" cy="4114800"/>
          </a:xfrm>
          <a:prstGeom prst="rect">
            <a:avLst/>
          </a:prstGeom>
          <a:noFill/>
          <a:ln>
            <a:noFill/>
          </a:ln>
        </p:spPr>
      </p:sp>
      <p:sp>
        <p:nvSpPr>
          <p:cNvPr id="135" name="Google Shape;135;p169"/>
          <p:cNvSpPr txBox="1"/>
          <p:nvPr>
            <p:ph idx="1" type="body"/>
          </p:nvPr>
        </p:nvSpPr>
        <p:spPr>
          <a:xfrm>
            <a:off x="2389717" y="5367338"/>
            <a:ext cx="7315200" cy="80486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SzPts val="1260"/>
              <a:buNone/>
              <a:defRPr sz="1400"/>
            </a:lvl1pPr>
            <a:lvl2pPr indent="-228600" lvl="1" marL="914400" algn="l">
              <a:lnSpc>
                <a:spcPct val="100000"/>
              </a:lnSpc>
              <a:spcBef>
                <a:spcPts val="600"/>
              </a:spcBef>
              <a:spcAft>
                <a:spcPts val="0"/>
              </a:spcAft>
              <a:buSzPts val="960"/>
              <a:buNone/>
              <a:defRPr sz="1200"/>
            </a:lvl2pPr>
            <a:lvl3pPr indent="-228600" lvl="2" marL="1371600" algn="l">
              <a:lnSpc>
                <a:spcPct val="100000"/>
              </a:lnSpc>
              <a:spcBef>
                <a:spcPts val="600"/>
              </a:spcBef>
              <a:spcAft>
                <a:spcPts val="0"/>
              </a:spcAft>
              <a:buSzPts val="800"/>
              <a:buNone/>
              <a:defRPr sz="1000"/>
            </a:lvl3pPr>
            <a:lvl4pPr indent="-228600" lvl="3" marL="1828800" algn="l">
              <a:lnSpc>
                <a:spcPct val="100000"/>
              </a:lnSpc>
              <a:spcBef>
                <a:spcPts val="600"/>
              </a:spcBef>
              <a:spcAft>
                <a:spcPts val="0"/>
              </a:spcAft>
              <a:buSzPts val="810"/>
              <a:buNone/>
              <a:defRPr sz="900"/>
            </a:lvl4pPr>
            <a:lvl5pPr indent="-228600" lvl="4" marL="2286000" algn="l">
              <a:lnSpc>
                <a:spcPct val="100000"/>
              </a:lnSpc>
              <a:spcBef>
                <a:spcPts val="600"/>
              </a:spcBef>
              <a:spcAft>
                <a:spcPts val="0"/>
              </a:spcAft>
              <a:buSzPts val="810"/>
              <a:buNone/>
              <a:defRPr sz="900"/>
            </a:lvl5pPr>
            <a:lvl6pPr indent="-228600" lvl="5" marL="2743200" algn="l">
              <a:lnSpc>
                <a:spcPct val="90000"/>
              </a:lnSpc>
              <a:spcBef>
                <a:spcPts val="630"/>
              </a:spcBef>
              <a:spcAft>
                <a:spcPts val="0"/>
              </a:spcAft>
              <a:buSzPts val="810"/>
              <a:buFont typeface="Verdana"/>
              <a:buNone/>
              <a:defRPr sz="900"/>
            </a:lvl6pPr>
            <a:lvl7pPr indent="-228600" lvl="6" marL="3200400" algn="l">
              <a:lnSpc>
                <a:spcPct val="90000"/>
              </a:lnSpc>
              <a:spcBef>
                <a:spcPts val="630"/>
              </a:spcBef>
              <a:spcAft>
                <a:spcPts val="0"/>
              </a:spcAft>
              <a:buSzPts val="810"/>
              <a:buFont typeface="Verdana"/>
              <a:buNone/>
              <a:defRPr sz="900"/>
            </a:lvl7pPr>
            <a:lvl8pPr indent="-228600" lvl="7" marL="3657600" algn="l">
              <a:lnSpc>
                <a:spcPct val="90000"/>
              </a:lnSpc>
              <a:spcBef>
                <a:spcPts val="630"/>
              </a:spcBef>
              <a:spcAft>
                <a:spcPts val="0"/>
              </a:spcAft>
              <a:buSzPts val="810"/>
              <a:buFont typeface="Verdana"/>
              <a:buNone/>
              <a:defRPr sz="900"/>
            </a:lvl8pPr>
            <a:lvl9pPr indent="-228600" lvl="8" marL="4114800" algn="l">
              <a:lnSpc>
                <a:spcPct val="90000"/>
              </a:lnSpc>
              <a:spcBef>
                <a:spcPts val="630"/>
              </a:spcBef>
              <a:spcAft>
                <a:spcPts val="0"/>
              </a:spcAft>
              <a:buSzPts val="810"/>
              <a:buFont typeface="Verdana"/>
              <a:buNone/>
              <a:defRPr sz="9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6" name="Shape 136"/>
        <p:cNvGrpSpPr/>
        <p:nvPr/>
      </p:nvGrpSpPr>
      <p:grpSpPr>
        <a:xfrm>
          <a:off x="0" y="0"/>
          <a:ext cx="0" cy="0"/>
          <a:chOff x="0" y="0"/>
          <a:chExt cx="0" cy="0"/>
        </a:xfrm>
      </p:grpSpPr>
      <p:sp>
        <p:nvSpPr>
          <p:cNvPr id="137" name="Google Shape;137;p170"/>
          <p:cNvSpPr txBox="1"/>
          <p:nvPr>
            <p:ph type="title"/>
          </p:nvPr>
        </p:nvSpPr>
        <p:spPr>
          <a:xfrm>
            <a:off x="613834" y="-2"/>
            <a:ext cx="10365317" cy="740664"/>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38" name="Google Shape;138;p170"/>
          <p:cNvSpPr txBox="1"/>
          <p:nvPr>
            <p:ph idx="1" type="body"/>
          </p:nvPr>
        </p:nvSpPr>
        <p:spPr>
          <a:xfrm rot="5400000">
            <a:off x="3450810" y="-1817878"/>
            <a:ext cx="5147356" cy="10825541"/>
          </a:xfrm>
          <a:prstGeom prst="rect">
            <a:avLst/>
          </a:prstGeom>
          <a:noFill/>
          <a:ln>
            <a:noFill/>
          </a:ln>
        </p:spPr>
        <p:txBody>
          <a:bodyPr anchorCtr="0" anchor="t" bIns="0" lIns="0" spcFirstLastPara="1" rIns="0" wrap="square" tIns="0">
            <a:noAutofit/>
          </a:bodyPr>
          <a:lstStyle>
            <a:lvl1pPr indent="-331470" lvl="0" marL="457200" algn="l">
              <a:lnSpc>
                <a:spcPct val="100000"/>
              </a:lnSpc>
              <a:spcBef>
                <a:spcPts val="600"/>
              </a:spcBef>
              <a:spcAft>
                <a:spcPts val="0"/>
              </a:spcAft>
              <a:buSzPts val="1620"/>
              <a:buChar char="•"/>
              <a:defRPr/>
            </a:lvl1pPr>
            <a:lvl2pPr indent="-320040" lvl="1" marL="914400" algn="l">
              <a:lnSpc>
                <a:spcPct val="100000"/>
              </a:lnSpc>
              <a:spcBef>
                <a:spcPts val="600"/>
              </a:spcBef>
              <a:spcAft>
                <a:spcPts val="0"/>
              </a:spcAft>
              <a:buSzPts val="1440"/>
              <a:buChar char="•"/>
              <a:defRPr/>
            </a:lvl2pPr>
            <a:lvl3pPr indent="-320039" lvl="2" marL="1371600" algn="l">
              <a:lnSpc>
                <a:spcPct val="100000"/>
              </a:lnSpc>
              <a:spcBef>
                <a:spcPts val="600"/>
              </a:spcBef>
              <a:spcAft>
                <a:spcPts val="0"/>
              </a:spcAft>
              <a:buSzPts val="1440"/>
              <a:buChar char="•"/>
              <a:defRPr/>
            </a:lvl3pPr>
            <a:lvl4pPr indent="-331469" lvl="3" marL="1828800" algn="l">
              <a:lnSpc>
                <a:spcPct val="100000"/>
              </a:lnSpc>
              <a:spcBef>
                <a:spcPts val="600"/>
              </a:spcBef>
              <a:spcAft>
                <a:spcPts val="0"/>
              </a:spcAft>
              <a:buSzPts val="1620"/>
              <a:buChar char="•"/>
              <a:defRPr/>
            </a:lvl4pPr>
            <a:lvl5pPr indent="-331470" lvl="4" marL="2286000" algn="l">
              <a:lnSpc>
                <a:spcPct val="100000"/>
              </a:lnSpc>
              <a:spcBef>
                <a:spcPts val="600"/>
              </a:spcBef>
              <a:spcAft>
                <a:spcPts val="0"/>
              </a:spcAft>
              <a:buSzPts val="1620"/>
              <a:buChar char="•"/>
              <a:defRPr/>
            </a:lvl5pPr>
            <a:lvl6pPr indent="-331470" lvl="5" marL="2743200" algn="l">
              <a:lnSpc>
                <a:spcPct val="90000"/>
              </a:lnSpc>
              <a:spcBef>
                <a:spcPts val="1260"/>
              </a:spcBef>
              <a:spcAft>
                <a:spcPts val="0"/>
              </a:spcAft>
              <a:buSzPts val="1620"/>
              <a:buChar char="•"/>
              <a:defRPr/>
            </a:lvl6pPr>
            <a:lvl7pPr indent="-331470" lvl="6" marL="3200400" algn="l">
              <a:lnSpc>
                <a:spcPct val="90000"/>
              </a:lnSpc>
              <a:spcBef>
                <a:spcPts val="1260"/>
              </a:spcBef>
              <a:spcAft>
                <a:spcPts val="0"/>
              </a:spcAft>
              <a:buSzPts val="1620"/>
              <a:buChar char="•"/>
              <a:defRPr/>
            </a:lvl7pPr>
            <a:lvl8pPr indent="-331470" lvl="7" marL="3657600" algn="l">
              <a:lnSpc>
                <a:spcPct val="90000"/>
              </a:lnSpc>
              <a:spcBef>
                <a:spcPts val="1260"/>
              </a:spcBef>
              <a:spcAft>
                <a:spcPts val="0"/>
              </a:spcAft>
              <a:buSzPts val="1620"/>
              <a:buChar char="•"/>
              <a:defRPr/>
            </a:lvl8pPr>
            <a:lvl9pPr indent="-331470" lvl="8" marL="4114800" algn="l">
              <a:lnSpc>
                <a:spcPct val="90000"/>
              </a:lnSpc>
              <a:spcBef>
                <a:spcPts val="1260"/>
              </a:spcBef>
              <a:spcAft>
                <a:spcPts val="0"/>
              </a:spcAft>
              <a:buSzPts val="162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9" name="Shape 139"/>
        <p:cNvGrpSpPr/>
        <p:nvPr/>
      </p:nvGrpSpPr>
      <p:grpSpPr>
        <a:xfrm>
          <a:off x="0" y="0"/>
          <a:ext cx="0" cy="0"/>
          <a:chOff x="0" y="0"/>
          <a:chExt cx="0" cy="0"/>
        </a:xfrm>
      </p:grpSpPr>
      <p:sp>
        <p:nvSpPr>
          <p:cNvPr id="140" name="Google Shape;140;p171"/>
          <p:cNvSpPr txBox="1"/>
          <p:nvPr>
            <p:ph type="title"/>
          </p:nvPr>
        </p:nvSpPr>
        <p:spPr>
          <a:xfrm rot="5400000">
            <a:off x="6994526" y="1393825"/>
            <a:ext cx="5378450" cy="2590800"/>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41" name="Google Shape;141;p171"/>
          <p:cNvSpPr txBox="1"/>
          <p:nvPr>
            <p:ph idx="1" type="body"/>
          </p:nvPr>
        </p:nvSpPr>
        <p:spPr>
          <a:xfrm rot="5400000">
            <a:off x="1709210" y="-1097491"/>
            <a:ext cx="5378450" cy="7573433"/>
          </a:xfrm>
          <a:prstGeom prst="rect">
            <a:avLst/>
          </a:prstGeom>
          <a:noFill/>
          <a:ln>
            <a:noFill/>
          </a:ln>
        </p:spPr>
        <p:txBody>
          <a:bodyPr anchorCtr="0" anchor="t" bIns="0" lIns="0" spcFirstLastPara="1" rIns="0" wrap="square" tIns="0">
            <a:noAutofit/>
          </a:bodyPr>
          <a:lstStyle>
            <a:lvl1pPr indent="-331470" lvl="0" marL="457200" algn="l">
              <a:lnSpc>
                <a:spcPct val="100000"/>
              </a:lnSpc>
              <a:spcBef>
                <a:spcPts val="600"/>
              </a:spcBef>
              <a:spcAft>
                <a:spcPts val="0"/>
              </a:spcAft>
              <a:buSzPts val="1620"/>
              <a:buChar char="•"/>
              <a:defRPr/>
            </a:lvl1pPr>
            <a:lvl2pPr indent="-320040" lvl="1" marL="914400" algn="l">
              <a:lnSpc>
                <a:spcPct val="100000"/>
              </a:lnSpc>
              <a:spcBef>
                <a:spcPts val="600"/>
              </a:spcBef>
              <a:spcAft>
                <a:spcPts val="0"/>
              </a:spcAft>
              <a:buSzPts val="1440"/>
              <a:buChar char="•"/>
              <a:defRPr/>
            </a:lvl2pPr>
            <a:lvl3pPr indent="-320039" lvl="2" marL="1371600" algn="l">
              <a:lnSpc>
                <a:spcPct val="100000"/>
              </a:lnSpc>
              <a:spcBef>
                <a:spcPts val="600"/>
              </a:spcBef>
              <a:spcAft>
                <a:spcPts val="0"/>
              </a:spcAft>
              <a:buSzPts val="1440"/>
              <a:buChar char="•"/>
              <a:defRPr/>
            </a:lvl3pPr>
            <a:lvl4pPr indent="-331469" lvl="3" marL="1828800" algn="l">
              <a:lnSpc>
                <a:spcPct val="100000"/>
              </a:lnSpc>
              <a:spcBef>
                <a:spcPts val="600"/>
              </a:spcBef>
              <a:spcAft>
                <a:spcPts val="0"/>
              </a:spcAft>
              <a:buSzPts val="1620"/>
              <a:buChar char="•"/>
              <a:defRPr/>
            </a:lvl4pPr>
            <a:lvl5pPr indent="-331470" lvl="4" marL="2286000" algn="l">
              <a:lnSpc>
                <a:spcPct val="100000"/>
              </a:lnSpc>
              <a:spcBef>
                <a:spcPts val="600"/>
              </a:spcBef>
              <a:spcAft>
                <a:spcPts val="0"/>
              </a:spcAft>
              <a:buSzPts val="1620"/>
              <a:buChar char="•"/>
              <a:defRPr/>
            </a:lvl5pPr>
            <a:lvl6pPr indent="-331470" lvl="5" marL="2743200" algn="l">
              <a:lnSpc>
                <a:spcPct val="90000"/>
              </a:lnSpc>
              <a:spcBef>
                <a:spcPts val="1260"/>
              </a:spcBef>
              <a:spcAft>
                <a:spcPts val="0"/>
              </a:spcAft>
              <a:buSzPts val="1620"/>
              <a:buChar char="•"/>
              <a:defRPr/>
            </a:lvl6pPr>
            <a:lvl7pPr indent="-331470" lvl="6" marL="3200400" algn="l">
              <a:lnSpc>
                <a:spcPct val="90000"/>
              </a:lnSpc>
              <a:spcBef>
                <a:spcPts val="1260"/>
              </a:spcBef>
              <a:spcAft>
                <a:spcPts val="0"/>
              </a:spcAft>
              <a:buSzPts val="1620"/>
              <a:buChar char="•"/>
              <a:defRPr/>
            </a:lvl7pPr>
            <a:lvl8pPr indent="-331470" lvl="7" marL="3657600" algn="l">
              <a:lnSpc>
                <a:spcPct val="90000"/>
              </a:lnSpc>
              <a:spcBef>
                <a:spcPts val="1260"/>
              </a:spcBef>
              <a:spcAft>
                <a:spcPts val="0"/>
              </a:spcAft>
              <a:buSzPts val="1620"/>
              <a:buChar char="•"/>
              <a:defRPr/>
            </a:lvl8pPr>
            <a:lvl9pPr indent="-331470" lvl="8" marL="4114800" algn="l">
              <a:lnSpc>
                <a:spcPct val="90000"/>
              </a:lnSpc>
              <a:spcBef>
                <a:spcPts val="1260"/>
              </a:spcBef>
              <a:spcAft>
                <a:spcPts val="0"/>
              </a:spcAft>
              <a:buSzPts val="162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147" name="Shape 147"/>
        <p:cNvGrpSpPr/>
        <p:nvPr/>
      </p:nvGrpSpPr>
      <p:grpSpPr>
        <a:xfrm>
          <a:off x="0" y="0"/>
          <a:ext cx="0" cy="0"/>
          <a:chOff x="0" y="0"/>
          <a:chExt cx="0" cy="0"/>
        </a:xfrm>
      </p:grpSpPr>
      <p:sp>
        <p:nvSpPr>
          <p:cNvPr id="148" name="Google Shape;148;p173"/>
          <p:cNvSpPr/>
          <p:nvPr/>
        </p:nvSpPr>
        <p:spPr>
          <a:xfrm>
            <a:off x="18903" y="0"/>
            <a:ext cx="12192000" cy="6858000"/>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1">
              <a:solidFill>
                <a:schemeClr val="lt1"/>
              </a:solidFill>
              <a:latin typeface="Verdana"/>
              <a:ea typeface="Verdana"/>
              <a:cs typeface="Verdana"/>
              <a:sym typeface="Verdana"/>
            </a:endParaRPr>
          </a:p>
        </p:txBody>
      </p:sp>
      <p:sp>
        <p:nvSpPr>
          <p:cNvPr id="149" name="Google Shape;149;p173"/>
          <p:cNvSpPr txBox="1"/>
          <p:nvPr>
            <p:ph type="ctrTitle"/>
          </p:nvPr>
        </p:nvSpPr>
        <p:spPr>
          <a:xfrm>
            <a:off x="4267205" y="1828800"/>
            <a:ext cx="7643223" cy="627864"/>
          </a:xfrm>
          <a:prstGeom prst="rect">
            <a:avLst/>
          </a:prstGeom>
          <a:solidFill>
            <a:srgbClr val="3399FF"/>
          </a:solidFill>
          <a:ln>
            <a:noFill/>
          </a:ln>
        </p:spPr>
        <p:txBody>
          <a:bodyPr anchorCtr="0" anchor="ctr" bIns="0" lIns="0" spcFirstLastPara="1" rIns="0" wrap="square" tIns="0">
            <a:spAutoFit/>
          </a:bodyPr>
          <a:lstStyle>
            <a:lvl1pPr lvl="0" algn="l">
              <a:lnSpc>
                <a:spcPct val="85000"/>
              </a:lnSpc>
              <a:spcBef>
                <a:spcPts val="2880"/>
              </a:spcBef>
              <a:spcAft>
                <a:spcPts val="0"/>
              </a:spcAft>
              <a:buClr>
                <a:schemeClr val="hlink"/>
              </a:buClr>
              <a:buSzPts val="4320"/>
              <a:buFont typeface="Quattrocento Sans"/>
              <a:buNone/>
              <a:defRPr sz="4800">
                <a:solidFill>
                  <a:schemeClr val="lt1"/>
                </a:solidFill>
                <a:latin typeface="Quattrocento Sans"/>
                <a:ea typeface="Quattrocento Sans"/>
                <a:cs typeface="Quattrocento Sans"/>
                <a:sym typeface="Quattrocento Sans"/>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50" name="Google Shape;150;p173"/>
          <p:cNvSpPr txBox="1"/>
          <p:nvPr>
            <p:ph idx="1" type="subTitle"/>
          </p:nvPr>
        </p:nvSpPr>
        <p:spPr>
          <a:xfrm>
            <a:off x="4267200" y="2895600"/>
            <a:ext cx="7701280" cy="1103872"/>
          </a:xfrm>
          <a:prstGeom prst="rect">
            <a:avLst/>
          </a:prstGeom>
          <a:noFill/>
          <a:ln>
            <a:noFill/>
          </a:ln>
        </p:spPr>
        <p:txBody>
          <a:bodyPr anchorCtr="0" anchor="t" bIns="45700" lIns="91425" spcFirstLastPara="1" rIns="91425" wrap="square" tIns="45700">
            <a:noAutofit/>
          </a:bodyPr>
          <a:lstStyle>
            <a:lvl1pPr lvl="0" algn="l">
              <a:lnSpc>
                <a:spcPct val="95000"/>
              </a:lnSpc>
              <a:spcBef>
                <a:spcPts val="1680"/>
              </a:spcBef>
              <a:spcAft>
                <a:spcPts val="0"/>
              </a:spcAft>
              <a:buSzPts val="2520"/>
              <a:buFont typeface="Quattrocento Sans"/>
              <a:buNone/>
              <a:defRPr sz="2800">
                <a:solidFill>
                  <a:schemeClr val="lt1"/>
                </a:solidFill>
                <a:latin typeface="Quattrocento Sans"/>
                <a:ea typeface="Quattrocento Sans"/>
                <a:cs typeface="Quattrocento Sans"/>
                <a:sym typeface="Quattrocento Sans"/>
              </a:defRPr>
            </a:lvl1pPr>
            <a:lvl2pPr lvl="1" algn="l">
              <a:lnSpc>
                <a:spcPct val="100000"/>
              </a:lnSpc>
              <a:spcBef>
                <a:spcPts val="601"/>
              </a:spcBef>
              <a:spcAft>
                <a:spcPts val="0"/>
              </a:spcAft>
              <a:buSzPts val="1440"/>
              <a:buChar char="•"/>
              <a:defRPr/>
            </a:lvl2pPr>
            <a:lvl3pPr lvl="2" algn="l">
              <a:lnSpc>
                <a:spcPct val="100000"/>
              </a:lnSpc>
              <a:spcBef>
                <a:spcPts val="601"/>
              </a:spcBef>
              <a:spcAft>
                <a:spcPts val="0"/>
              </a:spcAft>
              <a:buSzPts val="1440"/>
              <a:buChar char="•"/>
              <a:defRPr/>
            </a:lvl3pPr>
            <a:lvl4pPr lvl="3" algn="l">
              <a:lnSpc>
                <a:spcPct val="100000"/>
              </a:lnSpc>
              <a:spcBef>
                <a:spcPts val="601"/>
              </a:spcBef>
              <a:spcAft>
                <a:spcPts val="0"/>
              </a:spcAft>
              <a:buSzPts val="1620"/>
              <a:buChar char="•"/>
              <a:defRPr/>
            </a:lvl4pPr>
            <a:lvl5pPr lvl="4" algn="l">
              <a:lnSpc>
                <a:spcPct val="100000"/>
              </a:lnSpc>
              <a:spcBef>
                <a:spcPts val="601"/>
              </a:spcBef>
              <a:spcAft>
                <a:spcPts val="0"/>
              </a:spcAft>
              <a:buSzPts val="1620"/>
              <a:buChar char="•"/>
              <a:defRPr/>
            </a:lvl5pPr>
            <a:lvl6pPr lvl="5" algn="l">
              <a:lnSpc>
                <a:spcPct val="90000"/>
              </a:lnSpc>
              <a:spcBef>
                <a:spcPts val="1260"/>
              </a:spcBef>
              <a:spcAft>
                <a:spcPts val="0"/>
              </a:spcAft>
              <a:buSzPts val="1620"/>
              <a:buChar char="•"/>
              <a:defRPr/>
            </a:lvl6pPr>
            <a:lvl7pPr lvl="6" algn="l">
              <a:lnSpc>
                <a:spcPct val="90000"/>
              </a:lnSpc>
              <a:spcBef>
                <a:spcPts val="1260"/>
              </a:spcBef>
              <a:spcAft>
                <a:spcPts val="0"/>
              </a:spcAft>
              <a:buSzPts val="1620"/>
              <a:buChar char="•"/>
              <a:defRPr/>
            </a:lvl7pPr>
            <a:lvl8pPr lvl="7" algn="l">
              <a:lnSpc>
                <a:spcPct val="90000"/>
              </a:lnSpc>
              <a:spcBef>
                <a:spcPts val="1260"/>
              </a:spcBef>
              <a:spcAft>
                <a:spcPts val="0"/>
              </a:spcAft>
              <a:buSzPts val="1620"/>
              <a:buChar char="•"/>
              <a:defRPr/>
            </a:lvl8pPr>
            <a:lvl9pPr lvl="8" algn="l">
              <a:lnSpc>
                <a:spcPct val="90000"/>
              </a:lnSpc>
              <a:spcBef>
                <a:spcPts val="1260"/>
              </a:spcBef>
              <a:spcAft>
                <a:spcPts val="0"/>
              </a:spcAft>
              <a:buSzPts val="162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1" name="Shape 151"/>
        <p:cNvGrpSpPr/>
        <p:nvPr/>
      </p:nvGrpSpPr>
      <p:grpSpPr>
        <a:xfrm>
          <a:off x="0" y="0"/>
          <a:ext cx="0" cy="0"/>
          <a:chOff x="0" y="0"/>
          <a:chExt cx="0" cy="0"/>
        </a:xfrm>
      </p:grpSpPr>
      <p:sp>
        <p:nvSpPr>
          <p:cNvPr id="152" name="Google Shape;152;p174"/>
          <p:cNvSpPr txBox="1"/>
          <p:nvPr>
            <p:ph type="title"/>
          </p:nvPr>
        </p:nvSpPr>
        <p:spPr>
          <a:xfrm>
            <a:off x="613838" y="-2"/>
            <a:ext cx="10365317" cy="740664"/>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53" name="Google Shape;153;p174"/>
          <p:cNvSpPr txBox="1"/>
          <p:nvPr>
            <p:ph idx="1" type="body"/>
          </p:nvPr>
        </p:nvSpPr>
        <p:spPr>
          <a:xfrm>
            <a:off x="611722" y="1021215"/>
            <a:ext cx="10825541" cy="5147356"/>
          </a:xfrm>
          <a:prstGeom prst="rect">
            <a:avLst/>
          </a:prstGeom>
          <a:noFill/>
          <a:ln>
            <a:noFill/>
          </a:ln>
        </p:spPr>
        <p:txBody>
          <a:bodyPr anchorCtr="0" anchor="t" bIns="0" lIns="0" spcFirstLastPara="1" rIns="0" wrap="square" tIns="0">
            <a:noAutofit/>
          </a:bodyPr>
          <a:lstStyle>
            <a:lvl1pPr indent="-331470" lvl="0" marL="457200" algn="l">
              <a:lnSpc>
                <a:spcPct val="100000"/>
              </a:lnSpc>
              <a:spcBef>
                <a:spcPts val="601"/>
              </a:spcBef>
              <a:spcAft>
                <a:spcPts val="0"/>
              </a:spcAft>
              <a:buSzPts val="1620"/>
              <a:buChar char="•"/>
              <a:defRPr/>
            </a:lvl1pPr>
            <a:lvl2pPr indent="-320040" lvl="1" marL="914400" algn="l">
              <a:lnSpc>
                <a:spcPct val="100000"/>
              </a:lnSpc>
              <a:spcBef>
                <a:spcPts val="601"/>
              </a:spcBef>
              <a:spcAft>
                <a:spcPts val="0"/>
              </a:spcAft>
              <a:buSzPts val="1440"/>
              <a:buChar char="•"/>
              <a:defRPr/>
            </a:lvl2pPr>
            <a:lvl3pPr indent="-320039" lvl="2" marL="1371600" algn="l">
              <a:lnSpc>
                <a:spcPct val="100000"/>
              </a:lnSpc>
              <a:spcBef>
                <a:spcPts val="601"/>
              </a:spcBef>
              <a:spcAft>
                <a:spcPts val="0"/>
              </a:spcAft>
              <a:buSzPts val="1440"/>
              <a:buChar char="•"/>
              <a:defRPr/>
            </a:lvl3pPr>
            <a:lvl4pPr indent="-331469" lvl="3" marL="1828800" algn="l">
              <a:lnSpc>
                <a:spcPct val="100000"/>
              </a:lnSpc>
              <a:spcBef>
                <a:spcPts val="601"/>
              </a:spcBef>
              <a:spcAft>
                <a:spcPts val="0"/>
              </a:spcAft>
              <a:buSzPts val="1620"/>
              <a:buChar char="•"/>
              <a:defRPr/>
            </a:lvl4pPr>
            <a:lvl5pPr indent="-331470" lvl="4" marL="2286000" algn="l">
              <a:lnSpc>
                <a:spcPct val="100000"/>
              </a:lnSpc>
              <a:spcBef>
                <a:spcPts val="601"/>
              </a:spcBef>
              <a:spcAft>
                <a:spcPts val="0"/>
              </a:spcAft>
              <a:buSzPts val="1620"/>
              <a:buChar char="•"/>
              <a:defRPr/>
            </a:lvl5pPr>
            <a:lvl6pPr indent="-331470" lvl="5" marL="2743200" algn="l">
              <a:lnSpc>
                <a:spcPct val="90000"/>
              </a:lnSpc>
              <a:spcBef>
                <a:spcPts val="1260"/>
              </a:spcBef>
              <a:spcAft>
                <a:spcPts val="0"/>
              </a:spcAft>
              <a:buSzPts val="1620"/>
              <a:buChar char="•"/>
              <a:defRPr/>
            </a:lvl6pPr>
            <a:lvl7pPr indent="-331470" lvl="6" marL="3200400" algn="l">
              <a:lnSpc>
                <a:spcPct val="90000"/>
              </a:lnSpc>
              <a:spcBef>
                <a:spcPts val="1260"/>
              </a:spcBef>
              <a:spcAft>
                <a:spcPts val="0"/>
              </a:spcAft>
              <a:buSzPts val="1620"/>
              <a:buChar char="•"/>
              <a:defRPr/>
            </a:lvl7pPr>
            <a:lvl8pPr indent="-331470" lvl="7" marL="3657600" algn="l">
              <a:lnSpc>
                <a:spcPct val="90000"/>
              </a:lnSpc>
              <a:spcBef>
                <a:spcPts val="1260"/>
              </a:spcBef>
              <a:spcAft>
                <a:spcPts val="0"/>
              </a:spcAft>
              <a:buSzPts val="1620"/>
              <a:buChar char="•"/>
              <a:defRPr/>
            </a:lvl8pPr>
            <a:lvl9pPr indent="-331470" lvl="8" marL="4114800" algn="l">
              <a:lnSpc>
                <a:spcPct val="90000"/>
              </a:lnSpc>
              <a:spcBef>
                <a:spcPts val="1260"/>
              </a:spcBef>
              <a:spcAft>
                <a:spcPts val="0"/>
              </a:spcAft>
              <a:buSzPts val="162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4" name="Shape 154"/>
        <p:cNvGrpSpPr/>
        <p:nvPr/>
      </p:nvGrpSpPr>
      <p:grpSpPr>
        <a:xfrm>
          <a:off x="0" y="0"/>
          <a:ext cx="0" cy="0"/>
          <a:chOff x="0" y="0"/>
          <a:chExt cx="0" cy="0"/>
        </a:xfrm>
      </p:grpSpPr>
      <p:sp>
        <p:nvSpPr>
          <p:cNvPr id="155" name="Google Shape;155;p175"/>
          <p:cNvSpPr txBox="1"/>
          <p:nvPr>
            <p:ph type="title"/>
          </p:nvPr>
        </p:nvSpPr>
        <p:spPr>
          <a:xfrm>
            <a:off x="963084" y="4406901"/>
            <a:ext cx="10363200" cy="1362075"/>
          </a:xfrm>
          <a:prstGeom prst="rect">
            <a:avLst/>
          </a:prstGeom>
          <a:noFill/>
          <a:ln>
            <a:noFill/>
          </a:ln>
        </p:spPr>
        <p:txBody>
          <a:bodyPr anchorCtr="0" anchor="t" bIns="45700" lIns="0" spcFirstLastPara="1" rIns="91425" wrap="square" tIns="45700">
            <a:noAutofit/>
          </a:bodyPr>
          <a:lstStyle>
            <a:lvl1pPr lvl="0" algn="l">
              <a:lnSpc>
                <a:spcPct val="85000"/>
              </a:lnSpc>
              <a:spcBef>
                <a:spcPts val="0"/>
              </a:spcBef>
              <a:spcAft>
                <a:spcPts val="0"/>
              </a:spcAft>
              <a:buSzPts val="1400"/>
              <a:buNone/>
              <a:defRPr b="1" sz="4000" cap="none"/>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56" name="Google Shape;156;p175"/>
          <p:cNvSpPr txBox="1"/>
          <p:nvPr>
            <p:ph idx="1" type="body"/>
          </p:nvPr>
        </p:nvSpPr>
        <p:spPr>
          <a:xfrm>
            <a:off x="963084" y="2906715"/>
            <a:ext cx="10363200" cy="1500187"/>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601"/>
              </a:spcBef>
              <a:spcAft>
                <a:spcPts val="0"/>
              </a:spcAft>
              <a:buSzPts val="1800"/>
              <a:buNone/>
              <a:defRPr sz="2000"/>
            </a:lvl1pPr>
            <a:lvl2pPr indent="-228600" lvl="1" marL="914400" algn="l">
              <a:lnSpc>
                <a:spcPct val="100000"/>
              </a:lnSpc>
              <a:spcBef>
                <a:spcPts val="601"/>
              </a:spcBef>
              <a:spcAft>
                <a:spcPts val="0"/>
              </a:spcAft>
              <a:buSzPts val="1441"/>
              <a:buNone/>
              <a:defRPr sz="1801"/>
            </a:lvl2pPr>
            <a:lvl3pPr indent="-228600" lvl="2" marL="1371600" algn="l">
              <a:lnSpc>
                <a:spcPct val="100000"/>
              </a:lnSpc>
              <a:spcBef>
                <a:spcPts val="601"/>
              </a:spcBef>
              <a:spcAft>
                <a:spcPts val="0"/>
              </a:spcAft>
              <a:buSzPts val="1280"/>
              <a:buNone/>
              <a:defRPr sz="1600"/>
            </a:lvl3pPr>
            <a:lvl4pPr indent="-228600" lvl="3" marL="1828800" algn="l">
              <a:lnSpc>
                <a:spcPct val="100000"/>
              </a:lnSpc>
              <a:spcBef>
                <a:spcPts val="601"/>
              </a:spcBef>
              <a:spcAft>
                <a:spcPts val="0"/>
              </a:spcAft>
              <a:buSzPts val="1261"/>
              <a:buNone/>
              <a:defRPr sz="1401"/>
            </a:lvl4pPr>
            <a:lvl5pPr indent="-228600" lvl="4" marL="2286000" algn="l">
              <a:lnSpc>
                <a:spcPct val="100000"/>
              </a:lnSpc>
              <a:spcBef>
                <a:spcPts val="601"/>
              </a:spcBef>
              <a:spcAft>
                <a:spcPts val="0"/>
              </a:spcAft>
              <a:buSzPts val="1261"/>
              <a:buNone/>
              <a:defRPr sz="1401"/>
            </a:lvl5pPr>
            <a:lvl6pPr indent="-228600" lvl="5" marL="2743200" algn="l">
              <a:lnSpc>
                <a:spcPct val="90000"/>
              </a:lnSpc>
              <a:spcBef>
                <a:spcPts val="981"/>
              </a:spcBef>
              <a:spcAft>
                <a:spcPts val="0"/>
              </a:spcAft>
              <a:buSzPts val="1261"/>
              <a:buFont typeface="Verdana"/>
              <a:buNone/>
              <a:defRPr sz="1401"/>
            </a:lvl6pPr>
            <a:lvl7pPr indent="-228600" lvl="6" marL="3200400" algn="l">
              <a:lnSpc>
                <a:spcPct val="90000"/>
              </a:lnSpc>
              <a:spcBef>
                <a:spcPts val="981"/>
              </a:spcBef>
              <a:spcAft>
                <a:spcPts val="0"/>
              </a:spcAft>
              <a:buSzPts val="1261"/>
              <a:buFont typeface="Verdana"/>
              <a:buNone/>
              <a:defRPr sz="1401"/>
            </a:lvl7pPr>
            <a:lvl8pPr indent="-228600" lvl="7" marL="3657600" algn="l">
              <a:lnSpc>
                <a:spcPct val="90000"/>
              </a:lnSpc>
              <a:spcBef>
                <a:spcPts val="981"/>
              </a:spcBef>
              <a:spcAft>
                <a:spcPts val="0"/>
              </a:spcAft>
              <a:buSzPts val="1261"/>
              <a:buFont typeface="Verdana"/>
              <a:buNone/>
              <a:defRPr sz="1401"/>
            </a:lvl8pPr>
            <a:lvl9pPr indent="-228600" lvl="8" marL="4114800" algn="l">
              <a:lnSpc>
                <a:spcPct val="90000"/>
              </a:lnSpc>
              <a:spcBef>
                <a:spcPts val="981"/>
              </a:spcBef>
              <a:spcAft>
                <a:spcPts val="0"/>
              </a:spcAft>
              <a:buSzPts val="1261"/>
              <a:buFont typeface="Verdana"/>
              <a:buNone/>
              <a:defRPr sz="1401"/>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57" name="Shape 157"/>
        <p:cNvGrpSpPr/>
        <p:nvPr/>
      </p:nvGrpSpPr>
      <p:grpSpPr>
        <a:xfrm>
          <a:off x="0" y="0"/>
          <a:ext cx="0" cy="0"/>
          <a:chOff x="0" y="0"/>
          <a:chExt cx="0" cy="0"/>
        </a:xfrm>
      </p:grpSpPr>
      <p:sp>
        <p:nvSpPr>
          <p:cNvPr id="158" name="Google Shape;158;p176"/>
          <p:cNvSpPr txBox="1"/>
          <p:nvPr>
            <p:ph type="title"/>
          </p:nvPr>
        </p:nvSpPr>
        <p:spPr>
          <a:xfrm>
            <a:off x="613838" y="-2"/>
            <a:ext cx="10365317" cy="740664"/>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59" name="Google Shape;159;p176"/>
          <p:cNvSpPr txBox="1"/>
          <p:nvPr>
            <p:ph idx="1" type="body"/>
          </p:nvPr>
        </p:nvSpPr>
        <p:spPr>
          <a:xfrm>
            <a:off x="611720" y="992188"/>
            <a:ext cx="5065182" cy="4386262"/>
          </a:xfrm>
          <a:prstGeom prst="rect">
            <a:avLst/>
          </a:prstGeom>
          <a:noFill/>
          <a:ln>
            <a:noFill/>
          </a:ln>
        </p:spPr>
        <p:txBody>
          <a:bodyPr anchorCtr="0" anchor="t" bIns="0" lIns="0" spcFirstLastPara="1" rIns="0" wrap="square" tIns="0">
            <a:noAutofit/>
          </a:bodyPr>
          <a:lstStyle>
            <a:lvl1pPr indent="-388620" lvl="0" marL="457200" algn="l">
              <a:lnSpc>
                <a:spcPct val="100000"/>
              </a:lnSpc>
              <a:spcBef>
                <a:spcPts val="601"/>
              </a:spcBef>
              <a:spcAft>
                <a:spcPts val="0"/>
              </a:spcAft>
              <a:buSzPts val="2520"/>
              <a:buChar char="•"/>
              <a:defRPr sz="2800"/>
            </a:lvl1pPr>
            <a:lvl2pPr indent="-350519" lvl="1" marL="914400" algn="l">
              <a:lnSpc>
                <a:spcPct val="100000"/>
              </a:lnSpc>
              <a:spcBef>
                <a:spcPts val="601"/>
              </a:spcBef>
              <a:spcAft>
                <a:spcPts val="0"/>
              </a:spcAft>
              <a:buSzPts val="1920"/>
              <a:buChar char="•"/>
              <a:defRPr sz="2400"/>
            </a:lvl2pPr>
            <a:lvl3pPr indent="-330200" lvl="2" marL="1371600" algn="l">
              <a:lnSpc>
                <a:spcPct val="100000"/>
              </a:lnSpc>
              <a:spcBef>
                <a:spcPts val="601"/>
              </a:spcBef>
              <a:spcAft>
                <a:spcPts val="0"/>
              </a:spcAft>
              <a:buSzPts val="1600"/>
              <a:buChar char="•"/>
              <a:defRPr sz="2000"/>
            </a:lvl3pPr>
            <a:lvl4pPr indent="-331527" lvl="3" marL="1828800" algn="l">
              <a:lnSpc>
                <a:spcPct val="100000"/>
              </a:lnSpc>
              <a:spcBef>
                <a:spcPts val="601"/>
              </a:spcBef>
              <a:spcAft>
                <a:spcPts val="0"/>
              </a:spcAft>
              <a:buSzPts val="1621"/>
              <a:buChar char="•"/>
              <a:defRPr sz="1801"/>
            </a:lvl4pPr>
            <a:lvl5pPr indent="-331527" lvl="4" marL="2286000" algn="l">
              <a:lnSpc>
                <a:spcPct val="100000"/>
              </a:lnSpc>
              <a:spcBef>
                <a:spcPts val="601"/>
              </a:spcBef>
              <a:spcAft>
                <a:spcPts val="0"/>
              </a:spcAft>
              <a:buSzPts val="1621"/>
              <a:buChar char="•"/>
              <a:defRPr sz="1801"/>
            </a:lvl5pPr>
            <a:lvl6pPr indent="-331527" lvl="5" marL="2743200" algn="l">
              <a:lnSpc>
                <a:spcPct val="90000"/>
              </a:lnSpc>
              <a:spcBef>
                <a:spcPts val="1261"/>
              </a:spcBef>
              <a:spcAft>
                <a:spcPts val="0"/>
              </a:spcAft>
              <a:buSzPts val="1621"/>
              <a:buFont typeface="Verdana"/>
              <a:buChar char="•"/>
              <a:defRPr sz="1801"/>
            </a:lvl6pPr>
            <a:lvl7pPr indent="-331527" lvl="6" marL="3200400" algn="l">
              <a:lnSpc>
                <a:spcPct val="90000"/>
              </a:lnSpc>
              <a:spcBef>
                <a:spcPts val="1261"/>
              </a:spcBef>
              <a:spcAft>
                <a:spcPts val="0"/>
              </a:spcAft>
              <a:buSzPts val="1621"/>
              <a:buFont typeface="Verdana"/>
              <a:buChar char="•"/>
              <a:defRPr sz="1801"/>
            </a:lvl7pPr>
            <a:lvl8pPr indent="-331527" lvl="7" marL="3657600" algn="l">
              <a:lnSpc>
                <a:spcPct val="90000"/>
              </a:lnSpc>
              <a:spcBef>
                <a:spcPts val="1261"/>
              </a:spcBef>
              <a:spcAft>
                <a:spcPts val="0"/>
              </a:spcAft>
              <a:buSzPts val="1621"/>
              <a:buFont typeface="Verdana"/>
              <a:buChar char="•"/>
              <a:defRPr sz="1801"/>
            </a:lvl8pPr>
            <a:lvl9pPr indent="-331527" lvl="8" marL="4114800" algn="l">
              <a:lnSpc>
                <a:spcPct val="90000"/>
              </a:lnSpc>
              <a:spcBef>
                <a:spcPts val="1261"/>
              </a:spcBef>
              <a:spcAft>
                <a:spcPts val="0"/>
              </a:spcAft>
              <a:buSzPts val="1621"/>
              <a:buFont typeface="Verdana"/>
              <a:buChar char="•"/>
              <a:defRPr sz="1801"/>
            </a:lvl9pPr>
          </a:lstStyle>
          <a:p/>
        </p:txBody>
      </p:sp>
      <p:sp>
        <p:nvSpPr>
          <p:cNvPr id="160" name="Google Shape;160;p176"/>
          <p:cNvSpPr txBox="1"/>
          <p:nvPr>
            <p:ph idx="2" type="body"/>
          </p:nvPr>
        </p:nvSpPr>
        <p:spPr>
          <a:xfrm>
            <a:off x="5880101" y="992188"/>
            <a:ext cx="5067300" cy="4386262"/>
          </a:xfrm>
          <a:prstGeom prst="rect">
            <a:avLst/>
          </a:prstGeom>
          <a:noFill/>
          <a:ln>
            <a:noFill/>
          </a:ln>
        </p:spPr>
        <p:txBody>
          <a:bodyPr anchorCtr="0" anchor="t" bIns="0" lIns="0" spcFirstLastPara="1" rIns="0" wrap="square" tIns="0">
            <a:noAutofit/>
          </a:bodyPr>
          <a:lstStyle>
            <a:lvl1pPr indent="-388620" lvl="0" marL="457200" algn="l">
              <a:lnSpc>
                <a:spcPct val="100000"/>
              </a:lnSpc>
              <a:spcBef>
                <a:spcPts val="601"/>
              </a:spcBef>
              <a:spcAft>
                <a:spcPts val="0"/>
              </a:spcAft>
              <a:buSzPts val="2520"/>
              <a:buChar char="•"/>
              <a:defRPr sz="2800"/>
            </a:lvl1pPr>
            <a:lvl2pPr indent="-350519" lvl="1" marL="914400" algn="l">
              <a:lnSpc>
                <a:spcPct val="100000"/>
              </a:lnSpc>
              <a:spcBef>
                <a:spcPts val="601"/>
              </a:spcBef>
              <a:spcAft>
                <a:spcPts val="0"/>
              </a:spcAft>
              <a:buSzPts val="1920"/>
              <a:buChar char="•"/>
              <a:defRPr sz="2400"/>
            </a:lvl2pPr>
            <a:lvl3pPr indent="-330200" lvl="2" marL="1371600" algn="l">
              <a:lnSpc>
                <a:spcPct val="100000"/>
              </a:lnSpc>
              <a:spcBef>
                <a:spcPts val="601"/>
              </a:spcBef>
              <a:spcAft>
                <a:spcPts val="0"/>
              </a:spcAft>
              <a:buSzPts val="1600"/>
              <a:buChar char="•"/>
              <a:defRPr sz="2000"/>
            </a:lvl3pPr>
            <a:lvl4pPr indent="-331527" lvl="3" marL="1828800" algn="l">
              <a:lnSpc>
                <a:spcPct val="100000"/>
              </a:lnSpc>
              <a:spcBef>
                <a:spcPts val="601"/>
              </a:spcBef>
              <a:spcAft>
                <a:spcPts val="0"/>
              </a:spcAft>
              <a:buSzPts val="1621"/>
              <a:buChar char="•"/>
              <a:defRPr sz="1801"/>
            </a:lvl4pPr>
            <a:lvl5pPr indent="-331527" lvl="4" marL="2286000" algn="l">
              <a:lnSpc>
                <a:spcPct val="100000"/>
              </a:lnSpc>
              <a:spcBef>
                <a:spcPts val="601"/>
              </a:spcBef>
              <a:spcAft>
                <a:spcPts val="0"/>
              </a:spcAft>
              <a:buSzPts val="1621"/>
              <a:buChar char="•"/>
              <a:defRPr sz="1801"/>
            </a:lvl5pPr>
            <a:lvl6pPr indent="-331527" lvl="5" marL="2743200" algn="l">
              <a:lnSpc>
                <a:spcPct val="90000"/>
              </a:lnSpc>
              <a:spcBef>
                <a:spcPts val="1261"/>
              </a:spcBef>
              <a:spcAft>
                <a:spcPts val="0"/>
              </a:spcAft>
              <a:buSzPts val="1621"/>
              <a:buFont typeface="Verdana"/>
              <a:buChar char="•"/>
              <a:defRPr sz="1801"/>
            </a:lvl6pPr>
            <a:lvl7pPr indent="-331527" lvl="6" marL="3200400" algn="l">
              <a:lnSpc>
                <a:spcPct val="90000"/>
              </a:lnSpc>
              <a:spcBef>
                <a:spcPts val="1261"/>
              </a:spcBef>
              <a:spcAft>
                <a:spcPts val="0"/>
              </a:spcAft>
              <a:buSzPts val="1621"/>
              <a:buFont typeface="Verdana"/>
              <a:buChar char="•"/>
              <a:defRPr sz="1801"/>
            </a:lvl7pPr>
            <a:lvl8pPr indent="-331527" lvl="7" marL="3657600" algn="l">
              <a:lnSpc>
                <a:spcPct val="90000"/>
              </a:lnSpc>
              <a:spcBef>
                <a:spcPts val="1261"/>
              </a:spcBef>
              <a:spcAft>
                <a:spcPts val="0"/>
              </a:spcAft>
              <a:buSzPts val="1621"/>
              <a:buFont typeface="Verdana"/>
              <a:buChar char="•"/>
              <a:defRPr sz="1801"/>
            </a:lvl8pPr>
            <a:lvl9pPr indent="-331527" lvl="8" marL="4114800" algn="l">
              <a:lnSpc>
                <a:spcPct val="90000"/>
              </a:lnSpc>
              <a:spcBef>
                <a:spcPts val="1261"/>
              </a:spcBef>
              <a:spcAft>
                <a:spcPts val="0"/>
              </a:spcAft>
              <a:buSzPts val="1621"/>
              <a:buFont typeface="Verdana"/>
              <a:buChar char="•"/>
              <a:defRPr sz="1801"/>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61" name="Shape 161"/>
        <p:cNvGrpSpPr/>
        <p:nvPr/>
      </p:nvGrpSpPr>
      <p:grpSpPr>
        <a:xfrm>
          <a:off x="0" y="0"/>
          <a:ext cx="0" cy="0"/>
          <a:chOff x="0" y="0"/>
          <a:chExt cx="0" cy="0"/>
        </a:xfrm>
      </p:grpSpPr>
      <p:sp>
        <p:nvSpPr>
          <p:cNvPr id="162" name="Google Shape;162;p177"/>
          <p:cNvSpPr txBox="1"/>
          <p:nvPr>
            <p:ph type="title"/>
          </p:nvPr>
        </p:nvSpPr>
        <p:spPr>
          <a:xfrm>
            <a:off x="609600" y="0"/>
            <a:ext cx="10972800" cy="807720"/>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63" name="Google Shape;163;p177"/>
          <p:cNvSpPr txBox="1"/>
          <p:nvPr>
            <p:ph idx="1" type="body"/>
          </p:nvPr>
        </p:nvSpPr>
        <p:spPr>
          <a:xfrm>
            <a:off x="609603" y="1535113"/>
            <a:ext cx="5386917" cy="63976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1"/>
              </a:spcBef>
              <a:spcAft>
                <a:spcPts val="0"/>
              </a:spcAft>
              <a:buSzPts val="2160"/>
              <a:buNone/>
              <a:defRPr b="0" sz="2400">
                <a:solidFill>
                  <a:srgbClr val="0070C0"/>
                </a:solidFill>
              </a:defRPr>
            </a:lvl1pPr>
            <a:lvl2pPr indent="-228600" lvl="1" marL="914400" algn="l">
              <a:lnSpc>
                <a:spcPct val="100000"/>
              </a:lnSpc>
              <a:spcBef>
                <a:spcPts val="601"/>
              </a:spcBef>
              <a:spcAft>
                <a:spcPts val="0"/>
              </a:spcAft>
              <a:buSzPts val="1600"/>
              <a:buNone/>
              <a:defRPr b="1" sz="2000"/>
            </a:lvl2pPr>
            <a:lvl3pPr indent="-228600" lvl="2" marL="1371600" algn="l">
              <a:lnSpc>
                <a:spcPct val="100000"/>
              </a:lnSpc>
              <a:spcBef>
                <a:spcPts val="601"/>
              </a:spcBef>
              <a:spcAft>
                <a:spcPts val="0"/>
              </a:spcAft>
              <a:buSzPts val="1441"/>
              <a:buNone/>
              <a:defRPr b="1" sz="1801"/>
            </a:lvl3pPr>
            <a:lvl4pPr indent="-228600" lvl="3" marL="1828800" algn="l">
              <a:lnSpc>
                <a:spcPct val="100000"/>
              </a:lnSpc>
              <a:spcBef>
                <a:spcPts val="601"/>
              </a:spcBef>
              <a:spcAft>
                <a:spcPts val="0"/>
              </a:spcAft>
              <a:buSzPts val="1440"/>
              <a:buNone/>
              <a:defRPr b="1" sz="1600"/>
            </a:lvl4pPr>
            <a:lvl5pPr indent="-228600" lvl="4" marL="2286000" algn="l">
              <a:lnSpc>
                <a:spcPct val="100000"/>
              </a:lnSpc>
              <a:spcBef>
                <a:spcPts val="601"/>
              </a:spcBef>
              <a:spcAft>
                <a:spcPts val="0"/>
              </a:spcAft>
              <a:buSzPts val="1440"/>
              <a:buNone/>
              <a:defRPr b="1" sz="1600"/>
            </a:lvl5pPr>
            <a:lvl6pPr indent="-228600" lvl="5" marL="2743200" algn="l">
              <a:lnSpc>
                <a:spcPct val="90000"/>
              </a:lnSpc>
              <a:spcBef>
                <a:spcPts val="1120"/>
              </a:spcBef>
              <a:spcAft>
                <a:spcPts val="0"/>
              </a:spcAft>
              <a:buSzPts val="1440"/>
              <a:buFont typeface="Verdana"/>
              <a:buNone/>
              <a:defRPr b="1" sz="1600"/>
            </a:lvl6pPr>
            <a:lvl7pPr indent="-228600" lvl="6" marL="3200400" algn="l">
              <a:lnSpc>
                <a:spcPct val="90000"/>
              </a:lnSpc>
              <a:spcBef>
                <a:spcPts val="1120"/>
              </a:spcBef>
              <a:spcAft>
                <a:spcPts val="0"/>
              </a:spcAft>
              <a:buSzPts val="1440"/>
              <a:buFont typeface="Verdana"/>
              <a:buNone/>
              <a:defRPr b="1" sz="1600"/>
            </a:lvl7pPr>
            <a:lvl8pPr indent="-228600" lvl="7" marL="3657600" algn="l">
              <a:lnSpc>
                <a:spcPct val="90000"/>
              </a:lnSpc>
              <a:spcBef>
                <a:spcPts val="1120"/>
              </a:spcBef>
              <a:spcAft>
                <a:spcPts val="0"/>
              </a:spcAft>
              <a:buSzPts val="1440"/>
              <a:buFont typeface="Verdana"/>
              <a:buNone/>
              <a:defRPr b="1" sz="1600"/>
            </a:lvl8pPr>
            <a:lvl9pPr indent="-228600" lvl="8" marL="4114800" algn="l">
              <a:lnSpc>
                <a:spcPct val="90000"/>
              </a:lnSpc>
              <a:spcBef>
                <a:spcPts val="1120"/>
              </a:spcBef>
              <a:spcAft>
                <a:spcPts val="0"/>
              </a:spcAft>
              <a:buSzPts val="1440"/>
              <a:buFont typeface="Verdana"/>
              <a:buNone/>
              <a:defRPr b="1" sz="1600"/>
            </a:lvl9pPr>
          </a:lstStyle>
          <a:p/>
        </p:txBody>
      </p:sp>
      <p:sp>
        <p:nvSpPr>
          <p:cNvPr id="164" name="Google Shape;164;p177"/>
          <p:cNvSpPr txBox="1"/>
          <p:nvPr>
            <p:ph idx="2" type="body"/>
          </p:nvPr>
        </p:nvSpPr>
        <p:spPr>
          <a:xfrm>
            <a:off x="609603" y="2174875"/>
            <a:ext cx="5386917" cy="3951288"/>
          </a:xfrm>
          <a:prstGeom prst="rect">
            <a:avLst/>
          </a:prstGeom>
          <a:noFill/>
          <a:ln>
            <a:noFill/>
          </a:ln>
        </p:spPr>
        <p:txBody>
          <a:bodyPr anchorCtr="0" anchor="t" bIns="0" lIns="0" spcFirstLastPara="1" rIns="0" wrap="square" tIns="0">
            <a:noAutofit/>
          </a:bodyPr>
          <a:lstStyle>
            <a:lvl1pPr indent="-365760" lvl="0" marL="457200" algn="l">
              <a:lnSpc>
                <a:spcPct val="100000"/>
              </a:lnSpc>
              <a:spcBef>
                <a:spcPts val="601"/>
              </a:spcBef>
              <a:spcAft>
                <a:spcPts val="0"/>
              </a:spcAft>
              <a:buSzPts val="2160"/>
              <a:buChar char="•"/>
              <a:defRPr sz="2400"/>
            </a:lvl1pPr>
            <a:lvl2pPr indent="-330200" lvl="1" marL="914400" algn="l">
              <a:lnSpc>
                <a:spcPct val="100000"/>
              </a:lnSpc>
              <a:spcBef>
                <a:spcPts val="601"/>
              </a:spcBef>
              <a:spcAft>
                <a:spcPts val="0"/>
              </a:spcAft>
              <a:buSzPts val="1600"/>
              <a:buChar char="•"/>
              <a:defRPr sz="2000"/>
            </a:lvl2pPr>
            <a:lvl3pPr indent="-320090" lvl="2" marL="1371600" algn="l">
              <a:lnSpc>
                <a:spcPct val="100000"/>
              </a:lnSpc>
              <a:spcBef>
                <a:spcPts val="601"/>
              </a:spcBef>
              <a:spcAft>
                <a:spcPts val="0"/>
              </a:spcAft>
              <a:buSzPts val="1441"/>
              <a:buChar char="•"/>
              <a:defRPr sz="1801"/>
            </a:lvl3pPr>
            <a:lvl4pPr indent="-320039" lvl="3" marL="1828800" algn="l">
              <a:lnSpc>
                <a:spcPct val="100000"/>
              </a:lnSpc>
              <a:spcBef>
                <a:spcPts val="601"/>
              </a:spcBef>
              <a:spcAft>
                <a:spcPts val="0"/>
              </a:spcAft>
              <a:buSzPts val="1440"/>
              <a:buChar char="•"/>
              <a:defRPr sz="1600"/>
            </a:lvl4pPr>
            <a:lvl5pPr indent="-320039" lvl="4" marL="2286000" algn="l">
              <a:lnSpc>
                <a:spcPct val="100000"/>
              </a:lnSpc>
              <a:spcBef>
                <a:spcPts val="601"/>
              </a:spcBef>
              <a:spcAft>
                <a:spcPts val="0"/>
              </a:spcAft>
              <a:buSzPts val="1440"/>
              <a:buChar char="•"/>
              <a:defRPr sz="1600"/>
            </a:lvl5pPr>
            <a:lvl6pPr indent="-320039" lvl="5" marL="2743200" algn="l">
              <a:lnSpc>
                <a:spcPct val="90000"/>
              </a:lnSpc>
              <a:spcBef>
                <a:spcPts val="1120"/>
              </a:spcBef>
              <a:spcAft>
                <a:spcPts val="0"/>
              </a:spcAft>
              <a:buSzPts val="1440"/>
              <a:buFont typeface="Verdana"/>
              <a:buChar char="•"/>
              <a:defRPr sz="1600"/>
            </a:lvl6pPr>
            <a:lvl7pPr indent="-320039" lvl="6" marL="3200400" algn="l">
              <a:lnSpc>
                <a:spcPct val="90000"/>
              </a:lnSpc>
              <a:spcBef>
                <a:spcPts val="1120"/>
              </a:spcBef>
              <a:spcAft>
                <a:spcPts val="0"/>
              </a:spcAft>
              <a:buSzPts val="1440"/>
              <a:buFont typeface="Verdana"/>
              <a:buChar char="•"/>
              <a:defRPr sz="1600"/>
            </a:lvl7pPr>
            <a:lvl8pPr indent="-320040" lvl="7" marL="3657600" algn="l">
              <a:lnSpc>
                <a:spcPct val="90000"/>
              </a:lnSpc>
              <a:spcBef>
                <a:spcPts val="1120"/>
              </a:spcBef>
              <a:spcAft>
                <a:spcPts val="0"/>
              </a:spcAft>
              <a:buSzPts val="1440"/>
              <a:buFont typeface="Verdana"/>
              <a:buChar char="•"/>
              <a:defRPr sz="1600"/>
            </a:lvl8pPr>
            <a:lvl9pPr indent="-320040" lvl="8" marL="4114800" algn="l">
              <a:lnSpc>
                <a:spcPct val="90000"/>
              </a:lnSpc>
              <a:spcBef>
                <a:spcPts val="1120"/>
              </a:spcBef>
              <a:spcAft>
                <a:spcPts val="0"/>
              </a:spcAft>
              <a:buSzPts val="1440"/>
              <a:buFont typeface="Verdana"/>
              <a:buChar char="•"/>
              <a:defRPr sz="1600"/>
            </a:lvl9pPr>
          </a:lstStyle>
          <a:p/>
        </p:txBody>
      </p:sp>
      <p:sp>
        <p:nvSpPr>
          <p:cNvPr id="165" name="Google Shape;165;p177"/>
          <p:cNvSpPr txBox="1"/>
          <p:nvPr>
            <p:ph idx="3" type="body"/>
          </p:nvPr>
        </p:nvSpPr>
        <p:spPr>
          <a:xfrm>
            <a:off x="6193372" y="1535113"/>
            <a:ext cx="5389033" cy="63976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1"/>
              </a:spcBef>
              <a:spcAft>
                <a:spcPts val="0"/>
              </a:spcAft>
              <a:buSzPts val="2160"/>
              <a:buNone/>
              <a:defRPr b="0" sz="2400">
                <a:solidFill>
                  <a:srgbClr val="0070C0"/>
                </a:solidFill>
              </a:defRPr>
            </a:lvl1pPr>
            <a:lvl2pPr indent="-228600" lvl="1" marL="914400" algn="l">
              <a:lnSpc>
                <a:spcPct val="100000"/>
              </a:lnSpc>
              <a:spcBef>
                <a:spcPts val="601"/>
              </a:spcBef>
              <a:spcAft>
                <a:spcPts val="0"/>
              </a:spcAft>
              <a:buSzPts val="1600"/>
              <a:buNone/>
              <a:defRPr b="1" sz="2000"/>
            </a:lvl2pPr>
            <a:lvl3pPr indent="-228600" lvl="2" marL="1371600" algn="l">
              <a:lnSpc>
                <a:spcPct val="100000"/>
              </a:lnSpc>
              <a:spcBef>
                <a:spcPts val="601"/>
              </a:spcBef>
              <a:spcAft>
                <a:spcPts val="0"/>
              </a:spcAft>
              <a:buSzPts val="1441"/>
              <a:buNone/>
              <a:defRPr b="1" sz="1801"/>
            </a:lvl3pPr>
            <a:lvl4pPr indent="-228600" lvl="3" marL="1828800" algn="l">
              <a:lnSpc>
                <a:spcPct val="100000"/>
              </a:lnSpc>
              <a:spcBef>
                <a:spcPts val="601"/>
              </a:spcBef>
              <a:spcAft>
                <a:spcPts val="0"/>
              </a:spcAft>
              <a:buSzPts val="1440"/>
              <a:buNone/>
              <a:defRPr b="1" sz="1600"/>
            </a:lvl4pPr>
            <a:lvl5pPr indent="-228600" lvl="4" marL="2286000" algn="l">
              <a:lnSpc>
                <a:spcPct val="100000"/>
              </a:lnSpc>
              <a:spcBef>
                <a:spcPts val="601"/>
              </a:spcBef>
              <a:spcAft>
                <a:spcPts val="0"/>
              </a:spcAft>
              <a:buSzPts val="1440"/>
              <a:buNone/>
              <a:defRPr b="1" sz="1600"/>
            </a:lvl5pPr>
            <a:lvl6pPr indent="-228600" lvl="5" marL="2743200" algn="l">
              <a:lnSpc>
                <a:spcPct val="90000"/>
              </a:lnSpc>
              <a:spcBef>
                <a:spcPts val="1120"/>
              </a:spcBef>
              <a:spcAft>
                <a:spcPts val="0"/>
              </a:spcAft>
              <a:buSzPts val="1440"/>
              <a:buFont typeface="Verdana"/>
              <a:buNone/>
              <a:defRPr b="1" sz="1600"/>
            </a:lvl6pPr>
            <a:lvl7pPr indent="-228600" lvl="6" marL="3200400" algn="l">
              <a:lnSpc>
                <a:spcPct val="90000"/>
              </a:lnSpc>
              <a:spcBef>
                <a:spcPts val="1120"/>
              </a:spcBef>
              <a:spcAft>
                <a:spcPts val="0"/>
              </a:spcAft>
              <a:buSzPts val="1440"/>
              <a:buFont typeface="Verdana"/>
              <a:buNone/>
              <a:defRPr b="1" sz="1600"/>
            </a:lvl7pPr>
            <a:lvl8pPr indent="-228600" lvl="7" marL="3657600" algn="l">
              <a:lnSpc>
                <a:spcPct val="90000"/>
              </a:lnSpc>
              <a:spcBef>
                <a:spcPts val="1120"/>
              </a:spcBef>
              <a:spcAft>
                <a:spcPts val="0"/>
              </a:spcAft>
              <a:buSzPts val="1440"/>
              <a:buFont typeface="Verdana"/>
              <a:buNone/>
              <a:defRPr b="1" sz="1600"/>
            </a:lvl8pPr>
            <a:lvl9pPr indent="-228600" lvl="8" marL="4114800" algn="l">
              <a:lnSpc>
                <a:spcPct val="90000"/>
              </a:lnSpc>
              <a:spcBef>
                <a:spcPts val="1120"/>
              </a:spcBef>
              <a:spcAft>
                <a:spcPts val="0"/>
              </a:spcAft>
              <a:buSzPts val="1440"/>
              <a:buFont typeface="Verdana"/>
              <a:buNone/>
              <a:defRPr b="1" sz="1600"/>
            </a:lvl9pPr>
          </a:lstStyle>
          <a:p/>
        </p:txBody>
      </p:sp>
      <p:sp>
        <p:nvSpPr>
          <p:cNvPr id="166" name="Google Shape;166;p177"/>
          <p:cNvSpPr txBox="1"/>
          <p:nvPr>
            <p:ph idx="4" type="body"/>
          </p:nvPr>
        </p:nvSpPr>
        <p:spPr>
          <a:xfrm>
            <a:off x="6193372" y="2174875"/>
            <a:ext cx="5389033" cy="3951288"/>
          </a:xfrm>
          <a:prstGeom prst="rect">
            <a:avLst/>
          </a:prstGeom>
          <a:noFill/>
          <a:ln>
            <a:noFill/>
          </a:ln>
        </p:spPr>
        <p:txBody>
          <a:bodyPr anchorCtr="0" anchor="t" bIns="0" lIns="0" spcFirstLastPara="1" rIns="0" wrap="square" tIns="0">
            <a:noAutofit/>
          </a:bodyPr>
          <a:lstStyle>
            <a:lvl1pPr indent="-365760" lvl="0" marL="457200" algn="l">
              <a:lnSpc>
                <a:spcPct val="100000"/>
              </a:lnSpc>
              <a:spcBef>
                <a:spcPts val="601"/>
              </a:spcBef>
              <a:spcAft>
                <a:spcPts val="0"/>
              </a:spcAft>
              <a:buSzPts val="2160"/>
              <a:buChar char="•"/>
              <a:defRPr sz="2400"/>
            </a:lvl1pPr>
            <a:lvl2pPr indent="-330200" lvl="1" marL="914400" algn="l">
              <a:lnSpc>
                <a:spcPct val="100000"/>
              </a:lnSpc>
              <a:spcBef>
                <a:spcPts val="601"/>
              </a:spcBef>
              <a:spcAft>
                <a:spcPts val="0"/>
              </a:spcAft>
              <a:buSzPts val="1600"/>
              <a:buChar char="•"/>
              <a:defRPr sz="2000"/>
            </a:lvl2pPr>
            <a:lvl3pPr indent="-320090" lvl="2" marL="1371600" algn="l">
              <a:lnSpc>
                <a:spcPct val="100000"/>
              </a:lnSpc>
              <a:spcBef>
                <a:spcPts val="601"/>
              </a:spcBef>
              <a:spcAft>
                <a:spcPts val="0"/>
              </a:spcAft>
              <a:buSzPts val="1441"/>
              <a:buChar char="•"/>
              <a:defRPr sz="1801"/>
            </a:lvl3pPr>
            <a:lvl4pPr indent="-320039" lvl="3" marL="1828800" algn="l">
              <a:lnSpc>
                <a:spcPct val="100000"/>
              </a:lnSpc>
              <a:spcBef>
                <a:spcPts val="601"/>
              </a:spcBef>
              <a:spcAft>
                <a:spcPts val="0"/>
              </a:spcAft>
              <a:buSzPts val="1440"/>
              <a:buChar char="•"/>
              <a:defRPr sz="1600"/>
            </a:lvl4pPr>
            <a:lvl5pPr indent="-320039" lvl="4" marL="2286000" algn="l">
              <a:lnSpc>
                <a:spcPct val="100000"/>
              </a:lnSpc>
              <a:spcBef>
                <a:spcPts val="601"/>
              </a:spcBef>
              <a:spcAft>
                <a:spcPts val="0"/>
              </a:spcAft>
              <a:buSzPts val="1440"/>
              <a:buChar char="•"/>
              <a:defRPr sz="1600"/>
            </a:lvl5pPr>
            <a:lvl6pPr indent="-320039" lvl="5" marL="2743200" algn="l">
              <a:lnSpc>
                <a:spcPct val="90000"/>
              </a:lnSpc>
              <a:spcBef>
                <a:spcPts val="1120"/>
              </a:spcBef>
              <a:spcAft>
                <a:spcPts val="0"/>
              </a:spcAft>
              <a:buSzPts val="1440"/>
              <a:buFont typeface="Verdana"/>
              <a:buChar char="•"/>
              <a:defRPr sz="1600"/>
            </a:lvl6pPr>
            <a:lvl7pPr indent="-320039" lvl="6" marL="3200400" algn="l">
              <a:lnSpc>
                <a:spcPct val="90000"/>
              </a:lnSpc>
              <a:spcBef>
                <a:spcPts val="1120"/>
              </a:spcBef>
              <a:spcAft>
                <a:spcPts val="0"/>
              </a:spcAft>
              <a:buSzPts val="1440"/>
              <a:buFont typeface="Verdana"/>
              <a:buChar char="•"/>
              <a:defRPr sz="1600"/>
            </a:lvl7pPr>
            <a:lvl8pPr indent="-320040" lvl="7" marL="3657600" algn="l">
              <a:lnSpc>
                <a:spcPct val="90000"/>
              </a:lnSpc>
              <a:spcBef>
                <a:spcPts val="1120"/>
              </a:spcBef>
              <a:spcAft>
                <a:spcPts val="0"/>
              </a:spcAft>
              <a:buSzPts val="1440"/>
              <a:buFont typeface="Verdana"/>
              <a:buChar char="•"/>
              <a:defRPr sz="1600"/>
            </a:lvl8pPr>
            <a:lvl9pPr indent="-320040" lvl="8" marL="4114800" algn="l">
              <a:lnSpc>
                <a:spcPct val="90000"/>
              </a:lnSpc>
              <a:spcBef>
                <a:spcPts val="1120"/>
              </a:spcBef>
              <a:spcAft>
                <a:spcPts val="0"/>
              </a:spcAft>
              <a:buSzPts val="1440"/>
              <a:buFont typeface="Verdana"/>
              <a:buChar char="•"/>
              <a:defRPr sz="16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7" name="Shape 167"/>
        <p:cNvGrpSpPr/>
        <p:nvPr/>
      </p:nvGrpSpPr>
      <p:grpSpPr>
        <a:xfrm>
          <a:off x="0" y="0"/>
          <a:ext cx="0" cy="0"/>
          <a:chOff x="0" y="0"/>
          <a:chExt cx="0" cy="0"/>
        </a:xfrm>
      </p:grpSpPr>
      <p:sp>
        <p:nvSpPr>
          <p:cNvPr id="168" name="Google Shape;168;p178"/>
          <p:cNvSpPr txBox="1"/>
          <p:nvPr>
            <p:ph type="title"/>
          </p:nvPr>
        </p:nvSpPr>
        <p:spPr>
          <a:xfrm>
            <a:off x="613838" y="-2"/>
            <a:ext cx="10365317" cy="740664"/>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9" name="Shape 169"/>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70" name="Shape 170"/>
        <p:cNvGrpSpPr/>
        <p:nvPr/>
      </p:nvGrpSpPr>
      <p:grpSpPr>
        <a:xfrm>
          <a:off x="0" y="0"/>
          <a:ext cx="0" cy="0"/>
          <a:chOff x="0" y="0"/>
          <a:chExt cx="0" cy="0"/>
        </a:xfrm>
      </p:grpSpPr>
      <p:sp>
        <p:nvSpPr>
          <p:cNvPr id="171" name="Google Shape;171;p180"/>
          <p:cNvSpPr txBox="1"/>
          <p:nvPr>
            <p:ph type="title"/>
          </p:nvPr>
        </p:nvSpPr>
        <p:spPr>
          <a:xfrm>
            <a:off x="609601" y="273050"/>
            <a:ext cx="4011084" cy="1162050"/>
          </a:xfrm>
          <a:prstGeom prst="rect">
            <a:avLst/>
          </a:prstGeom>
          <a:noFill/>
          <a:ln>
            <a:noFill/>
          </a:ln>
        </p:spPr>
        <p:txBody>
          <a:bodyPr anchorCtr="0" anchor="t" bIns="45700" lIns="0" spcFirstLastPara="1" rIns="91425" wrap="square" tIns="45700">
            <a:noAutofit/>
          </a:bodyPr>
          <a:lstStyle>
            <a:lvl1pPr lvl="0" algn="l">
              <a:lnSpc>
                <a:spcPct val="85000"/>
              </a:lnSpc>
              <a:spcBef>
                <a:spcPts val="0"/>
              </a:spcBef>
              <a:spcAft>
                <a:spcPts val="0"/>
              </a:spcAft>
              <a:buSzPts val="1400"/>
              <a:buNone/>
              <a:defRPr b="0" sz="2000"/>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72" name="Google Shape;172;p180"/>
          <p:cNvSpPr txBox="1"/>
          <p:nvPr>
            <p:ph idx="1" type="body"/>
          </p:nvPr>
        </p:nvSpPr>
        <p:spPr>
          <a:xfrm>
            <a:off x="4766733" y="273053"/>
            <a:ext cx="6815668" cy="5853113"/>
          </a:xfrm>
          <a:prstGeom prst="rect">
            <a:avLst/>
          </a:prstGeom>
          <a:noFill/>
          <a:ln>
            <a:noFill/>
          </a:ln>
        </p:spPr>
        <p:txBody>
          <a:bodyPr anchorCtr="0" anchor="t" bIns="0" lIns="0" spcFirstLastPara="1" rIns="0" wrap="square" tIns="0">
            <a:noAutofit/>
          </a:bodyPr>
          <a:lstStyle>
            <a:lvl1pPr indent="-411480" lvl="0" marL="457200" algn="l">
              <a:lnSpc>
                <a:spcPct val="100000"/>
              </a:lnSpc>
              <a:spcBef>
                <a:spcPts val="601"/>
              </a:spcBef>
              <a:spcAft>
                <a:spcPts val="0"/>
              </a:spcAft>
              <a:buSzPts val="2880"/>
              <a:buChar char="•"/>
              <a:defRPr sz="3200">
                <a:solidFill>
                  <a:schemeClr val="lt1"/>
                </a:solidFill>
              </a:defRPr>
            </a:lvl1pPr>
            <a:lvl2pPr indent="-370840" lvl="1" marL="914400" algn="l">
              <a:lnSpc>
                <a:spcPct val="100000"/>
              </a:lnSpc>
              <a:spcBef>
                <a:spcPts val="601"/>
              </a:spcBef>
              <a:spcAft>
                <a:spcPts val="0"/>
              </a:spcAft>
              <a:buSzPts val="2240"/>
              <a:buChar char="•"/>
              <a:defRPr sz="2800"/>
            </a:lvl2pPr>
            <a:lvl3pPr indent="-350519" lvl="2" marL="1371600" algn="l">
              <a:lnSpc>
                <a:spcPct val="100000"/>
              </a:lnSpc>
              <a:spcBef>
                <a:spcPts val="601"/>
              </a:spcBef>
              <a:spcAft>
                <a:spcPts val="0"/>
              </a:spcAft>
              <a:buSzPts val="1920"/>
              <a:buChar char="•"/>
              <a:defRPr sz="2400"/>
            </a:lvl3pPr>
            <a:lvl4pPr indent="-342900" lvl="3" marL="1828800" algn="l">
              <a:lnSpc>
                <a:spcPct val="100000"/>
              </a:lnSpc>
              <a:spcBef>
                <a:spcPts val="601"/>
              </a:spcBef>
              <a:spcAft>
                <a:spcPts val="0"/>
              </a:spcAft>
              <a:buSzPts val="1800"/>
              <a:buChar char="•"/>
              <a:defRPr sz="2000"/>
            </a:lvl4pPr>
            <a:lvl5pPr indent="-342900" lvl="4" marL="2286000" algn="l">
              <a:lnSpc>
                <a:spcPct val="100000"/>
              </a:lnSpc>
              <a:spcBef>
                <a:spcPts val="601"/>
              </a:spcBef>
              <a:spcAft>
                <a:spcPts val="0"/>
              </a:spcAft>
              <a:buSzPts val="1800"/>
              <a:buChar char="•"/>
              <a:defRPr sz="2000"/>
            </a:lvl5pPr>
            <a:lvl6pPr indent="-342900" lvl="5" marL="2743200" algn="l">
              <a:lnSpc>
                <a:spcPct val="90000"/>
              </a:lnSpc>
              <a:spcBef>
                <a:spcPts val="1400"/>
              </a:spcBef>
              <a:spcAft>
                <a:spcPts val="0"/>
              </a:spcAft>
              <a:buSzPts val="1800"/>
              <a:buFont typeface="Verdana"/>
              <a:buChar char="•"/>
              <a:defRPr sz="2000"/>
            </a:lvl6pPr>
            <a:lvl7pPr indent="-342900" lvl="6" marL="3200400" algn="l">
              <a:lnSpc>
                <a:spcPct val="90000"/>
              </a:lnSpc>
              <a:spcBef>
                <a:spcPts val="1400"/>
              </a:spcBef>
              <a:spcAft>
                <a:spcPts val="0"/>
              </a:spcAft>
              <a:buSzPts val="1800"/>
              <a:buFont typeface="Verdana"/>
              <a:buChar char="•"/>
              <a:defRPr sz="2000"/>
            </a:lvl7pPr>
            <a:lvl8pPr indent="-342900" lvl="7" marL="3657600" algn="l">
              <a:lnSpc>
                <a:spcPct val="90000"/>
              </a:lnSpc>
              <a:spcBef>
                <a:spcPts val="1400"/>
              </a:spcBef>
              <a:spcAft>
                <a:spcPts val="0"/>
              </a:spcAft>
              <a:buSzPts val="1800"/>
              <a:buFont typeface="Verdana"/>
              <a:buChar char="•"/>
              <a:defRPr sz="2000"/>
            </a:lvl8pPr>
            <a:lvl9pPr indent="-342900" lvl="8" marL="4114800" algn="l">
              <a:lnSpc>
                <a:spcPct val="90000"/>
              </a:lnSpc>
              <a:spcBef>
                <a:spcPts val="1400"/>
              </a:spcBef>
              <a:spcAft>
                <a:spcPts val="0"/>
              </a:spcAft>
              <a:buSzPts val="1800"/>
              <a:buFont typeface="Verdana"/>
              <a:buChar char="•"/>
              <a:defRPr sz="2000"/>
            </a:lvl9pPr>
          </a:lstStyle>
          <a:p/>
        </p:txBody>
      </p:sp>
      <p:sp>
        <p:nvSpPr>
          <p:cNvPr id="173" name="Google Shape;173;p180"/>
          <p:cNvSpPr txBox="1"/>
          <p:nvPr>
            <p:ph idx="2" type="body"/>
          </p:nvPr>
        </p:nvSpPr>
        <p:spPr>
          <a:xfrm>
            <a:off x="609601" y="1435101"/>
            <a:ext cx="4011084" cy="469106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1"/>
              </a:spcBef>
              <a:spcAft>
                <a:spcPts val="0"/>
              </a:spcAft>
              <a:buSzPts val="1261"/>
              <a:buNone/>
              <a:defRPr sz="1401"/>
            </a:lvl1pPr>
            <a:lvl2pPr indent="-228600" lvl="1" marL="914400" algn="l">
              <a:lnSpc>
                <a:spcPct val="100000"/>
              </a:lnSpc>
              <a:spcBef>
                <a:spcPts val="601"/>
              </a:spcBef>
              <a:spcAft>
                <a:spcPts val="0"/>
              </a:spcAft>
              <a:buSzPts val="960"/>
              <a:buNone/>
              <a:defRPr sz="1200"/>
            </a:lvl2pPr>
            <a:lvl3pPr indent="-228600" lvl="2" marL="1371600" algn="l">
              <a:lnSpc>
                <a:spcPct val="100000"/>
              </a:lnSpc>
              <a:spcBef>
                <a:spcPts val="601"/>
              </a:spcBef>
              <a:spcAft>
                <a:spcPts val="0"/>
              </a:spcAft>
              <a:buSzPts val="801"/>
              <a:buNone/>
              <a:defRPr sz="1001"/>
            </a:lvl3pPr>
            <a:lvl4pPr indent="-228600" lvl="3" marL="1828800" algn="l">
              <a:lnSpc>
                <a:spcPct val="100000"/>
              </a:lnSpc>
              <a:spcBef>
                <a:spcPts val="601"/>
              </a:spcBef>
              <a:spcAft>
                <a:spcPts val="0"/>
              </a:spcAft>
              <a:buSzPts val="810"/>
              <a:buNone/>
              <a:defRPr sz="900"/>
            </a:lvl4pPr>
            <a:lvl5pPr indent="-228600" lvl="4" marL="2286000" algn="l">
              <a:lnSpc>
                <a:spcPct val="100000"/>
              </a:lnSpc>
              <a:spcBef>
                <a:spcPts val="601"/>
              </a:spcBef>
              <a:spcAft>
                <a:spcPts val="0"/>
              </a:spcAft>
              <a:buSzPts val="810"/>
              <a:buNone/>
              <a:defRPr sz="900"/>
            </a:lvl5pPr>
            <a:lvl6pPr indent="-228600" lvl="5" marL="2743200" algn="l">
              <a:lnSpc>
                <a:spcPct val="90000"/>
              </a:lnSpc>
              <a:spcBef>
                <a:spcPts val="630"/>
              </a:spcBef>
              <a:spcAft>
                <a:spcPts val="0"/>
              </a:spcAft>
              <a:buSzPts val="810"/>
              <a:buFont typeface="Verdana"/>
              <a:buNone/>
              <a:defRPr sz="900"/>
            </a:lvl6pPr>
            <a:lvl7pPr indent="-228600" lvl="6" marL="3200400" algn="l">
              <a:lnSpc>
                <a:spcPct val="90000"/>
              </a:lnSpc>
              <a:spcBef>
                <a:spcPts val="630"/>
              </a:spcBef>
              <a:spcAft>
                <a:spcPts val="0"/>
              </a:spcAft>
              <a:buSzPts val="810"/>
              <a:buFont typeface="Verdana"/>
              <a:buNone/>
              <a:defRPr sz="900"/>
            </a:lvl7pPr>
            <a:lvl8pPr indent="-228600" lvl="7" marL="3657600" algn="l">
              <a:lnSpc>
                <a:spcPct val="90000"/>
              </a:lnSpc>
              <a:spcBef>
                <a:spcPts val="630"/>
              </a:spcBef>
              <a:spcAft>
                <a:spcPts val="0"/>
              </a:spcAft>
              <a:buSzPts val="810"/>
              <a:buFont typeface="Verdana"/>
              <a:buNone/>
              <a:defRPr sz="900"/>
            </a:lvl8pPr>
            <a:lvl9pPr indent="-228600" lvl="8" marL="4114800" algn="l">
              <a:lnSpc>
                <a:spcPct val="90000"/>
              </a:lnSpc>
              <a:spcBef>
                <a:spcPts val="630"/>
              </a:spcBef>
              <a:spcAft>
                <a:spcPts val="0"/>
              </a:spcAft>
              <a:buSzPts val="810"/>
              <a:buFont typeface="Verdana"/>
              <a:buNone/>
              <a:defRPr sz="9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74" name="Shape 174"/>
        <p:cNvGrpSpPr/>
        <p:nvPr/>
      </p:nvGrpSpPr>
      <p:grpSpPr>
        <a:xfrm>
          <a:off x="0" y="0"/>
          <a:ext cx="0" cy="0"/>
          <a:chOff x="0" y="0"/>
          <a:chExt cx="0" cy="0"/>
        </a:xfrm>
      </p:grpSpPr>
      <p:sp>
        <p:nvSpPr>
          <p:cNvPr id="175" name="Google Shape;175;p181"/>
          <p:cNvSpPr txBox="1"/>
          <p:nvPr>
            <p:ph type="title"/>
          </p:nvPr>
        </p:nvSpPr>
        <p:spPr>
          <a:xfrm>
            <a:off x="2389717" y="4800600"/>
            <a:ext cx="7315200" cy="566738"/>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b="1" sz="2000"/>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76" name="Google Shape;176;p181"/>
          <p:cNvSpPr/>
          <p:nvPr>
            <p:ph idx="2" type="pic"/>
          </p:nvPr>
        </p:nvSpPr>
        <p:spPr>
          <a:xfrm>
            <a:off x="2389717" y="612775"/>
            <a:ext cx="7315200" cy="4114800"/>
          </a:xfrm>
          <a:prstGeom prst="rect">
            <a:avLst/>
          </a:prstGeom>
          <a:noFill/>
          <a:ln>
            <a:noFill/>
          </a:ln>
        </p:spPr>
      </p:sp>
      <p:sp>
        <p:nvSpPr>
          <p:cNvPr id="177" name="Google Shape;177;p181"/>
          <p:cNvSpPr txBox="1"/>
          <p:nvPr>
            <p:ph idx="1" type="body"/>
          </p:nvPr>
        </p:nvSpPr>
        <p:spPr>
          <a:xfrm>
            <a:off x="2389717" y="5367338"/>
            <a:ext cx="7315200" cy="80486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1"/>
              </a:spcBef>
              <a:spcAft>
                <a:spcPts val="0"/>
              </a:spcAft>
              <a:buSzPts val="1261"/>
              <a:buNone/>
              <a:defRPr sz="1401"/>
            </a:lvl1pPr>
            <a:lvl2pPr indent="-228600" lvl="1" marL="914400" algn="l">
              <a:lnSpc>
                <a:spcPct val="100000"/>
              </a:lnSpc>
              <a:spcBef>
                <a:spcPts val="601"/>
              </a:spcBef>
              <a:spcAft>
                <a:spcPts val="0"/>
              </a:spcAft>
              <a:buSzPts val="960"/>
              <a:buNone/>
              <a:defRPr sz="1200"/>
            </a:lvl2pPr>
            <a:lvl3pPr indent="-228600" lvl="2" marL="1371600" algn="l">
              <a:lnSpc>
                <a:spcPct val="100000"/>
              </a:lnSpc>
              <a:spcBef>
                <a:spcPts val="601"/>
              </a:spcBef>
              <a:spcAft>
                <a:spcPts val="0"/>
              </a:spcAft>
              <a:buSzPts val="801"/>
              <a:buNone/>
              <a:defRPr sz="1001"/>
            </a:lvl3pPr>
            <a:lvl4pPr indent="-228600" lvl="3" marL="1828800" algn="l">
              <a:lnSpc>
                <a:spcPct val="100000"/>
              </a:lnSpc>
              <a:spcBef>
                <a:spcPts val="601"/>
              </a:spcBef>
              <a:spcAft>
                <a:spcPts val="0"/>
              </a:spcAft>
              <a:buSzPts val="810"/>
              <a:buNone/>
              <a:defRPr sz="900"/>
            </a:lvl4pPr>
            <a:lvl5pPr indent="-228600" lvl="4" marL="2286000" algn="l">
              <a:lnSpc>
                <a:spcPct val="100000"/>
              </a:lnSpc>
              <a:spcBef>
                <a:spcPts val="601"/>
              </a:spcBef>
              <a:spcAft>
                <a:spcPts val="0"/>
              </a:spcAft>
              <a:buSzPts val="810"/>
              <a:buNone/>
              <a:defRPr sz="900"/>
            </a:lvl5pPr>
            <a:lvl6pPr indent="-228600" lvl="5" marL="2743200" algn="l">
              <a:lnSpc>
                <a:spcPct val="90000"/>
              </a:lnSpc>
              <a:spcBef>
                <a:spcPts val="630"/>
              </a:spcBef>
              <a:spcAft>
                <a:spcPts val="0"/>
              </a:spcAft>
              <a:buSzPts val="810"/>
              <a:buFont typeface="Verdana"/>
              <a:buNone/>
              <a:defRPr sz="900"/>
            </a:lvl6pPr>
            <a:lvl7pPr indent="-228600" lvl="6" marL="3200400" algn="l">
              <a:lnSpc>
                <a:spcPct val="90000"/>
              </a:lnSpc>
              <a:spcBef>
                <a:spcPts val="630"/>
              </a:spcBef>
              <a:spcAft>
                <a:spcPts val="0"/>
              </a:spcAft>
              <a:buSzPts val="810"/>
              <a:buFont typeface="Verdana"/>
              <a:buNone/>
              <a:defRPr sz="900"/>
            </a:lvl7pPr>
            <a:lvl8pPr indent="-228600" lvl="7" marL="3657600" algn="l">
              <a:lnSpc>
                <a:spcPct val="90000"/>
              </a:lnSpc>
              <a:spcBef>
                <a:spcPts val="630"/>
              </a:spcBef>
              <a:spcAft>
                <a:spcPts val="0"/>
              </a:spcAft>
              <a:buSzPts val="810"/>
              <a:buFont typeface="Verdana"/>
              <a:buNone/>
              <a:defRPr sz="900"/>
            </a:lvl8pPr>
            <a:lvl9pPr indent="-228600" lvl="8" marL="4114800" algn="l">
              <a:lnSpc>
                <a:spcPct val="90000"/>
              </a:lnSpc>
              <a:spcBef>
                <a:spcPts val="630"/>
              </a:spcBef>
              <a:spcAft>
                <a:spcPts val="0"/>
              </a:spcAft>
              <a:buSzPts val="810"/>
              <a:buFont typeface="Verdana"/>
              <a:buNone/>
              <a:defRPr sz="9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78" name="Shape 178"/>
        <p:cNvGrpSpPr/>
        <p:nvPr/>
      </p:nvGrpSpPr>
      <p:grpSpPr>
        <a:xfrm>
          <a:off x="0" y="0"/>
          <a:ext cx="0" cy="0"/>
          <a:chOff x="0" y="0"/>
          <a:chExt cx="0" cy="0"/>
        </a:xfrm>
      </p:grpSpPr>
      <p:sp>
        <p:nvSpPr>
          <p:cNvPr id="179" name="Google Shape;179;p182"/>
          <p:cNvSpPr txBox="1"/>
          <p:nvPr>
            <p:ph type="title"/>
          </p:nvPr>
        </p:nvSpPr>
        <p:spPr>
          <a:xfrm>
            <a:off x="613838" y="-2"/>
            <a:ext cx="10365317" cy="740664"/>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80" name="Google Shape;180;p182"/>
          <p:cNvSpPr txBox="1"/>
          <p:nvPr>
            <p:ph idx="1" type="body"/>
          </p:nvPr>
        </p:nvSpPr>
        <p:spPr>
          <a:xfrm rot="5400000">
            <a:off x="3450815" y="-1817878"/>
            <a:ext cx="5147356" cy="10825541"/>
          </a:xfrm>
          <a:prstGeom prst="rect">
            <a:avLst/>
          </a:prstGeom>
          <a:noFill/>
          <a:ln>
            <a:noFill/>
          </a:ln>
        </p:spPr>
        <p:txBody>
          <a:bodyPr anchorCtr="0" anchor="t" bIns="0" lIns="0" spcFirstLastPara="1" rIns="0" wrap="square" tIns="0">
            <a:noAutofit/>
          </a:bodyPr>
          <a:lstStyle>
            <a:lvl1pPr indent="-331470" lvl="0" marL="457200" algn="l">
              <a:lnSpc>
                <a:spcPct val="100000"/>
              </a:lnSpc>
              <a:spcBef>
                <a:spcPts val="601"/>
              </a:spcBef>
              <a:spcAft>
                <a:spcPts val="0"/>
              </a:spcAft>
              <a:buSzPts val="1620"/>
              <a:buChar char="•"/>
              <a:defRPr/>
            </a:lvl1pPr>
            <a:lvl2pPr indent="-320040" lvl="1" marL="914400" algn="l">
              <a:lnSpc>
                <a:spcPct val="100000"/>
              </a:lnSpc>
              <a:spcBef>
                <a:spcPts val="601"/>
              </a:spcBef>
              <a:spcAft>
                <a:spcPts val="0"/>
              </a:spcAft>
              <a:buSzPts val="1440"/>
              <a:buChar char="•"/>
              <a:defRPr/>
            </a:lvl2pPr>
            <a:lvl3pPr indent="-320039" lvl="2" marL="1371600" algn="l">
              <a:lnSpc>
                <a:spcPct val="100000"/>
              </a:lnSpc>
              <a:spcBef>
                <a:spcPts val="601"/>
              </a:spcBef>
              <a:spcAft>
                <a:spcPts val="0"/>
              </a:spcAft>
              <a:buSzPts val="1440"/>
              <a:buChar char="•"/>
              <a:defRPr/>
            </a:lvl3pPr>
            <a:lvl4pPr indent="-331469" lvl="3" marL="1828800" algn="l">
              <a:lnSpc>
                <a:spcPct val="100000"/>
              </a:lnSpc>
              <a:spcBef>
                <a:spcPts val="601"/>
              </a:spcBef>
              <a:spcAft>
                <a:spcPts val="0"/>
              </a:spcAft>
              <a:buSzPts val="1620"/>
              <a:buChar char="•"/>
              <a:defRPr/>
            </a:lvl4pPr>
            <a:lvl5pPr indent="-331470" lvl="4" marL="2286000" algn="l">
              <a:lnSpc>
                <a:spcPct val="100000"/>
              </a:lnSpc>
              <a:spcBef>
                <a:spcPts val="601"/>
              </a:spcBef>
              <a:spcAft>
                <a:spcPts val="0"/>
              </a:spcAft>
              <a:buSzPts val="1620"/>
              <a:buChar char="•"/>
              <a:defRPr/>
            </a:lvl5pPr>
            <a:lvl6pPr indent="-331470" lvl="5" marL="2743200" algn="l">
              <a:lnSpc>
                <a:spcPct val="90000"/>
              </a:lnSpc>
              <a:spcBef>
                <a:spcPts val="1260"/>
              </a:spcBef>
              <a:spcAft>
                <a:spcPts val="0"/>
              </a:spcAft>
              <a:buSzPts val="1620"/>
              <a:buChar char="•"/>
              <a:defRPr/>
            </a:lvl6pPr>
            <a:lvl7pPr indent="-331470" lvl="6" marL="3200400" algn="l">
              <a:lnSpc>
                <a:spcPct val="90000"/>
              </a:lnSpc>
              <a:spcBef>
                <a:spcPts val="1260"/>
              </a:spcBef>
              <a:spcAft>
                <a:spcPts val="0"/>
              </a:spcAft>
              <a:buSzPts val="1620"/>
              <a:buChar char="•"/>
              <a:defRPr/>
            </a:lvl7pPr>
            <a:lvl8pPr indent="-331470" lvl="7" marL="3657600" algn="l">
              <a:lnSpc>
                <a:spcPct val="90000"/>
              </a:lnSpc>
              <a:spcBef>
                <a:spcPts val="1260"/>
              </a:spcBef>
              <a:spcAft>
                <a:spcPts val="0"/>
              </a:spcAft>
              <a:buSzPts val="1620"/>
              <a:buChar char="•"/>
              <a:defRPr/>
            </a:lvl8pPr>
            <a:lvl9pPr indent="-331470" lvl="8" marL="4114800" algn="l">
              <a:lnSpc>
                <a:spcPct val="90000"/>
              </a:lnSpc>
              <a:spcBef>
                <a:spcPts val="1260"/>
              </a:spcBef>
              <a:spcAft>
                <a:spcPts val="0"/>
              </a:spcAft>
              <a:buSzPts val="162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81" name="Shape 181"/>
        <p:cNvGrpSpPr/>
        <p:nvPr/>
      </p:nvGrpSpPr>
      <p:grpSpPr>
        <a:xfrm>
          <a:off x="0" y="0"/>
          <a:ext cx="0" cy="0"/>
          <a:chOff x="0" y="0"/>
          <a:chExt cx="0" cy="0"/>
        </a:xfrm>
      </p:grpSpPr>
      <p:sp>
        <p:nvSpPr>
          <p:cNvPr id="182" name="Google Shape;182;p183"/>
          <p:cNvSpPr txBox="1"/>
          <p:nvPr>
            <p:ph type="title"/>
          </p:nvPr>
        </p:nvSpPr>
        <p:spPr>
          <a:xfrm rot="5400000">
            <a:off x="6994526" y="1393825"/>
            <a:ext cx="5378450" cy="2590800"/>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83" name="Google Shape;183;p183"/>
          <p:cNvSpPr txBox="1"/>
          <p:nvPr>
            <p:ph idx="1" type="body"/>
          </p:nvPr>
        </p:nvSpPr>
        <p:spPr>
          <a:xfrm rot="5400000">
            <a:off x="1709211" y="-1097491"/>
            <a:ext cx="5378450" cy="7573433"/>
          </a:xfrm>
          <a:prstGeom prst="rect">
            <a:avLst/>
          </a:prstGeom>
          <a:noFill/>
          <a:ln>
            <a:noFill/>
          </a:ln>
        </p:spPr>
        <p:txBody>
          <a:bodyPr anchorCtr="0" anchor="t" bIns="0" lIns="0" spcFirstLastPara="1" rIns="0" wrap="square" tIns="0">
            <a:noAutofit/>
          </a:bodyPr>
          <a:lstStyle>
            <a:lvl1pPr indent="-331470" lvl="0" marL="457200" algn="l">
              <a:lnSpc>
                <a:spcPct val="100000"/>
              </a:lnSpc>
              <a:spcBef>
                <a:spcPts val="601"/>
              </a:spcBef>
              <a:spcAft>
                <a:spcPts val="0"/>
              </a:spcAft>
              <a:buSzPts val="1620"/>
              <a:buChar char="•"/>
              <a:defRPr/>
            </a:lvl1pPr>
            <a:lvl2pPr indent="-320040" lvl="1" marL="914400" algn="l">
              <a:lnSpc>
                <a:spcPct val="100000"/>
              </a:lnSpc>
              <a:spcBef>
                <a:spcPts val="601"/>
              </a:spcBef>
              <a:spcAft>
                <a:spcPts val="0"/>
              </a:spcAft>
              <a:buSzPts val="1440"/>
              <a:buChar char="•"/>
              <a:defRPr/>
            </a:lvl2pPr>
            <a:lvl3pPr indent="-320039" lvl="2" marL="1371600" algn="l">
              <a:lnSpc>
                <a:spcPct val="100000"/>
              </a:lnSpc>
              <a:spcBef>
                <a:spcPts val="601"/>
              </a:spcBef>
              <a:spcAft>
                <a:spcPts val="0"/>
              </a:spcAft>
              <a:buSzPts val="1440"/>
              <a:buChar char="•"/>
              <a:defRPr/>
            </a:lvl3pPr>
            <a:lvl4pPr indent="-331469" lvl="3" marL="1828800" algn="l">
              <a:lnSpc>
                <a:spcPct val="100000"/>
              </a:lnSpc>
              <a:spcBef>
                <a:spcPts val="601"/>
              </a:spcBef>
              <a:spcAft>
                <a:spcPts val="0"/>
              </a:spcAft>
              <a:buSzPts val="1620"/>
              <a:buChar char="•"/>
              <a:defRPr/>
            </a:lvl4pPr>
            <a:lvl5pPr indent="-331470" lvl="4" marL="2286000" algn="l">
              <a:lnSpc>
                <a:spcPct val="100000"/>
              </a:lnSpc>
              <a:spcBef>
                <a:spcPts val="601"/>
              </a:spcBef>
              <a:spcAft>
                <a:spcPts val="0"/>
              </a:spcAft>
              <a:buSzPts val="1620"/>
              <a:buChar char="•"/>
              <a:defRPr/>
            </a:lvl5pPr>
            <a:lvl6pPr indent="-331470" lvl="5" marL="2743200" algn="l">
              <a:lnSpc>
                <a:spcPct val="90000"/>
              </a:lnSpc>
              <a:spcBef>
                <a:spcPts val="1260"/>
              </a:spcBef>
              <a:spcAft>
                <a:spcPts val="0"/>
              </a:spcAft>
              <a:buSzPts val="1620"/>
              <a:buChar char="•"/>
              <a:defRPr/>
            </a:lvl6pPr>
            <a:lvl7pPr indent="-331470" lvl="6" marL="3200400" algn="l">
              <a:lnSpc>
                <a:spcPct val="90000"/>
              </a:lnSpc>
              <a:spcBef>
                <a:spcPts val="1260"/>
              </a:spcBef>
              <a:spcAft>
                <a:spcPts val="0"/>
              </a:spcAft>
              <a:buSzPts val="1620"/>
              <a:buChar char="•"/>
              <a:defRPr/>
            </a:lvl7pPr>
            <a:lvl8pPr indent="-331470" lvl="7" marL="3657600" algn="l">
              <a:lnSpc>
                <a:spcPct val="90000"/>
              </a:lnSpc>
              <a:spcBef>
                <a:spcPts val="1260"/>
              </a:spcBef>
              <a:spcAft>
                <a:spcPts val="0"/>
              </a:spcAft>
              <a:buSzPts val="1620"/>
              <a:buChar char="•"/>
              <a:defRPr/>
            </a:lvl8pPr>
            <a:lvl9pPr indent="-331470" lvl="8" marL="4114800" algn="l">
              <a:lnSpc>
                <a:spcPct val="90000"/>
              </a:lnSpc>
              <a:spcBef>
                <a:spcPts val="1260"/>
              </a:spcBef>
              <a:spcAft>
                <a:spcPts val="0"/>
              </a:spcAft>
              <a:buSzPts val="162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184" name="Shape 184"/>
        <p:cNvGrpSpPr/>
        <p:nvPr/>
      </p:nvGrpSpPr>
      <p:grpSpPr>
        <a:xfrm>
          <a:off x="0" y="0"/>
          <a:ext cx="0" cy="0"/>
          <a:chOff x="0" y="0"/>
          <a:chExt cx="0" cy="0"/>
        </a:xfrm>
      </p:grpSpPr>
      <p:sp>
        <p:nvSpPr>
          <p:cNvPr id="185" name="Google Shape;185;p184"/>
          <p:cNvSpPr txBox="1"/>
          <p:nvPr>
            <p:ph type="title"/>
          </p:nvPr>
        </p:nvSpPr>
        <p:spPr>
          <a:xfrm>
            <a:off x="613838" y="-2"/>
            <a:ext cx="10365317" cy="740664"/>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86" name="Google Shape;186;p184"/>
          <p:cNvSpPr txBox="1"/>
          <p:nvPr>
            <p:ph idx="1" type="body"/>
          </p:nvPr>
        </p:nvSpPr>
        <p:spPr>
          <a:xfrm>
            <a:off x="379414" y="1388226"/>
            <a:ext cx="11525250" cy="5290388"/>
          </a:xfrm>
          <a:prstGeom prst="rect">
            <a:avLst/>
          </a:prstGeom>
          <a:noFill/>
          <a:ln>
            <a:noFill/>
          </a:ln>
        </p:spPr>
        <p:txBody>
          <a:bodyPr anchorCtr="0" anchor="t" bIns="0" lIns="0" spcFirstLastPara="1" rIns="0" wrap="square" tIns="0">
            <a:noAutofit/>
          </a:bodyPr>
          <a:lstStyle>
            <a:lvl1pPr indent="-388620" lvl="0" marL="457200" algn="l">
              <a:lnSpc>
                <a:spcPct val="100000"/>
              </a:lnSpc>
              <a:spcBef>
                <a:spcPts val="1401"/>
              </a:spcBef>
              <a:spcAft>
                <a:spcPts val="0"/>
              </a:spcAft>
              <a:buSzPts val="2520"/>
              <a:buChar char="•"/>
              <a:defRPr b="0">
                <a:solidFill>
                  <a:schemeClr val="dk1"/>
                </a:solidFill>
              </a:defRPr>
            </a:lvl1pPr>
            <a:lvl2pPr indent="-350519" lvl="1" marL="914400" algn="l">
              <a:lnSpc>
                <a:spcPct val="100000"/>
              </a:lnSpc>
              <a:spcBef>
                <a:spcPts val="601"/>
              </a:spcBef>
              <a:spcAft>
                <a:spcPts val="0"/>
              </a:spcAft>
              <a:buSzPts val="1920"/>
              <a:buChar char="•"/>
              <a:defRPr>
                <a:solidFill>
                  <a:schemeClr val="dk1"/>
                </a:solidFill>
              </a:defRPr>
            </a:lvl2pPr>
            <a:lvl3pPr indent="-330200" lvl="2" marL="1371600" algn="l">
              <a:lnSpc>
                <a:spcPct val="100000"/>
              </a:lnSpc>
              <a:spcBef>
                <a:spcPts val="601"/>
              </a:spcBef>
              <a:spcAft>
                <a:spcPts val="0"/>
              </a:spcAft>
              <a:buSzPts val="1600"/>
              <a:buChar char="•"/>
              <a:defRPr>
                <a:solidFill>
                  <a:schemeClr val="dk1"/>
                </a:solidFill>
              </a:defRPr>
            </a:lvl3pPr>
            <a:lvl4pPr indent="-331527" lvl="3" marL="1828800" algn="l">
              <a:lnSpc>
                <a:spcPct val="100000"/>
              </a:lnSpc>
              <a:spcBef>
                <a:spcPts val="601"/>
              </a:spcBef>
              <a:spcAft>
                <a:spcPts val="0"/>
              </a:spcAft>
              <a:buSzPts val="1621"/>
              <a:buChar char="•"/>
              <a:defRPr>
                <a:solidFill>
                  <a:schemeClr val="dk1"/>
                </a:solidFill>
              </a:defRPr>
            </a:lvl4pPr>
            <a:lvl5pPr indent="-331527" lvl="4" marL="2286000" algn="l">
              <a:lnSpc>
                <a:spcPct val="100000"/>
              </a:lnSpc>
              <a:spcBef>
                <a:spcPts val="601"/>
              </a:spcBef>
              <a:spcAft>
                <a:spcPts val="0"/>
              </a:spcAft>
              <a:buSzPts val="1621"/>
              <a:buChar char="•"/>
              <a:defRPr>
                <a:solidFill>
                  <a:schemeClr val="dk1"/>
                </a:solidFill>
              </a:defRPr>
            </a:lvl5pPr>
            <a:lvl6pPr indent="-331470" lvl="5" marL="2743200" algn="l">
              <a:lnSpc>
                <a:spcPct val="90000"/>
              </a:lnSpc>
              <a:spcBef>
                <a:spcPts val="1260"/>
              </a:spcBef>
              <a:spcAft>
                <a:spcPts val="0"/>
              </a:spcAft>
              <a:buSzPts val="1620"/>
              <a:buChar char="•"/>
              <a:defRPr/>
            </a:lvl6pPr>
            <a:lvl7pPr indent="-331470" lvl="6" marL="3200400" algn="l">
              <a:lnSpc>
                <a:spcPct val="90000"/>
              </a:lnSpc>
              <a:spcBef>
                <a:spcPts val="1260"/>
              </a:spcBef>
              <a:spcAft>
                <a:spcPts val="0"/>
              </a:spcAft>
              <a:buSzPts val="1620"/>
              <a:buChar char="•"/>
              <a:defRPr/>
            </a:lvl7pPr>
            <a:lvl8pPr indent="-331470" lvl="7" marL="3657600" algn="l">
              <a:lnSpc>
                <a:spcPct val="90000"/>
              </a:lnSpc>
              <a:spcBef>
                <a:spcPts val="1260"/>
              </a:spcBef>
              <a:spcAft>
                <a:spcPts val="0"/>
              </a:spcAft>
              <a:buSzPts val="1620"/>
              <a:buChar char="•"/>
              <a:defRPr/>
            </a:lvl8pPr>
            <a:lvl9pPr indent="-331470" lvl="8" marL="4114800" algn="l">
              <a:lnSpc>
                <a:spcPct val="90000"/>
              </a:lnSpc>
              <a:spcBef>
                <a:spcPts val="1260"/>
              </a:spcBef>
              <a:spcAft>
                <a:spcPts val="0"/>
              </a:spcAft>
              <a:buSzPts val="162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2" Type="http://schemas.openxmlformats.org/officeDocument/2006/relationships/theme" Target="../theme/theme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11" Type="http://schemas.openxmlformats.org/officeDocument/2006/relationships/slideLayout" Target="../slideLayouts/slideLayout32.xml"/><Relationship Id="rId10" Type="http://schemas.openxmlformats.org/officeDocument/2006/relationships/slideLayout" Target="../slideLayouts/slideLayout31.xml"/><Relationship Id="rId12" Type="http://schemas.openxmlformats.org/officeDocument/2006/relationships/theme" Target="../theme/theme3.xml"/><Relationship Id="rId9" Type="http://schemas.openxmlformats.org/officeDocument/2006/relationships/slideLayout" Target="../slideLayouts/slideLayout30.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3.xml"/><Relationship Id="rId10" Type="http://schemas.openxmlformats.org/officeDocument/2006/relationships/slideLayout" Target="../slideLayouts/slideLayout42.xml"/><Relationship Id="rId13" Type="http://schemas.openxmlformats.org/officeDocument/2006/relationships/theme" Target="../theme/theme1.xml"/><Relationship Id="rId12" Type="http://schemas.openxmlformats.org/officeDocument/2006/relationships/slideLayout" Target="../slideLayouts/slideLayout44.xml"/><Relationship Id="rId1" Type="http://schemas.openxmlformats.org/officeDocument/2006/relationships/slideLayout" Target="../slideLayouts/slideLayout33.xml"/><Relationship Id="rId2" Type="http://schemas.openxmlformats.org/officeDocument/2006/relationships/slideLayout" Target="../slideLayouts/slideLayout34.xml"/><Relationship Id="rId3" Type="http://schemas.openxmlformats.org/officeDocument/2006/relationships/slideLayout" Target="../slideLayouts/slideLayout35.xml"/><Relationship Id="rId4" Type="http://schemas.openxmlformats.org/officeDocument/2006/relationships/slideLayout" Target="../slideLayouts/slideLayout36.xml"/><Relationship Id="rId9" Type="http://schemas.openxmlformats.org/officeDocument/2006/relationships/slideLayout" Target="../slideLayouts/slideLayout41.xml"/><Relationship Id="rId5" Type="http://schemas.openxmlformats.org/officeDocument/2006/relationships/slideLayout" Target="../slideLayouts/slideLayout37.xml"/><Relationship Id="rId6" Type="http://schemas.openxmlformats.org/officeDocument/2006/relationships/slideLayout" Target="../slideLayouts/slideLayout38.xml"/><Relationship Id="rId7" Type="http://schemas.openxmlformats.org/officeDocument/2006/relationships/slideLayout" Target="../slideLayouts/slideLayout39.xml"/><Relationship Id="rId8"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7"/>
          <p:cNvSpPr txBox="1"/>
          <p:nvPr>
            <p:ph type="title"/>
          </p:nvPr>
        </p:nvSpPr>
        <p:spPr>
          <a:xfrm>
            <a:off x="379514" y="182215"/>
            <a:ext cx="11524432" cy="1063487"/>
          </a:xfrm>
          <a:prstGeom prst="rect">
            <a:avLst/>
          </a:prstGeom>
          <a:noFill/>
          <a:ln>
            <a:noFill/>
          </a:ln>
        </p:spPr>
        <p:txBody>
          <a:bodyPr anchorCtr="0" anchor="t" bIns="45700" lIns="91400" spcFirstLastPara="1" rIns="91400" wrap="square" tIns="45700">
            <a:normAutofit/>
          </a:bodyPr>
          <a:lstStyle>
            <a:lvl1pPr lvl="0" marR="0" rtl="0" algn="l">
              <a:lnSpc>
                <a:spcPct val="80000"/>
              </a:lnSpc>
              <a:spcBef>
                <a:spcPts val="0"/>
              </a:spcBef>
              <a:spcAft>
                <a:spcPts val="0"/>
              </a:spcAft>
              <a:buClr>
                <a:schemeClr val="dk1"/>
              </a:buClr>
              <a:buSzPts val="4400"/>
              <a:buFont typeface="Quattrocento Sans"/>
              <a:buNone/>
              <a:defRPr b="0" i="0" sz="4400" u="none" cap="none" strike="noStrike">
                <a:solidFill>
                  <a:schemeClr val="dk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 name="Shape 58"/>
        <p:cNvGrpSpPr/>
        <p:nvPr/>
      </p:nvGrpSpPr>
      <p:grpSpPr>
        <a:xfrm>
          <a:off x="0" y="0"/>
          <a:ext cx="0" cy="0"/>
          <a:chOff x="0" y="0"/>
          <a:chExt cx="0" cy="0"/>
        </a:xfrm>
      </p:grpSpPr>
      <p:sp>
        <p:nvSpPr>
          <p:cNvPr id="59" name="Google Shape;59;p148"/>
          <p:cNvSpPr/>
          <p:nvPr/>
        </p:nvSpPr>
        <p:spPr>
          <a:xfrm>
            <a:off x="0" y="0"/>
            <a:ext cx="12192000" cy="704088"/>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60" name="Google Shape;60;p148"/>
          <p:cNvSpPr/>
          <p:nvPr/>
        </p:nvSpPr>
        <p:spPr>
          <a:xfrm>
            <a:off x="6351" y="731839"/>
            <a:ext cx="12181416" cy="611187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61" name="Google Shape;61;p148"/>
          <p:cNvSpPr txBox="1"/>
          <p:nvPr>
            <p:ph type="title"/>
          </p:nvPr>
        </p:nvSpPr>
        <p:spPr>
          <a:xfrm>
            <a:off x="613834" y="-2"/>
            <a:ext cx="10365317" cy="740664"/>
          </a:xfrm>
          <a:prstGeom prst="rect">
            <a:avLst/>
          </a:prstGeom>
          <a:noFill/>
          <a:ln>
            <a:noFill/>
          </a:ln>
        </p:spPr>
        <p:txBody>
          <a:bodyPr anchorCtr="0" anchor="ctr" bIns="45700" lIns="0" spcFirstLastPara="1" rIns="91425" wrap="square" tIns="45700">
            <a:noAutofit/>
          </a:bodyPr>
          <a:lstStyle>
            <a:lvl1pPr lvl="0" marR="0" rtl="0" algn="l">
              <a:lnSpc>
                <a:spcPct val="85000"/>
              </a:lnSpc>
              <a:spcBef>
                <a:spcPts val="0"/>
              </a:spcBef>
              <a:spcAft>
                <a:spcPts val="0"/>
              </a:spcAft>
              <a:buSzPts val="1400"/>
              <a:buNone/>
              <a:defRPr b="0" i="0" sz="2800" u="none" cap="none" strike="noStrike">
                <a:solidFill>
                  <a:schemeClr val="lt1"/>
                </a:solidFill>
                <a:latin typeface="Quattrocento Sans"/>
                <a:ea typeface="Quattrocento Sans"/>
                <a:cs typeface="Quattrocento Sans"/>
                <a:sym typeface="Quattrocento Sans"/>
              </a:defRPr>
            </a:lvl1pPr>
            <a:lvl2pPr lvl="1"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2pPr>
            <a:lvl3pPr lvl="2"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3pPr>
            <a:lvl4pPr lvl="3"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4pPr>
            <a:lvl5pPr lvl="4"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5pPr>
            <a:lvl6pPr lvl="5"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6pPr>
            <a:lvl7pPr lvl="6"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7pPr>
            <a:lvl8pPr lvl="7"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8pPr>
            <a:lvl9pPr lvl="8"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9pPr>
          </a:lstStyle>
          <a:p/>
        </p:txBody>
      </p:sp>
      <p:sp>
        <p:nvSpPr>
          <p:cNvPr id="62" name="Google Shape;62;p148"/>
          <p:cNvSpPr txBox="1"/>
          <p:nvPr>
            <p:ph idx="1" type="body"/>
          </p:nvPr>
        </p:nvSpPr>
        <p:spPr>
          <a:xfrm>
            <a:off x="611718" y="1021215"/>
            <a:ext cx="10825541" cy="5147356"/>
          </a:xfrm>
          <a:prstGeom prst="rect">
            <a:avLst/>
          </a:prstGeom>
          <a:noFill/>
          <a:ln>
            <a:noFill/>
          </a:ln>
        </p:spPr>
        <p:txBody>
          <a:bodyPr anchorCtr="0" anchor="t" bIns="0" lIns="0" spcFirstLastPara="1" rIns="0" wrap="square" tIns="0">
            <a:noAutofit/>
          </a:bodyPr>
          <a:lstStyle>
            <a:lvl1pPr indent="-388620" lvl="0" marL="457200" marR="0" rtl="0" algn="l">
              <a:lnSpc>
                <a:spcPct val="100000"/>
              </a:lnSpc>
              <a:spcBef>
                <a:spcPts val="600"/>
              </a:spcBef>
              <a:spcAft>
                <a:spcPts val="0"/>
              </a:spcAft>
              <a:buClr>
                <a:srgbClr val="0070C0"/>
              </a:buClr>
              <a:buSzPts val="2520"/>
              <a:buFont typeface="Arial"/>
              <a:buChar char="•"/>
              <a:defRPr b="0" i="0" sz="2800" u="none" cap="none" strike="noStrike">
                <a:solidFill>
                  <a:schemeClr val="dk1"/>
                </a:solidFill>
                <a:latin typeface="Quattrocento Sans"/>
                <a:ea typeface="Quattrocento Sans"/>
                <a:cs typeface="Quattrocento Sans"/>
                <a:sym typeface="Quattrocento Sans"/>
              </a:defRPr>
            </a:lvl1pPr>
            <a:lvl2pPr indent="-350519" lvl="1" marL="914400" marR="0" rtl="0" algn="l">
              <a:lnSpc>
                <a:spcPct val="100000"/>
              </a:lnSpc>
              <a:spcBef>
                <a:spcPts val="600"/>
              </a:spcBef>
              <a:spcAft>
                <a:spcPts val="0"/>
              </a:spcAft>
              <a:buClr>
                <a:srgbClr val="0070C0"/>
              </a:buClr>
              <a:buSzPts val="1920"/>
              <a:buFont typeface="Arial"/>
              <a:buChar char="•"/>
              <a:defRPr b="0" i="0" sz="2400" u="none" cap="none" strike="noStrike">
                <a:solidFill>
                  <a:schemeClr val="dk1"/>
                </a:solidFill>
                <a:latin typeface="Quattrocento Sans"/>
                <a:ea typeface="Quattrocento Sans"/>
                <a:cs typeface="Quattrocento Sans"/>
                <a:sym typeface="Quattrocento Sans"/>
              </a:defRPr>
            </a:lvl2pPr>
            <a:lvl3pPr indent="-330200" lvl="2" marL="1371600" marR="0" rtl="0" algn="l">
              <a:lnSpc>
                <a:spcPct val="100000"/>
              </a:lnSpc>
              <a:spcBef>
                <a:spcPts val="600"/>
              </a:spcBef>
              <a:spcAft>
                <a:spcPts val="0"/>
              </a:spcAft>
              <a:buClr>
                <a:srgbClr val="0070C0"/>
              </a:buClr>
              <a:buSzPts val="1600"/>
              <a:buFont typeface="Arial"/>
              <a:buChar char="•"/>
              <a:defRPr b="0" i="0" sz="2000" u="none" cap="none" strike="noStrike">
                <a:solidFill>
                  <a:schemeClr val="dk1"/>
                </a:solidFill>
                <a:latin typeface="Quattrocento Sans"/>
                <a:ea typeface="Quattrocento Sans"/>
                <a:cs typeface="Quattrocento Sans"/>
                <a:sym typeface="Quattrocento Sans"/>
              </a:defRPr>
            </a:lvl3pPr>
            <a:lvl4pPr indent="-331469" lvl="3" marL="1828800" marR="0" rtl="0" algn="l">
              <a:lnSpc>
                <a:spcPct val="100000"/>
              </a:lnSpc>
              <a:spcBef>
                <a:spcPts val="600"/>
              </a:spcBef>
              <a:spcAft>
                <a:spcPts val="0"/>
              </a:spcAft>
              <a:buClr>
                <a:srgbClr val="0070C0"/>
              </a:buClr>
              <a:buSzPts val="1620"/>
              <a:buFont typeface="Arial"/>
              <a:buChar char="•"/>
              <a:defRPr b="0" i="0" sz="1800" u="none" cap="none" strike="noStrike">
                <a:solidFill>
                  <a:schemeClr val="dk1"/>
                </a:solidFill>
                <a:latin typeface="Quattrocento Sans"/>
                <a:ea typeface="Quattrocento Sans"/>
                <a:cs typeface="Quattrocento Sans"/>
                <a:sym typeface="Quattrocento Sans"/>
              </a:defRPr>
            </a:lvl4pPr>
            <a:lvl5pPr indent="-331470" lvl="4" marL="2286000" marR="0" rtl="0" algn="l">
              <a:lnSpc>
                <a:spcPct val="100000"/>
              </a:lnSpc>
              <a:spcBef>
                <a:spcPts val="600"/>
              </a:spcBef>
              <a:spcAft>
                <a:spcPts val="0"/>
              </a:spcAft>
              <a:buClr>
                <a:srgbClr val="0070C0"/>
              </a:buClr>
              <a:buSzPts val="1620"/>
              <a:buFont typeface="Arial"/>
              <a:buChar char="•"/>
              <a:defRPr b="0" i="0" sz="1800" u="none" cap="none" strike="noStrike">
                <a:solidFill>
                  <a:schemeClr val="dk1"/>
                </a:solidFill>
                <a:latin typeface="Quattrocento Sans"/>
                <a:ea typeface="Quattrocento Sans"/>
                <a:cs typeface="Quattrocento Sans"/>
                <a:sym typeface="Quattrocento Sans"/>
              </a:defRPr>
            </a:lvl5pPr>
            <a:lvl6pPr indent="-320039" lvl="5" marL="2743200" marR="0" rtl="0" algn="l">
              <a:lnSpc>
                <a:spcPct val="90000"/>
              </a:lnSpc>
              <a:spcBef>
                <a:spcPts val="1120"/>
              </a:spcBef>
              <a:spcAft>
                <a:spcPts val="0"/>
              </a:spcAft>
              <a:buClr>
                <a:srgbClr val="2D4A6D"/>
              </a:buClr>
              <a:buSzPts val="1440"/>
              <a:buFont typeface="Verdana"/>
              <a:buChar char="•"/>
              <a:defRPr b="0" i="0" sz="1600" u="none" cap="none" strike="noStrike">
                <a:solidFill>
                  <a:schemeClr val="dk1"/>
                </a:solidFill>
                <a:latin typeface="Verdana"/>
                <a:ea typeface="Verdana"/>
                <a:cs typeface="Verdana"/>
                <a:sym typeface="Verdana"/>
              </a:defRPr>
            </a:lvl6pPr>
            <a:lvl7pPr indent="-320039" lvl="6" marL="3200400" marR="0" rtl="0" algn="l">
              <a:lnSpc>
                <a:spcPct val="90000"/>
              </a:lnSpc>
              <a:spcBef>
                <a:spcPts val="1120"/>
              </a:spcBef>
              <a:spcAft>
                <a:spcPts val="0"/>
              </a:spcAft>
              <a:buClr>
                <a:srgbClr val="2D4A6D"/>
              </a:buClr>
              <a:buSzPts val="1440"/>
              <a:buFont typeface="Verdana"/>
              <a:buChar char="•"/>
              <a:defRPr b="0" i="0" sz="1600" u="none" cap="none" strike="noStrike">
                <a:solidFill>
                  <a:schemeClr val="dk1"/>
                </a:solidFill>
                <a:latin typeface="Verdana"/>
                <a:ea typeface="Verdana"/>
                <a:cs typeface="Verdana"/>
                <a:sym typeface="Verdana"/>
              </a:defRPr>
            </a:lvl7pPr>
            <a:lvl8pPr indent="-320040" lvl="7" marL="3657600" marR="0" rtl="0" algn="l">
              <a:lnSpc>
                <a:spcPct val="90000"/>
              </a:lnSpc>
              <a:spcBef>
                <a:spcPts val="1120"/>
              </a:spcBef>
              <a:spcAft>
                <a:spcPts val="0"/>
              </a:spcAft>
              <a:buClr>
                <a:srgbClr val="2D4A6D"/>
              </a:buClr>
              <a:buSzPts val="1440"/>
              <a:buFont typeface="Verdana"/>
              <a:buChar char="•"/>
              <a:defRPr b="0" i="0" sz="1600" u="none" cap="none" strike="noStrike">
                <a:solidFill>
                  <a:schemeClr val="dk1"/>
                </a:solidFill>
                <a:latin typeface="Verdana"/>
                <a:ea typeface="Verdana"/>
                <a:cs typeface="Verdana"/>
                <a:sym typeface="Verdana"/>
              </a:defRPr>
            </a:lvl8pPr>
            <a:lvl9pPr indent="-320040" lvl="8" marL="4114800" marR="0" rtl="0" algn="l">
              <a:lnSpc>
                <a:spcPct val="90000"/>
              </a:lnSpc>
              <a:spcBef>
                <a:spcPts val="1120"/>
              </a:spcBef>
              <a:spcAft>
                <a:spcPts val="0"/>
              </a:spcAft>
              <a:buClr>
                <a:srgbClr val="2D4A6D"/>
              </a:buClr>
              <a:buSzPts val="1440"/>
              <a:buFont typeface="Verdana"/>
              <a:buChar char="•"/>
              <a:defRPr b="0" i="0" sz="1600" u="none" cap="none" strike="noStrike">
                <a:solidFill>
                  <a:schemeClr val="dk1"/>
                </a:solidFill>
                <a:latin typeface="Verdana"/>
                <a:ea typeface="Verdana"/>
                <a:cs typeface="Verdana"/>
                <a:sym typeface="Verdana"/>
              </a:defRPr>
            </a:lvl9pPr>
          </a:lstStyle>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0" name="Shape 100"/>
        <p:cNvGrpSpPr/>
        <p:nvPr/>
      </p:nvGrpSpPr>
      <p:grpSpPr>
        <a:xfrm>
          <a:off x="0" y="0"/>
          <a:ext cx="0" cy="0"/>
          <a:chOff x="0" y="0"/>
          <a:chExt cx="0" cy="0"/>
        </a:xfrm>
      </p:grpSpPr>
      <p:sp>
        <p:nvSpPr>
          <p:cNvPr id="101" name="Google Shape;101;p160"/>
          <p:cNvSpPr/>
          <p:nvPr/>
        </p:nvSpPr>
        <p:spPr>
          <a:xfrm>
            <a:off x="0" y="0"/>
            <a:ext cx="12192000" cy="704088"/>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02" name="Google Shape;102;p160"/>
          <p:cNvSpPr/>
          <p:nvPr/>
        </p:nvSpPr>
        <p:spPr>
          <a:xfrm>
            <a:off x="6351" y="731839"/>
            <a:ext cx="12181416" cy="611187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03" name="Google Shape;103;p160"/>
          <p:cNvSpPr txBox="1"/>
          <p:nvPr>
            <p:ph type="title"/>
          </p:nvPr>
        </p:nvSpPr>
        <p:spPr>
          <a:xfrm>
            <a:off x="613834" y="-2"/>
            <a:ext cx="10365317" cy="740664"/>
          </a:xfrm>
          <a:prstGeom prst="rect">
            <a:avLst/>
          </a:prstGeom>
          <a:noFill/>
          <a:ln>
            <a:noFill/>
          </a:ln>
        </p:spPr>
        <p:txBody>
          <a:bodyPr anchorCtr="0" anchor="ctr" bIns="45700" lIns="0" spcFirstLastPara="1" rIns="91425" wrap="square" tIns="45700">
            <a:noAutofit/>
          </a:bodyPr>
          <a:lstStyle>
            <a:lvl1pPr lvl="0" marR="0" rtl="0" algn="l">
              <a:lnSpc>
                <a:spcPct val="85000"/>
              </a:lnSpc>
              <a:spcBef>
                <a:spcPts val="0"/>
              </a:spcBef>
              <a:spcAft>
                <a:spcPts val="0"/>
              </a:spcAft>
              <a:buSzPts val="1400"/>
              <a:buNone/>
              <a:defRPr b="0" i="0" sz="2800" u="none" cap="none" strike="noStrike">
                <a:solidFill>
                  <a:schemeClr val="lt1"/>
                </a:solidFill>
                <a:latin typeface="Quattrocento Sans"/>
                <a:ea typeface="Quattrocento Sans"/>
                <a:cs typeface="Quattrocento Sans"/>
                <a:sym typeface="Quattrocento Sans"/>
              </a:defRPr>
            </a:lvl1pPr>
            <a:lvl2pPr lvl="1"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2pPr>
            <a:lvl3pPr lvl="2"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3pPr>
            <a:lvl4pPr lvl="3"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4pPr>
            <a:lvl5pPr lvl="4"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5pPr>
            <a:lvl6pPr lvl="5"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6pPr>
            <a:lvl7pPr lvl="6"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7pPr>
            <a:lvl8pPr lvl="7"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8pPr>
            <a:lvl9pPr lvl="8"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9pPr>
          </a:lstStyle>
          <a:p/>
        </p:txBody>
      </p:sp>
      <p:sp>
        <p:nvSpPr>
          <p:cNvPr id="104" name="Google Shape;104;p160"/>
          <p:cNvSpPr txBox="1"/>
          <p:nvPr>
            <p:ph idx="1" type="body"/>
          </p:nvPr>
        </p:nvSpPr>
        <p:spPr>
          <a:xfrm>
            <a:off x="611718" y="1021215"/>
            <a:ext cx="10825541" cy="5147356"/>
          </a:xfrm>
          <a:prstGeom prst="rect">
            <a:avLst/>
          </a:prstGeom>
          <a:noFill/>
          <a:ln>
            <a:noFill/>
          </a:ln>
        </p:spPr>
        <p:txBody>
          <a:bodyPr anchorCtr="0" anchor="t" bIns="0" lIns="0" spcFirstLastPara="1" rIns="0" wrap="square" tIns="0">
            <a:noAutofit/>
          </a:bodyPr>
          <a:lstStyle>
            <a:lvl1pPr indent="-388620" lvl="0" marL="457200" marR="0" rtl="0" algn="l">
              <a:lnSpc>
                <a:spcPct val="100000"/>
              </a:lnSpc>
              <a:spcBef>
                <a:spcPts val="600"/>
              </a:spcBef>
              <a:spcAft>
                <a:spcPts val="0"/>
              </a:spcAft>
              <a:buClr>
                <a:srgbClr val="0070C0"/>
              </a:buClr>
              <a:buSzPts val="2520"/>
              <a:buFont typeface="Arial"/>
              <a:buChar char="•"/>
              <a:defRPr b="0" i="0" sz="2800" u="none" cap="none" strike="noStrike">
                <a:solidFill>
                  <a:schemeClr val="dk1"/>
                </a:solidFill>
                <a:latin typeface="Quattrocento Sans"/>
                <a:ea typeface="Quattrocento Sans"/>
                <a:cs typeface="Quattrocento Sans"/>
                <a:sym typeface="Quattrocento Sans"/>
              </a:defRPr>
            </a:lvl1pPr>
            <a:lvl2pPr indent="-350519" lvl="1" marL="914400" marR="0" rtl="0" algn="l">
              <a:lnSpc>
                <a:spcPct val="100000"/>
              </a:lnSpc>
              <a:spcBef>
                <a:spcPts val="600"/>
              </a:spcBef>
              <a:spcAft>
                <a:spcPts val="0"/>
              </a:spcAft>
              <a:buClr>
                <a:srgbClr val="0070C0"/>
              </a:buClr>
              <a:buSzPts val="1920"/>
              <a:buFont typeface="Arial"/>
              <a:buChar char="•"/>
              <a:defRPr b="0" i="0" sz="2400" u="none" cap="none" strike="noStrike">
                <a:solidFill>
                  <a:schemeClr val="dk1"/>
                </a:solidFill>
                <a:latin typeface="Quattrocento Sans"/>
                <a:ea typeface="Quattrocento Sans"/>
                <a:cs typeface="Quattrocento Sans"/>
                <a:sym typeface="Quattrocento Sans"/>
              </a:defRPr>
            </a:lvl2pPr>
            <a:lvl3pPr indent="-330200" lvl="2" marL="1371600" marR="0" rtl="0" algn="l">
              <a:lnSpc>
                <a:spcPct val="100000"/>
              </a:lnSpc>
              <a:spcBef>
                <a:spcPts val="600"/>
              </a:spcBef>
              <a:spcAft>
                <a:spcPts val="0"/>
              </a:spcAft>
              <a:buClr>
                <a:srgbClr val="0070C0"/>
              </a:buClr>
              <a:buSzPts val="1600"/>
              <a:buFont typeface="Arial"/>
              <a:buChar char="•"/>
              <a:defRPr b="0" i="0" sz="2000" u="none" cap="none" strike="noStrike">
                <a:solidFill>
                  <a:schemeClr val="dk1"/>
                </a:solidFill>
                <a:latin typeface="Quattrocento Sans"/>
                <a:ea typeface="Quattrocento Sans"/>
                <a:cs typeface="Quattrocento Sans"/>
                <a:sym typeface="Quattrocento Sans"/>
              </a:defRPr>
            </a:lvl3pPr>
            <a:lvl4pPr indent="-331469" lvl="3" marL="1828800" marR="0" rtl="0" algn="l">
              <a:lnSpc>
                <a:spcPct val="100000"/>
              </a:lnSpc>
              <a:spcBef>
                <a:spcPts val="600"/>
              </a:spcBef>
              <a:spcAft>
                <a:spcPts val="0"/>
              </a:spcAft>
              <a:buClr>
                <a:srgbClr val="0070C0"/>
              </a:buClr>
              <a:buSzPts val="1620"/>
              <a:buFont typeface="Arial"/>
              <a:buChar char="•"/>
              <a:defRPr b="0" i="0" sz="1800" u="none" cap="none" strike="noStrike">
                <a:solidFill>
                  <a:schemeClr val="dk1"/>
                </a:solidFill>
                <a:latin typeface="Quattrocento Sans"/>
                <a:ea typeface="Quattrocento Sans"/>
                <a:cs typeface="Quattrocento Sans"/>
                <a:sym typeface="Quattrocento Sans"/>
              </a:defRPr>
            </a:lvl4pPr>
            <a:lvl5pPr indent="-331470" lvl="4" marL="2286000" marR="0" rtl="0" algn="l">
              <a:lnSpc>
                <a:spcPct val="100000"/>
              </a:lnSpc>
              <a:spcBef>
                <a:spcPts val="600"/>
              </a:spcBef>
              <a:spcAft>
                <a:spcPts val="0"/>
              </a:spcAft>
              <a:buClr>
                <a:srgbClr val="0070C0"/>
              </a:buClr>
              <a:buSzPts val="1620"/>
              <a:buFont typeface="Arial"/>
              <a:buChar char="•"/>
              <a:defRPr b="0" i="0" sz="1800" u="none" cap="none" strike="noStrike">
                <a:solidFill>
                  <a:schemeClr val="dk1"/>
                </a:solidFill>
                <a:latin typeface="Quattrocento Sans"/>
                <a:ea typeface="Quattrocento Sans"/>
                <a:cs typeface="Quattrocento Sans"/>
                <a:sym typeface="Quattrocento Sans"/>
              </a:defRPr>
            </a:lvl5pPr>
            <a:lvl6pPr indent="-320039" lvl="5" marL="2743200" marR="0" rtl="0" algn="l">
              <a:lnSpc>
                <a:spcPct val="90000"/>
              </a:lnSpc>
              <a:spcBef>
                <a:spcPts val="1120"/>
              </a:spcBef>
              <a:spcAft>
                <a:spcPts val="0"/>
              </a:spcAft>
              <a:buClr>
                <a:srgbClr val="2D4A6D"/>
              </a:buClr>
              <a:buSzPts val="1440"/>
              <a:buFont typeface="Verdana"/>
              <a:buChar char="•"/>
              <a:defRPr b="0" i="0" sz="1600" u="none" cap="none" strike="noStrike">
                <a:solidFill>
                  <a:schemeClr val="dk1"/>
                </a:solidFill>
                <a:latin typeface="Verdana"/>
                <a:ea typeface="Verdana"/>
                <a:cs typeface="Verdana"/>
                <a:sym typeface="Verdana"/>
              </a:defRPr>
            </a:lvl6pPr>
            <a:lvl7pPr indent="-320039" lvl="6" marL="3200400" marR="0" rtl="0" algn="l">
              <a:lnSpc>
                <a:spcPct val="90000"/>
              </a:lnSpc>
              <a:spcBef>
                <a:spcPts val="1120"/>
              </a:spcBef>
              <a:spcAft>
                <a:spcPts val="0"/>
              </a:spcAft>
              <a:buClr>
                <a:srgbClr val="2D4A6D"/>
              </a:buClr>
              <a:buSzPts val="1440"/>
              <a:buFont typeface="Verdana"/>
              <a:buChar char="•"/>
              <a:defRPr b="0" i="0" sz="1600" u="none" cap="none" strike="noStrike">
                <a:solidFill>
                  <a:schemeClr val="dk1"/>
                </a:solidFill>
                <a:latin typeface="Verdana"/>
                <a:ea typeface="Verdana"/>
                <a:cs typeface="Verdana"/>
                <a:sym typeface="Verdana"/>
              </a:defRPr>
            </a:lvl7pPr>
            <a:lvl8pPr indent="-320040" lvl="7" marL="3657600" marR="0" rtl="0" algn="l">
              <a:lnSpc>
                <a:spcPct val="90000"/>
              </a:lnSpc>
              <a:spcBef>
                <a:spcPts val="1120"/>
              </a:spcBef>
              <a:spcAft>
                <a:spcPts val="0"/>
              </a:spcAft>
              <a:buClr>
                <a:srgbClr val="2D4A6D"/>
              </a:buClr>
              <a:buSzPts val="1440"/>
              <a:buFont typeface="Verdana"/>
              <a:buChar char="•"/>
              <a:defRPr b="0" i="0" sz="1600" u="none" cap="none" strike="noStrike">
                <a:solidFill>
                  <a:schemeClr val="dk1"/>
                </a:solidFill>
                <a:latin typeface="Verdana"/>
                <a:ea typeface="Verdana"/>
                <a:cs typeface="Verdana"/>
                <a:sym typeface="Verdana"/>
              </a:defRPr>
            </a:lvl8pPr>
            <a:lvl9pPr indent="-320040" lvl="8" marL="4114800" marR="0" rtl="0" algn="l">
              <a:lnSpc>
                <a:spcPct val="90000"/>
              </a:lnSpc>
              <a:spcBef>
                <a:spcPts val="1120"/>
              </a:spcBef>
              <a:spcAft>
                <a:spcPts val="0"/>
              </a:spcAft>
              <a:buClr>
                <a:srgbClr val="2D4A6D"/>
              </a:buClr>
              <a:buSzPts val="1440"/>
              <a:buFont typeface="Verdana"/>
              <a:buChar char="•"/>
              <a:defRPr b="0" i="0" sz="1600" u="none" cap="none" strike="noStrike">
                <a:solidFill>
                  <a:schemeClr val="dk1"/>
                </a:solidFill>
                <a:latin typeface="Verdana"/>
                <a:ea typeface="Verdana"/>
                <a:cs typeface="Verdana"/>
                <a:sym typeface="Verdana"/>
              </a:defRPr>
            </a:lvl9pPr>
          </a:lstStyle>
          <a:p/>
        </p:txBody>
      </p:sp>
    </p:spTree>
  </p:cSld>
  <p:clrMap accent1="accent1" accent2="accent2" accent3="accent3" accent4="accent4" accent5="accent5" accent6="accent6" bg1="lt1" bg2="dk2" tx1="dk1" tx2="lt2" folHlink="folHlink" hlink="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2" name="Shape 142"/>
        <p:cNvGrpSpPr/>
        <p:nvPr/>
      </p:nvGrpSpPr>
      <p:grpSpPr>
        <a:xfrm>
          <a:off x="0" y="0"/>
          <a:ext cx="0" cy="0"/>
          <a:chOff x="0" y="0"/>
          <a:chExt cx="0" cy="0"/>
        </a:xfrm>
      </p:grpSpPr>
      <p:sp>
        <p:nvSpPr>
          <p:cNvPr id="143" name="Google Shape;143;p172"/>
          <p:cNvSpPr/>
          <p:nvPr/>
        </p:nvSpPr>
        <p:spPr>
          <a:xfrm>
            <a:off x="0" y="0"/>
            <a:ext cx="12192000" cy="704088"/>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1">
              <a:solidFill>
                <a:schemeClr val="lt1"/>
              </a:solidFill>
              <a:latin typeface="Verdana"/>
              <a:ea typeface="Verdana"/>
              <a:cs typeface="Verdana"/>
              <a:sym typeface="Verdana"/>
            </a:endParaRPr>
          </a:p>
        </p:txBody>
      </p:sp>
      <p:sp>
        <p:nvSpPr>
          <p:cNvPr id="144" name="Google Shape;144;p172"/>
          <p:cNvSpPr/>
          <p:nvPr/>
        </p:nvSpPr>
        <p:spPr>
          <a:xfrm>
            <a:off x="6353" y="731839"/>
            <a:ext cx="12181417" cy="611187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1">
              <a:solidFill>
                <a:schemeClr val="dk1"/>
              </a:solidFill>
              <a:latin typeface="Verdana"/>
              <a:ea typeface="Verdana"/>
              <a:cs typeface="Verdana"/>
              <a:sym typeface="Verdana"/>
            </a:endParaRPr>
          </a:p>
        </p:txBody>
      </p:sp>
      <p:sp>
        <p:nvSpPr>
          <p:cNvPr id="145" name="Google Shape;145;p172"/>
          <p:cNvSpPr txBox="1"/>
          <p:nvPr>
            <p:ph type="title"/>
          </p:nvPr>
        </p:nvSpPr>
        <p:spPr>
          <a:xfrm>
            <a:off x="613838" y="-2"/>
            <a:ext cx="10365317" cy="740664"/>
          </a:xfrm>
          <a:prstGeom prst="rect">
            <a:avLst/>
          </a:prstGeom>
          <a:noFill/>
          <a:ln>
            <a:noFill/>
          </a:ln>
        </p:spPr>
        <p:txBody>
          <a:bodyPr anchorCtr="0" anchor="ctr" bIns="45700" lIns="0" spcFirstLastPara="1" rIns="91425" wrap="square" tIns="45700">
            <a:noAutofit/>
          </a:bodyPr>
          <a:lstStyle>
            <a:lvl1pPr lvl="0" marR="0" rtl="0" algn="l">
              <a:lnSpc>
                <a:spcPct val="85000"/>
              </a:lnSpc>
              <a:spcBef>
                <a:spcPts val="0"/>
              </a:spcBef>
              <a:spcAft>
                <a:spcPts val="0"/>
              </a:spcAft>
              <a:buSzPts val="1400"/>
              <a:buNone/>
              <a:defRPr b="0" i="0" sz="2800" u="none" cap="none" strike="noStrike">
                <a:solidFill>
                  <a:schemeClr val="lt1"/>
                </a:solidFill>
                <a:latin typeface="Quattrocento Sans"/>
                <a:ea typeface="Quattrocento Sans"/>
                <a:cs typeface="Quattrocento Sans"/>
                <a:sym typeface="Quattrocento Sans"/>
              </a:defRPr>
            </a:lvl1pPr>
            <a:lvl2pPr lvl="1"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2pPr>
            <a:lvl3pPr lvl="2"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3pPr>
            <a:lvl4pPr lvl="3"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4pPr>
            <a:lvl5pPr lvl="4"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5pPr>
            <a:lvl6pPr lvl="5"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6pPr>
            <a:lvl7pPr lvl="6"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7pPr>
            <a:lvl8pPr lvl="7"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8pPr>
            <a:lvl9pPr lvl="8"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9pPr>
          </a:lstStyle>
          <a:p/>
        </p:txBody>
      </p:sp>
      <p:sp>
        <p:nvSpPr>
          <p:cNvPr id="146" name="Google Shape;146;p172"/>
          <p:cNvSpPr txBox="1"/>
          <p:nvPr>
            <p:ph idx="1" type="body"/>
          </p:nvPr>
        </p:nvSpPr>
        <p:spPr>
          <a:xfrm>
            <a:off x="611722" y="1021215"/>
            <a:ext cx="10825541" cy="5147356"/>
          </a:xfrm>
          <a:prstGeom prst="rect">
            <a:avLst/>
          </a:prstGeom>
          <a:noFill/>
          <a:ln>
            <a:noFill/>
          </a:ln>
        </p:spPr>
        <p:txBody>
          <a:bodyPr anchorCtr="0" anchor="t" bIns="0" lIns="0" spcFirstLastPara="1" rIns="0" wrap="square" tIns="0">
            <a:noAutofit/>
          </a:bodyPr>
          <a:lstStyle>
            <a:lvl1pPr indent="-388620" lvl="0" marL="457200" marR="0" rtl="0" algn="l">
              <a:lnSpc>
                <a:spcPct val="100000"/>
              </a:lnSpc>
              <a:spcBef>
                <a:spcPts val="601"/>
              </a:spcBef>
              <a:spcAft>
                <a:spcPts val="0"/>
              </a:spcAft>
              <a:buClr>
                <a:srgbClr val="0070C0"/>
              </a:buClr>
              <a:buSzPts val="2520"/>
              <a:buFont typeface="Arial"/>
              <a:buChar char="•"/>
              <a:defRPr b="0" i="0" sz="2800" u="none" cap="none" strike="noStrike">
                <a:solidFill>
                  <a:schemeClr val="dk1"/>
                </a:solidFill>
                <a:latin typeface="Quattrocento Sans"/>
                <a:ea typeface="Quattrocento Sans"/>
                <a:cs typeface="Quattrocento Sans"/>
                <a:sym typeface="Quattrocento Sans"/>
              </a:defRPr>
            </a:lvl1pPr>
            <a:lvl2pPr indent="-350519" lvl="1" marL="914400" marR="0" rtl="0" algn="l">
              <a:lnSpc>
                <a:spcPct val="100000"/>
              </a:lnSpc>
              <a:spcBef>
                <a:spcPts val="601"/>
              </a:spcBef>
              <a:spcAft>
                <a:spcPts val="0"/>
              </a:spcAft>
              <a:buClr>
                <a:srgbClr val="0070C0"/>
              </a:buClr>
              <a:buSzPts val="1920"/>
              <a:buFont typeface="Arial"/>
              <a:buChar char="•"/>
              <a:defRPr b="0" i="0" sz="2400" u="none" cap="none" strike="noStrike">
                <a:solidFill>
                  <a:schemeClr val="dk1"/>
                </a:solidFill>
                <a:latin typeface="Quattrocento Sans"/>
                <a:ea typeface="Quattrocento Sans"/>
                <a:cs typeface="Quattrocento Sans"/>
                <a:sym typeface="Quattrocento Sans"/>
              </a:defRPr>
            </a:lvl2pPr>
            <a:lvl3pPr indent="-330200" lvl="2" marL="1371600" marR="0" rtl="0" algn="l">
              <a:lnSpc>
                <a:spcPct val="100000"/>
              </a:lnSpc>
              <a:spcBef>
                <a:spcPts val="601"/>
              </a:spcBef>
              <a:spcAft>
                <a:spcPts val="0"/>
              </a:spcAft>
              <a:buClr>
                <a:srgbClr val="0070C0"/>
              </a:buClr>
              <a:buSzPts val="1600"/>
              <a:buFont typeface="Arial"/>
              <a:buChar char="•"/>
              <a:defRPr b="0" i="0" sz="2000" u="none" cap="none" strike="noStrike">
                <a:solidFill>
                  <a:schemeClr val="dk1"/>
                </a:solidFill>
                <a:latin typeface="Quattrocento Sans"/>
                <a:ea typeface="Quattrocento Sans"/>
                <a:cs typeface="Quattrocento Sans"/>
                <a:sym typeface="Quattrocento Sans"/>
              </a:defRPr>
            </a:lvl3pPr>
            <a:lvl4pPr indent="-331527" lvl="3" marL="1828800" marR="0" rtl="0" algn="l">
              <a:lnSpc>
                <a:spcPct val="100000"/>
              </a:lnSpc>
              <a:spcBef>
                <a:spcPts val="601"/>
              </a:spcBef>
              <a:spcAft>
                <a:spcPts val="0"/>
              </a:spcAft>
              <a:buClr>
                <a:srgbClr val="0070C0"/>
              </a:buClr>
              <a:buSzPts val="1621"/>
              <a:buFont typeface="Arial"/>
              <a:buChar char="•"/>
              <a:defRPr b="0" i="0" sz="1801" u="none" cap="none" strike="noStrike">
                <a:solidFill>
                  <a:schemeClr val="dk1"/>
                </a:solidFill>
                <a:latin typeface="Quattrocento Sans"/>
                <a:ea typeface="Quattrocento Sans"/>
                <a:cs typeface="Quattrocento Sans"/>
                <a:sym typeface="Quattrocento Sans"/>
              </a:defRPr>
            </a:lvl4pPr>
            <a:lvl5pPr indent="-331527" lvl="4" marL="2286000" marR="0" rtl="0" algn="l">
              <a:lnSpc>
                <a:spcPct val="100000"/>
              </a:lnSpc>
              <a:spcBef>
                <a:spcPts val="601"/>
              </a:spcBef>
              <a:spcAft>
                <a:spcPts val="0"/>
              </a:spcAft>
              <a:buClr>
                <a:srgbClr val="0070C0"/>
              </a:buClr>
              <a:buSzPts val="1621"/>
              <a:buFont typeface="Arial"/>
              <a:buChar char="•"/>
              <a:defRPr b="0" i="0" sz="1801" u="none" cap="none" strike="noStrike">
                <a:solidFill>
                  <a:schemeClr val="dk1"/>
                </a:solidFill>
                <a:latin typeface="Quattrocento Sans"/>
                <a:ea typeface="Quattrocento Sans"/>
                <a:cs typeface="Quattrocento Sans"/>
                <a:sym typeface="Quattrocento Sans"/>
              </a:defRPr>
            </a:lvl5pPr>
            <a:lvl6pPr indent="-320039" lvl="5" marL="2743200" marR="0" rtl="0" algn="l">
              <a:lnSpc>
                <a:spcPct val="90000"/>
              </a:lnSpc>
              <a:spcBef>
                <a:spcPts val="1120"/>
              </a:spcBef>
              <a:spcAft>
                <a:spcPts val="0"/>
              </a:spcAft>
              <a:buClr>
                <a:srgbClr val="2D4A6D"/>
              </a:buClr>
              <a:buSzPts val="1440"/>
              <a:buFont typeface="Verdana"/>
              <a:buChar char="•"/>
              <a:defRPr b="0" i="0" sz="1600" u="none" cap="none" strike="noStrike">
                <a:solidFill>
                  <a:schemeClr val="dk1"/>
                </a:solidFill>
                <a:latin typeface="Verdana"/>
                <a:ea typeface="Verdana"/>
                <a:cs typeface="Verdana"/>
                <a:sym typeface="Verdana"/>
              </a:defRPr>
            </a:lvl6pPr>
            <a:lvl7pPr indent="-320039" lvl="6" marL="3200400" marR="0" rtl="0" algn="l">
              <a:lnSpc>
                <a:spcPct val="90000"/>
              </a:lnSpc>
              <a:spcBef>
                <a:spcPts val="1120"/>
              </a:spcBef>
              <a:spcAft>
                <a:spcPts val="0"/>
              </a:spcAft>
              <a:buClr>
                <a:srgbClr val="2D4A6D"/>
              </a:buClr>
              <a:buSzPts val="1440"/>
              <a:buFont typeface="Verdana"/>
              <a:buChar char="•"/>
              <a:defRPr b="0" i="0" sz="1600" u="none" cap="none" strike="noStrike">
                <a:solidFill>
                  <a:schemeClr val="dk1"/>
                </a:solidFill>
                <a:latin typeface="Verdana"/>
                <a:ea typeface="Verdana"/>
                <a:cs typeface="Verdana"/>
                <a:sym typeface="Verdana"/>
              </a:defRPr>
            </a:lvl7pPr>
            <a:lvl8pPr indent="-320040" lvl="7" marL="3657600" marR="0" rtl="0" algn="l">
              <a:lnSpc>
                <a:spcPct val="90000"/>
              </a:lnSpc>
              <a:spcBef>
                <a:spcPts val="1120"/>
              </a:spcBef>
              <a:spcAft>
                <a:spcPts val="0"/>
              </a:spcAft>
              <a:buClr>
                <a:srgbClr val="2D4A6D"/>
              </a:buClr>
              <a:buSzPts val="1440"/>
              <a:buFont typeface="Verdana"/>
              <a:buChar char="•"/>
              <a:defRPr b="0" i="0" sz="1600" u="none" cap="none" strike="noStrike">
                <a:solidFill>
                  <a:schemeClr val="dk1"/>
                </a:solidFill>
                <a:latin typeface="Verdana"/>
                <a:ea typeface="Verdana"/>
                <a:cs typeface="Verdana"/>
                <a:sym typeface="Verdana"/>
              </a:defRPr>
            </a:lvl8pPr>
            <a:lvl9pPr indent="-320040" lvl="8" marL="4114800" marR="0" rtl="0" algn="l">
              <a:lnSpc>
                <a:spcPct val="90000"/>
              </a:lnSpc>
              <a:spcBef>
                <a:spcPts val="1120"/>
              </a:spcBef>
              <a:spcAft>
                <a:spcPts val="0"/>
              </a:spcAft>
              <a:buClr>
                <a:srgbClr val="2D4A6D"/>
              </a:buClr>
              <a:buSzPts val="1440"/>
              <a:buFont typeface="Verdana"/>
              <a:buChar char="•"/>
              <a:defRPr b="0" i="0" sz="1600" u="none" cap="none" strike="noStrike">
                <a:solidFill>
                  <a:schemeClr val="dk1"/>
                </a:solidFill>
                <a:latin typeface="Verdana"/>
                <a:ea typeface="Verdana"/>
                <a:cs typeface="Verdana"/>
                <a:sym typeface="Verdana"/>
              </a:defRPr>
            </a:lvl9pPr>
          </a:lstStyle>
          <a:p/>
        </p:txBody>
      </p:sp>
    </p:spTree>
  </p:cSld>
  <p:clrMap accent1="accent1" accent2="accent2" accent3="accent3" accent4="accent4" accent5="accent5" accent6="accent6" bg1="lt1" bg2="dk2" tx1="dk1" tx2="lt2" folHlink="folHlink" hlink="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1.png"/><Relationship Id="rId4" Type="http://schemas.openxmlformats.org/officeDocument/2006/relationships/image" Target="../media/image22.jpg"/></Relationships>
</file>

<file path=ppt/slides/_rels/slide2.xml.rels><?xml version="1.0" encoding="UTF-8" standalone="yes"?><Relationships xmlns="http://schemas.openxmlformats.org/package/2006/relationships"><Relationship Id="rId11" Type="http://schemas.openxmlformats.org/officeDocument/2006/relationships/hyperlink" Target="https://learn.mongodb.com/courses/mongodb-crud-operations-insert-and-find-documents" TargetMode="External"/><Relationship Id="rId10" Type="http://schemas.openxmlformats.org/officeDocument/2006/relationships/hyperlink" Target="https://learn.mongodb.com/courses/connecting-to-a-mongodb-database" TargetMode="External"/><Relationship Id="rId13" Type="http://schemas.openxmlformats.org/officeDocument/2006/relationships/hyperlink" Target="https://learn.mongodb.com/courses/mongodb-crud-operations-replace-and-delete-documents" TargetMode="External"/><Relationship Id="rId12" Type="http://schemas.openxmlformats.org/officeDocument/2006/relationships/hyperlink" Target="https://learn.mongodb.com/courses/mongodb-crud-operations-insert-and-find-documents" TargetMode="External"/><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learn.mongodb.com/learning-paths/introduction-to-mongodb" TargetMode="External"/><Relationship Id="rId4" Type="http://schemas.openxmlformats.org/officeDocument/2006/relationships/hyperlink" Target="https://learn.mongodb.com/learn/course/start-here-introduction-to-mongodb" TargetMode="External"/><Relationship Id="rId9" Type="http://schemas.openxmlformats.org/officeDocument/2006/relationships/hyperlink" Target="https://learn.mongodb.com/courses/connecting-to-a-mongodb-database" TargetMode="External"/><Relationship Id="rId15" Type="http://schemas.openxmlformats.org/officeDocument/2006/relationships/hyperlink" Target="https://learn.mongodb.com/learn/learning-path/introduction-to-mongodb" TargetMode="External"/><Relationship Id="rId14" Type="http://schemas.openxmlformats.org/officeDocument/2006/relationships/hyperlink" Target="https://learn.mongodb.com/courses/mongodb-crud-operations-modifying-query-results" TargetMode="External"/><Relationship Id="rId16" Type="http://schemas.openxmlformats.org/officeDocument/2006/relationships/image" Target="../media/image2.png"/><Relationship Id="rId5" Type="http://schemas.openxmlformats.org/officeDocument/2006/relationships/hyperlink" Target="https://learn.mongodb.com/courses/getting-started-with-mongodb-atlas" TargetMode="External"/><Relationship Id="rId6" Type="http://schemas.openxmlformats.org/officeDocument/2006/relationships/hyperlink" Target="https://learn.mongodb.com/courses/getting-started-with-mongodb-atlas" TargetMode="External"/><Relationship Id="rId7" Type="http://schemas.openxmlformats.org/officeDocument/2006/relationships/hyperlink" Target="https://learn.mongodb.com/courses/overview-of-mongodb-and-the-document-model" TargetMode="External"/><Relationship Id="rId8" Type="http://schemas.openxmlformats.org/officeDocument/2006/relationships/hyperlink" Target="https://learn.mongodb.com/courses/overview-of-mongodb-and-the-document-mode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university.mongodb.com/courses/M001/about" TargetMode="Externa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0.png"/><Relationship Id="rId4" Type="http://schemas.openxmlformats.org/officeDocument/2006/relationships/hyperlink" Target="https://learn.mongodb.com/learn/learning-path/introduction-to-mongodb" TargetMode="External"/><Relationship Id="rId5" Type="http://schemas.openxmlformats.org/officeDocument/2006/relationships/hyperlink" Target="https://university.mongodb.com/?next=/training/portal" TargetMode="External"/><Relationship Id="rId6"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hyperlink" Target="https://www.linkedin.com/in/mansha-nawaz-1021a531" TargetMode="External"/><Relationship Id="rId5" Type="http://schemas.openxmlformats.org/officeDocument/2006/relationships/image" Target="../media/image48.png"/><Relationship Id="rId6" Type="http://schemas.openxmlformats.org/officeDocument/2006/relationships/image" Target="../media/image4.jpg"/></Relationships>
</file>

<file path=ppt/slides/_rels/slide6.xml.rels><?xml version="1.0" encoding="UTF-8" standalone="yes"?><Relationships xmlns="http://schemas.openxmlformats.org/package/2006/relationships"><Relationship Id="rId11" Type="http://schemas.openxmlformats.org/officeDocument/2006/relationships/image" Target="../media/image7.png"/><Relationship Id="rId10" Type="http://schemas.openxmlformats.org/officeDocument/2006/relationships/hyperlink" Target="https://www.youtube.com/c/MongoDBofficial/videos" TargetMode="External"/><Relationship Id="rId13" Type="http://schemas.openxmlformats.org/officeDocument/2006/relationships/image" Target="../media/image28.png"/><Relationship Id="rId12" Type="http://schemas.openxmlformats.org/officeDocument/2006/relationships/hyperlink" Target="https://www.youtube.com/c/MongoDBofficial/videos" TargetMode="External"/><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hyperlink" Target="https://www.mongodb.com/docs/compass/current/#what-is-mongodb-compass-" TargetMode="External"/><Relationship Id="rId4" Type="http://schemas.openxmlformats.org/officeDocument/2006/relationships/hyperlink" Target="https://www.mongodb.com/developer/quickstarts/" TargetMode="External"/><Relationship Id="rId9" Type="http://schemas.openxmlformats.org/officeDocument/2006/relationships/hyperlink" Target="https://www.javatpoint.com/mongodb-tutorial" TargetMode="External"/><Relationship Id="rId5" Type="http://schemas.openxmlformats.org/officeDocument/2006/relationships/hyperlink" Target="https://www.mongodb.com/developer/tutorials/" TargetMode="External"/><Relationship Id="rId6" Type="http://schemas.openxmlformats.org/officeDocument/2006/relationships/hyperlink" Target="https://www.mongodb.com/developer/videos/" TargetMode="External"/><Relationship Id="rId7" Type="http://schemas.openxmlformats.org/officeDocument/2006/relationships/hyperlink" Target="https://teesside.hosted.panopto.com/Panopto/Pages/Sessions/List.aspx#folderID=%22753926eb-4881-4f04-a914-aafe00ca8630%22&amp;folderQuery=%22mongodb%22" TargetMode="External"/><Relationship Id="rId8" Type="http://schemas.openxmlformats.org/officeDocument/2006/relationships/hyperlink" Target="https://www.tutorialsteacher.com/mongodb/" TargetMode="External"/></Relationships>
</file>

<file path=ppt/slides/_rels/slide7.xml.rels><?xml version="1.0" encoding="UTF-8" standalone="yes"?><Relationships xmlns="http://schemas.openxmlformats.org/package/2006/relationships"><Relationship Id="rId11" Type="http://schemas.openxmlformats.org/officeDocument/2006/relationships/hyperlink" Target="https://www.kaggle.com/search?q=mongodb+collection" TargetMode="External"/><Relationship Id="rId10" Type="http://schemas.openxmlformats.org/officeDocument/2006/relationships/hyperlink" Target="https://www.mongodb.com/docs/atlas/sample-data/sample-geospatial/#std-label-sample-geospatial" TargetMode="External"/><Relationship Id="rId13" Type="http://schemas.openxmlformats.org/officeDocument/2006/relationships/hyperlink" Target="https://www.kaggle.com/datasets/heesoo37/120-years-of-olympic-history-athletes-and-results" TargetMode="External"/><Relationship Id="rId12" Type="http://schemas.openxmlformats.org/officeDocument/2006/relationships/hyperlink" Target="https://github.com/search?q=mongodb+collection" TargetMode="External"/><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learn.mongodb.com/learning-paths/introduction-to-mongodb" TargetMode="External"/><Relationship Id="rId4" Type="http://schemas.openxmlformats.org/officeDocument/2006/relationships/hyperlink" Target="https://docs.atlas.mongodb.com/sample-data/available-sample-datasets/#available-sample-datasets" TargetMode="External"/><Relationship Id="rId9" Type="http://schemas.openxmlformats.org/officeDocument/2006/relationships/hyperlink" Target="https://www.mongodb.com/docs/atlas/sample-data/sample-mflix/#std-label-sample-mflix" TargetMode="External"/><Relationship Id="rId15" Type="http://schemas.openxmlformats.org/officeDocument/2006/relationships/hyperlink" Target="https://www.kaggle.com/search?q=football+datasets" TargetMode="External"/><Relationship Id="rId14" Type="http://schemas.openxmlformats.org/officeDocument/2006/relationships/hyperlink" Target="https://www.kaggle.com/search?q=video+game+datasets+in%3Adatasets" TargetMode="External"/><Relationship Id="rId17" Type="http://schemas.openxmlformats.org/officeDocument/2006/relationships/hyperlink" Target="https://www.kaggle.com/search?q=music+sales+datasets+in%3Adatasets" TargetMode="External"/><Relationship Id="rId16" Type="http://schemas.openxmlformats.org/officeDocument/2006/relationships/hyperlink" Target="https://www.kaggle.com/search?q=cricket+datasets+in%3Adatasets" TargetMode="External"/><Relationship Id="rId5" Type="http://schemas.openxmlformats.org/officeDocument/2006/relationships/hyperlink" Target="https://docs.mongodb.com/guides/server/insert/" TargetMode="External"/><Relationship Id="rId6" Type="http://schemas.openxmlformats.org/officeDocument/2006/relationships/hyperlink" Target="https://www.mongodb.com/cloud/atlas/lp/try2?utm_source=bing&amp;utm_campaign=mdb_bs_emea_united_kingdom_search_core_brand_atlas_desktop&amp;utm_term=mongodb%20atlas&amp;utm_medium=cpc_paid_search&amp;utm_ad=e&amp;utm_ad_campaign_id=415204562&amp;adgroup=1217159841720713&amp;msclkid=0028ecbe55f71fb2b5ae8d05f11558a1" TargetMode="External"/><Relationship Id="rId18" Type="http://schemas.openxmlformats.org/officeDocument/2006/relationships/hyperlink" Target="https://www.kaggle.com/datasets/antgoldbloom/covid19-data-from-john-hopkins-university" TargetMode="External"/><Relationship Id="rId7" Type="http://schemas.openxmlformats.org/officeDocument/2006/relationships/hyperlink" Target="https://www.mongodb.com/docs/atlas/sample-data/sample-airbnb/#std-label-sample-airbnb" TargetMode="External"/><Relationship Id="rId8" Type="http://schemas.openxmlformats.org/officeDocument/2006/relationships/hyperlink" Target="https://www.airbnb.com/" TargetMode="External"/></Relationships>
</file>

<file path=ppt/slides/_rels/slide8.xml.rels><?xml version="1.0" encoding="UTF-8" standalone="yes"?><Relationships xmlns="http://schemas.openxmlformats.org/package/2006/relationships"><Relationship Id="rId10" Type="http://schemas.openxmlformats.org/officeDocument/2006/relationships/hyperlink" Target="https://account.mongodb.com/account/register?fromURI=https%3A%2F%2Fauth.mongodb.com%2Fapp%2Fmongodb_thoughtindustriesstaging_1%2Fexkdne22vsr9J35FV297%2Fsso%2Fsaml%3FSAMLRequest%3DjZJBj9MwEIX%252FSuR74zhJaWMlWZWtVhQtUG3LHrhUjj1pLRI7eJyy%252FHvcbFcsB1ZIvng0b773xi5vnvouOoNDbU1FWJyQm7pcjf5kHuDHCOij0GCwIqMz3ArUyI3oAbmXfLf6dM%252FTOOGDs95K25HnZo6i795WCERwPjBJ9PgCD3USbdYVORSNSpSaKyXSjC1YvsxkIpJ5ky9z9a5tAFTWZmwp2iIIEEfYGPTC%252BDAjSdMZY7O02LOc54tw4qLIvpFoHbJoI%252FyEOnk%252FIKdUhKBxb83RqiaWtqdiGOj1fvAnOx5PQaRG9E4DBsZRm%252BOBUXj6rgyk6Rld8TGb3z2mxYIiWnpJTqLVS7pba3Dswe3AnbWErw%252F3f9gdCGf%252BhksZINMMKq9KEm2vy30fjAT623ttnpuQf9jvt7Ptl92eRHfWSZietCKt6BBIXV4YfFqdq%252F%252FPUA9eKOFFSV9ry8%252FBwma9tZ2Wvy6kXvh%252FO2QxmypazdqplY8GB5C61aDC2rrO%252Frx1IDxUxLsRCK1L%252Bvoz1r8B%26RelayState%3D%257B%257D" TargetMode="External"/><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learn.mongodb.com/learn/learning-path/introduction-to-mongodb" TargetMode="External"/><Relationship Id="rId4" Type="http://schemas.openxmlformats.org/officeDocument/2006/relationships/hyperlink" Target="https://learn.mongodb.com/learn/learning-path/introduction-to-mongodb" TargetMode="External"/><Relationship Id="rId9" Type="http://schemas.openxmlformats.org/officeDocument/2006/relationships/image" Target="../media/image8.png"/><Relationship Id="rId5" Type="http://schemas.openxmlformats.org/officeDocument/2006/relationships/image" Target="../media/image15.png"/><Relationship Id="rId6" Type="http://schemas.openxmlformats.org/officeDocument/2006/relationships/hyperlink" Target="https://learn.mongodb.com/register?learningPathId=a6e127df-d786-4dab-99c5-a3789d1dd4b9&amp;returnTo=%2Flearn%2Flearning-path%2Fintroduction-to-mongodb" TargetMode="External"/><Relationship Id="rId7" Type="http://schemas.openxmlformats.org/officeDocument/2006/relationships/image" Target="../media/image14.png"/><Relationship Id="rId8" Type="http://schemas.openxmlformats.org/officeDocument/2006/relationships/hyperlink" Target="https://learn.mongodb.com/access/saml/login" TargetMode="External"/></Relationships>
</file>

<file path=ppt/slides/_rels/slide9.xml.rels><?xml version="1.0" encoding="UTF-8" standalone="yes"?><Relationships xmlns="http://schemas.openxmlformats.org/package/2006/relationships"><Relationship Id="rId10" Type="http://schemas.openxmlformats.org/officeDocument/2006/relationships/hyperlink" Target="https://teesside.hosted.panopto.com/Panopto/Pages/Viewer.aspx?id=340842ae-ac50-4db9-a810-ac77002c2daf&amp;query=Search%20in%20folder%20%22mongoDB%20Compass%20Vi%E2%80%A6" TargetMode="External"/><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hyperlink" Target="https://teesside.hosted.panopto.com/Panopto/Pages/Viewer.aspx?id=948e18ed-517f-4fc7-aa6d-ac7601828085&amp;query=Search%20in%20folder%20%22mongoDB%20Compass%20Vi%E2%80%A6" TargetMode="External"/><Relationship Id="rId4" Type="http://schemas.openxmlformats.org/officeDocument/2006/relationships/hyperlink" Target="https://teesside.hosted.panopto.com/Panopto/Pages/Viewer.aspx?id=948e18ed-517f-4fc7-aa6d-ac7601828085&amp;query=Search%20in%20folder%20%22mongoDB%20Compass%20Vi%E2%80%A6" TargetMode="External"/><Relationship Id="rId9" Type="http://schemas.openxmlformats.org/officeDocument/2006/relationships/hyperlink" Target="https://teesside.hosted.panopto.com/Panopto/Pages/Viewer.aspx?id=340842ae-ac50-4db9-a810-ac77002c2daf&amp;query=Search%20in%20folder%20%22mongoDB%20Compass%20Vi%E2%80%A6" TargetMode="External"/><Relationship Id="rId5" Type="http://schemas.openxmlformats.org/officeDocument/2006/relationships/hyperlink" Target="https://teesside.hosted.panopto.com/Panopto/Pages/Viewer.aspx?id=948e18ed-517f-4fc7-aa6d-ac7601828085&amp;query=Search%20in%20folder%20%22mongoDB%20Compass%20Vi%E2%80%A6" TargetMode="External"/><Relationship Id="rId6" Type="http://schemas.openxmlformats.org/officeDocument/2006/relationships/image" Target="../media/image11.png"/><Relationship Id="rId7" Type="http://schemas.openxmlformats.org/officeDocument/2006/relationships/hyperlink" Target="https://teesside.hosted.panopto.com/Panopto/Pages/Viewer.aspx?id=340842ae-ac50-4db9-a810-ac77002c2daf&amp;query=Search%20in%20folder%20%22mongoDB%20Compass%20Vi%E2%80%A6" TargetMode="External"/><Relationship Id="rId8"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learn.mongodb.com/learn/course/start-here-introduction-to-mongodb" TargetMode="External"/><Relationship Id="rId4" Type="http://schemas.openxmlformats.org/officeDocument/2006/relationships/hyperlink" Target="https://learn.mongodb.com/learn/course/start-here-introduction-to-mongodb" TargetMode="External"/><Relationship Id="rId5"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learn.mongodb.com/courses/getting-started-with-mongodb-atlas" TargetMode="External"/><Relationship Id="rId4" Type="http://schemas.openxmlformats.org/officeDocument/2006/relationships/hyperlink" Target="https://learn.mongodb.com/courses/getting-started-with-mongodb-atlas" TargetMode="External"/><Relationship Id="rId5" Type="http://schemas.openxmlformats.org/officeDocument/2006/relationships/hyperlink" Target="https://learn.mongodb.com/courses/getting-started-with-mongodb-atlas" TargetMode="External"/><Relationship Id="rId6"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5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53.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8.png"/><Relationship Id="rId4" Type="http://schemas.openxmlformats.org/officeDocument/2006/relationships/image" Target="../media/image7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3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7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3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36.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hyperlink" Target="https://learn.mongodb.com/courses/overview-of-mongodb-and-the-document-model" TargetMode="External"/><Relationship Id="rId4" Type="http://schemas.openxmlformats.org/officeDocument/2006/relationships/hyperlink" Target="https://learn.mongodb.com/courses/overview-of-mongodb-and-the-document-model" TargetMode="External"/><Relationship Id="rId5" Type="http://schemas.openxmlformats.org/officeDocument/2006/relationships/hyperlink" Target="https://learn.mongodb.com/courses/overview-of-mongodb-and-the-document-model" TargetMode="External"/><Relationship Id="rId6"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8.png"/><Relationship Id="rId4" Type="http://schemas.openxmlformats.org/officeDocument/2006/relationships/image" Target="../media/image67.png"/><Relationship Id="rId5" Type="http://schemas.openxmlformats.org/officeDocument/2006/relationships/image" Target="../media/image4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7.png"/><Relationship Id="rId4" Type="http://schemas.openxmlformats.org/officeDocument/2006/relationships/image" Target="../media/image25.png"/><Relationship Id="rId5" Type="http://schemas.openxmlformats.org/officeDocument/2006/relationships/image" Target="../media/image40.png"/><Relationship Id="rId6" Type="http://schemas.openxmlformats.org/officeDocument/2006/relationships/image" Target="../media/image3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61.png"/><Relationship Id="rId4" Type="http://schemas.openxmlformats.org/officeDocument/2006/relationships/image" Target="../media/image42.png"/><Relationship Id="rId5" Type="http://schemas.openxmlformats.org/officeDocument/2006/relationships/image" Target="../media/image3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43.png"/><Relationship Id="rId4" Type="http://schemas.openxmlformats.org/officeDocument/2006/relationships/image" Target="../media/image37.png"/><Relationship Id="rId5" Type="http://schemas.openxmlformats.org/officeDocument/2006/relationships/image" Target="../media/image41.png"/><Relationship Id="rId6" Type="http://schemas.openxmlformats.org/officeDocument/2006/relationships/image" Target="../media/image5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62.png"/><Relationship Id="rId4" Type="http://schemas.openxmlformats.org/officeDocument/2006/relationships/image" Target="../media/image50.png"/><Relationship Id="rId5" Type="http://schemas.openxmlformats.org/officeDocument/2006/relationships/image" Target="../media/image5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55.png"/><Relationship Id="rId4" Type="http://schemas.openxmlformats.org/officeDocument/2006/relationships/image" Target="../media/image44.png"/><Relationship Id="rId5" Type="http://schemas.openxmlformats.org/officeDocument/2006/relationships/image" Target="../media/image4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52.png"/><Relationship Id="rId4" Type="http://schemas.openxmlformats.org/officeDocument/2006/relationships/image" Target="../media/image46.png"/><Relationship Id="rId5" Type="http://schemas.openxmlformats.org/officeDocument/2006/relationships/image" Target="../media/image6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47.png"/><Relationship Id="rId4" Type="http://schemas.openxmlformats.org/officeDocument/2006/relationships/image" Target="../media/image6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5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58.png"/><Relationship Id="rId4" Type="http://schemas.openxmlformats.org/officeDocument/2006/relationships/image" Target="../media/image7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vmlDrawing" Target="../drawings/vmlDrawing2.vml"/><Relationship Id="rId4" Type="http://schemas.openxmlformats.org/officeDocument/2006/relationships/oleObject" Target="../embeddings/oleObject2.bin"/><Relationship Id="rId5" Type="http://schemas.openxmlformats.org/officeDocument/2006/relationships/oleObject" Target="../embeddings/oleObject2.bin"/><Relationship Id="rId6" Type="http://schemas.openxmlformats.org/officeDocument/2006/relationships/image" Target="../media/image5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hyperlink" Target="https://learn.mongodb.com/courses/connecting-to-a-mongodb-database" TargetMode="External"/><Relationship Id="rId4" Type="http://schemas.openxmlformats.org/officeDocument/2006/relationships/hyperlink" Target="https://learn.mongodb.com/courses/connecting-to-a-mongodb-database" TargetMode="External"/><Relationship Id="rId5" Type="http://schemas.openxmlformats.org/officeDocument/2006/relationships/hyperlink" Target="https://learn.mongodb.com/courses/connecting-to-a-mongodb-database" TargetMode="External"/><Relationship Id="rId6" Type="http://schemas.openxmlformats.org/officeDocument/2006/relationships/image" Target="../media/image7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7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7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63.png"/><Relationship Id="rId4" Type="http://schemas.openxmlformats.org/officeDocument/2006/relationships/image" Target="../media/image6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89.png"/><Relationship Id="rId4" Type="http://schemas.openxmlformats.org/officeDocument/2006/relationships/image" Target="../media/image8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7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0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84.png"/><Relationship Id="rId4" Type="http://schemas.openxmlformats.org/officeDocument/2006/relationships/image" Target="../media/image81.png"/><Relationship Id="rId5" Type="http://schemas.openxmlformats.org/officeDocument/2006/relationships/image" Target="../media/image6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93.png"/><Relationship Id="rId4" Type="http://schemas.openxmlformats.org/officeDocument/2006/relationships/image" Target="../media/image95.png"/><Relationship Id="rId5" Type="http://schemas.openxmlformats.org/officeDocument/2006/relationships/image" Target="../media/image8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9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99.png"/><Relationship Id="rId4" Type="http://schemas.openxmlformats.org/officeDocument/2006/relationships/image" Target="../media/image86.png"/><Relationship Id="rId5" Type="http://schemas.openxmlformats.org/officeDocument/2006/relationships/image" Target="../media/image7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vmlDrawing" Target="../drawings/vmlDrawing3.vml"/><Relationship Id="rId4" Type="http://schemas.openxmlformats.org/officeDocument/2006/relationships/oleObject" Target="../embeddings/oleObject3.bin"/><Relationship Id="rId5" Type="http://schemas.openxmlformats.org/officeDocument/2006/relationships/oleObject" Target="../embeddings/oleObject3.bin"/><Relationship Id="rId6" Type="http://schemas.openxmlformats.org/officeDocument/2006/relationships/image" Target="../media/image9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hyperlink" Target="https://learn.mongodb.com/courses/mongodb-crud-operations-insert-and-find-documents" TargetMode="External"/><Relationship Id="rId4" Type="http://schemas.openxmlformats.org/officeDocument/2006/relationships/hyperlink" Target="https://learn.mongodb.com/courses/mongodb-crud-operations-insert-and-find-documents" TargetMode="External"/><Relationship Id="rId5" Type="http://schemas.openxmlformats.org/officeDocument/2006/relationships/hyperlink" Target="https://learn.mongodb.com/courses/mongodb-crud-operations-insert-and-find-documents" TargetMode="External"/><Relationship Id="rId6" Type="http://schemas.openxmlformats.org/officeDocument/2006/relationships/image" Target="../media/image7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11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82.png"/><Relationship Id="rId4" Type="http://schemas.openxmlformats.org/officeDocument/2006/relationships/image" Target="../media/image8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8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7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96.png"/><Relationship Id="rId4" Type="http://schemas.openxmlformats.org/officeDocument/2006/relationships/image" Target="../media/image90.png"/><Relationship Id="rId5" Type="http://schemas.openxmlformats.org/officeDocument/2006/relationships/image" Target="../media/image9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100.png"/><Relationship Id="rId4" Type="http://schemas.openxmlformats.org/officeDocument/2006/relationships/image" Target="../media/image87.png"/><Relationship Id="rId5" Type="http://schemas.openxmlformats.org/officeDocument/2006/relationships/image" Target="../media/image10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91.png"/><Relationship Id="rId4" Type="http://schemas.openxmlformats.org/officeDocument/2006/relationships/image" Target="../media/image133.png"/><Relationship Id="rId5" Type="http://schemas.openxmlformats.org/officeDocument/2006/relationships/image" Target="../media/image105.png"/><Relationship Id="rId6" Type="http://schemas.openxmlformats.org/officeDocument/2006/relationships/image" Target="../media/image12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107.png"/><Relationship Id="rId4" Type="http://schemas.openxmlformats.org/officeDocument/2006/relationships/image" Target="../media/image98.png"/><Relationship Id="rId5" Type="http://schemas.openxmlformats.org/officeDocument/2006/relationships/image" Target="../media/image12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120.png"/><Relationship Id="rId4" Type="http://schemas.openxmlformats.org/officeDocument/2006/relationships/image" Target="../media/image104.png"/><Relationship Id="rId5" Type="http://schemas.openxmlformats.org/officeDocument/2006/relationships/image" Target="../media/image115.png"/><Relationship Id="rId6" Type="http://schemas.openxmlformats.org/officeDocument/2006/relationships/image" Target="../media/image10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144.png"/><Relationship Id="rId4" Type="http://schemas.openxmlformats.org/officeDocument/2006/relationships/image" Target="../media/image110.png"/><Relationship Id="rId5" Type="http://schemas.openxmlformats.org/officeDocument/2006/relationships/image" Target="../media/image141.png"/><Relationship Id="rId6" Type="http://schemas.openxmlformats.org/officeDocument/2006/relationships/image" Target="../media/image114.png"/><Relationship Id="rId7" Type="http://schemas.openxmlformats.org/officeDocument/2006/relationships/image" Target="../media/image108.png"/><Relationship Id="rId8" Type="http://schemas.openxmlformats.org/officeDocument/2006/relationships/image" Target="../media/image10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124.png"/><Relationship Id="rId4" Type="http://schemas.openxmlformats.org/officeDocument/2006/relationships/image" Target="../media/image109.png"/><Relationship Id="rId5" Type="http://schemas.openxmlformats.org/officeDocument/2006/relationships/image" Target="../media/image111.png"/><Relationship Id="rId6" Type="http://schemas.openxmlformats.org/officeDocument/2006/relationships/image" Target="../media/image113.png"/><Relationship Id="rId7" Type="http://schemas.openxmlformats.org/officeDocument/2006/relationships/image" Target="../media/image112.png"/><Relationship Id="rId8" Type="http://schemas.openxmlformats.org/officeDocument/2006/relationships/image" Target="../media/image11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116.png"/><Relationship Id="rId4" Type="http://schemas.openxmlformats.org/officeDocument/2006/relationships/image" Target="../media/image149.png"/><Relationship Id="rId5" Type="http://schemas.openxmlformats.org/officeDocument/2006/relationships/image" Target="../media/image12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140.png"/><Relationship Id="rId4" Type="http://schemas.openxmlformats.org/officeDocument/2006/relationships/image" Target="../media/image15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11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122.png"/><Relationship Id="rId4" Type="http://schemas.openxmlformats.org/officeDocument/2006/relationships/image" Target="../media/image13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125.png"/><Relationship Id="rId4" Type="http://schemas.openxmlformats.org/officeDocument/2006/relationships/image" Target="../media/image127.png"/><Relationship Id="rId5" Type="http://schemas.openxmlformats.org/officeDocument/2006/relationships/image" Target="../media/image13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12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14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13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129.png"/><Relationship Id="rId4" Type="http://schemas.openxmlformats.org/officeDocument/2006/relationships/image" Target="../media/image148.png"/><Relationship Id="rId5" Type="http://schemas.openxmlformats.org/officeDocument/2006/relationships/image" Target="../media/image170.png"/><Relationship Id="rId6" Type="http://schemas.openxmlformats.org/officeDocument/2006/relationships/image" Target="../media/image153.png"/><Relationship Id="rId7" Type="http://schemas.openxmlformats.org/officeDocument/2006/relationships/image" Target="../media/image13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134.png"/><Relationship Id="rId4" Type="http://schemas.openxmlformats.org/officeDocument/2006/relationships/image" Target="../media/image145.png"/><Relationship Id="rId5" Type="http://schemas.openxmlformats.org/officeDocument/2006/relationships/image" Target="../media/image146.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vmlDrawing" Target="../drawings/vmlDrawing4.vml"/><Relationship Id="rId4" Type="http://schemas.openxmlformats.org/officeDocument/2006/relationships/oleObject" Target="../embeddings/oleObject4.bin"/><Relationship Id="rId5" Type="http://schemas.openxmlformats.org/officeDocument/2006/relationships/oleObject" Target="../embeddings/oleObject4.bin"/><Relationship Id="rId6" Type="http://schemas.openxmlformats.org/officeDocument/2006/relationships/image" Target="../media/image135.png"/></Relationships>
</file>

<file path=ppt/slides/_rels/slide73.xml.rels><?xml version="1.0" encoding="UTF-8" standalone="yes"?><Relationships xmlns="http://schemas.openxmlformats.org/package/2006/relationships"><Relationship Id="rId11" Type="http://schemas.openxmlformats.org/officeDocument/2006/relationships/hyperlink" Target="https://www.kaggle.com/" TargetMode="External"/><Relationship Id="rId10" Type="http://schemas.openxmlformats.org/officeDocument/2006/relationships/image" Target="../media/image177.png"/><Relationship Id="rId13" Type="http://schemas.openxmlformats.org/officeDocument/2006/relationships/hyperlink" Target="https://docs.mongodb.com/compass/master/import-export" TargetMode="External"/><Relationship Id="rId12" Type="http://schemas.openxmlformats.org/officeDocument/2006/relationships/hyperlink" Target="https://github.com/" TargetMode="External"/><Relationship Id="rId1" Type="http://schemas.openxmlformats.org/officeDocument/2006/relationships/slideLayout" Target="../slideLayouts/slideLayout5.xml"/><Relationship Id="rId2" Type="http://schemas.openxmlformats.org/officeDocument/2006/relationships/notesSlide" Target="../notesSlides/notesSlide73.xml"/><Relationship Id="rId3" Type="http://schemas.openxmlformats.org/officeDocument/2006/relationships/hyperlink" Target="https://teesside.hosted.panopto.com/Panopto/Pages/Viewer.aspx?id=cc5efa02-e68d-4d27-96bd-ac7601745b67&amp;query=Search%20in%20folder%20%22mongoDB%20Compass%20Vi%E2%80%A6" TargetMode="External"/><Relationship Id="rId4" Type="http://schemas.openxmlformats.org/officeDocument/2006/relationships/image" Target="../media/image132.png"/><Relationship Id="rId9" Type="http://schemas.openxmlformats.org/officeDocument/2006/relationships/hyperlink" Target="https://teesside.hosted.panopto.com/Panopto/Pages/Viewer.aspx?id=6f9ecf8a-c99d-4f22-a92e-ac7601749697&amp;query=Search%20in%20folder%20%22mongoDB%20Compass%20Vi%E2%80%A6" TargetMode="External"/><Relationship Id="rId14" Type="http://schemas.openxmlformats.org/officeDocument/2006/relationships/hyperlink" Target="https://docs.mongodb.com/compass/master/import-export" TargetMode="External"/><Relationship Id="rId5" Type="http://schemas.openxmlformats.org/officeDocument/2006/relationships/hyperlink" Target="https://teesside.hosted.panopto.com/Panopto/Pages/Viewer.aspx?id=90b7d5fd-040f-4bf5-b5dd-ab0a013c6e10" TargetMode="External"/><Relationship Id="rId6" Type="http://schemas.openxmlformats.org/officeDocument/2006/relationships/hyperlink" Target="https://teesside.hosted.panopto.com/Panopto/Pages/Viewer.aspx?id=cc5efa02-e68d-4d27-96bd-ac7601745b67&amp;query=Search%20in%20folder%20%22mongoDB%20Compass%20Vi%E2%80%A6" TargetMode="External"/><Relationship Id="rId7" Type="http://schemas.openxmlformats.org/officeDocument/2006/relationships/hyperlink" Target="about:blank" TargetMode="External"/><Relationship Id="rId8" Type="http://schemas.openxmlformats.org/officeDocument/2006/relationships/hyperlink" Target="https://teesside.hosted.panopto.com/Panopto/Pages/Viewer.aspx?id=cc5efa02-e68d-4d27-96bd-ac7601745b67&amp;query=Search%20in%20folder%20%22mongoDB%20Compass%20Vi%E2%80%A6" TargetMode="External"/></Relationships>
</file>

<file path=ppt/slides/_rels/slide74.xml.rels><?xml version="1.0" encoding="UTF-8" standalone="yes"?><Relationships xmlns="http://schemas.openxmlformats.org/package/2006/relationships"><Relationship Id="rId20" Type="http://schemas.openxmlformats.org/officeDocument/2006/relationships/hyperlink" Target="https://www.kaggle.com/datasets/antgoldbloom/covid19-data-from-john-hopkins-university" TargetMode="External"/><Relationship Id="rId11" Type="http://schemas.openxmlformats.org/officeDocument/2006/relationships/hyperlink" Target="https://docs.atlas.mongodb.com/sample-data/" TargetMode="External"/><Relationship Id="rId10" Type="http://schemas.openxmlformats.org/officeDocument/2006/relationships/hyperlink" Target="https://docs.atlas.mongodb.com/sample-data/sample-weather/" TargetMode="External"/><Relationship Id="rId13" Type="http://schemas.openxmlformats.org/officeDocument/2006/relationships/hyperlink" Target="https://www.kaggle.com/search?q=mongodb+collection" TargetMode="External"/><Relationship Id="rId12" Type="http://schemas.openxmlformats.org/officeDocument/2006/relationships/hyperlink" Target="https://docs.atlas.mongodb.com/sample-data/#load-sample-data" TargetMode="External"/><Relationship Id="rId1" Type="http://schemas.openxmlformats.org/officeDocument/2006/relationships/slideLayout" Target="../slideLayouts/slideLayout5.xml"/><Relationship Id="rId2" Type="http://schemas.openxmlformats.org/officeDocument/2006/relationships/notesSlide" Target="../notesSlides/notesSlide74.xml"/><Relationship Id="rId3" Type="http://schemas.openxmlformats.org/officeDocument/2006/relationships/hyperlink" Target="https://docs.atlas.mongodb.com/sample-data/sample-airbnb/" TargetMode="External"/><Relationship Id="rId4" Type="http://schemas.openxmlformats.org/officeDocument/2006/relationships/hyperlink" Target="https://docs.atlas.mongodb.com/sample-data/sample-analytics/" TargetMode="External"/><Relationship Id="rId9" Type="http://schemas.openxmlformats.org/officeDocument/2006/relationships/hyperlink" Target="https://docs.atlas.mongodb.com/sample-data/sample-training/" TargetMode="External"/><Relationship Id="rId15" Type="http://schemas.openxmlformats.org/officeDocument/2006/relationships/hyperlink" Target="https://www.kaggle.com/datasets/heesoo37/120-years-of-olympic-history-athletes-and-results" TargetMode="External"/><Relationship Id="rId14" Type="http://schemas.openxmlformats.org/officeDocument/2006/relationships/hyperlink" Target="https://github.com/search?q=mongodb+collection" TargetMode="External"/><Relationship Id="rId17" Type="http://schemas.openxmlformats.org/officeDocument/2006/relationships/hyperlink" Target="https://www.kaggle.com/search?q=football+datasets" TargetMode="External"/><Relationship Id="rId16" Type="http://schemas.openxmlformats.org/officeDocument/2006/relationships/hyperlink" Target="https://www.kaggle.com/search?q=video+game+datasets+in%3Adatasets" TargetMode="External"/><Relationship Id="rId5" Type="http://schemas.openxmlformats.org/officeDocument/2006/relationships/hyperlink" Target="https://docs.atlas.mongodb.com/sample-data/sample-geospatial/" TargetMode="External"/><Relationship Id="rId19" Type="http://schemas.openxmlformats.org/officeDocument/2006/relationships/hyperlink" Target="https://www.kaggle.com/search?q=music+sales+datasets+in%3Adatasets" TargetMode="External"/><Relationship Id="rId6" Type="http://schemas.openxmlformats.org/officeDocument/2006/relationships/hyperlink" Target="https://docs.atlas.mongodb.com/sample-data/sample-mflix/" TargetMode="External"/><Relationship Id="rId18" Type="http://schemas.openxmlformats.org/officeDocument/2006/relationships/hyperlink" Target="https://www.kaggle.com/search?q=cricket+datasets+in%3Adatasets" TargetMode="External"/><Relationship Id="rId7" Type="http://schemas.openxmlformats.org/officeDocument/2006/relationships/hyperlink" Target="https://docs.atlas.mongodb.com/sample-data/sample-restaurants/" TargetMode="External"/><Relationship Id="rId8" Type="http://schemas.openxmlformats.org/officeDocument/2006/relationships/hyperlink" Target="https://docs.atlas.mongodb.com/sample-data/sample-supplies/" TargetMode="External"/></Relationships>
</file>

<file path=ppt/slides/_rels/slide75.xml.rels><?xml version="1.0" encoding="UTF-8" standalone="yes"?><Relationships xmlns="http://schemas.openxmlformats.org/package/2006/relationships"><Relationship Id="rId11" Type="http://schemas.openxmlformats.org/officeDocument/2006/relationships/hyperlink" Target="https://github.com/topics/citibike" TargetMode="External"/><Relationship Id="rId10" Type="http://schemas.openxmlformats.org/officeDocument/2006/relationships/hyperlink" Target="https://github.com/kylehiroyasu/m001/blob/master/week_3/week3.md" TargetMode="External"/><Relationship Id="rId13" Type="http://schemas.openxmlformats.org/officeDocument/2006/relationships/hyperlink" Target="https://teesside.hosted.panopto.com/Panopto/Pages/Viewer.aspx?id=84a9872c-ef32-422d-8e7f-ac76018175ad&amp;query=Search%20in%20folder%20%22mongoDB%20Compass%20Vi%E2%80%A6" TargetMode="External"/><Relationship Id="rId12" Type="http://schemas.openxmlformats.org/officeDocument/2006/relationships/hyperlink" Target="https://github.com/david880110/Citi-Bike-Analytics" TargetMode="External"/><Relationship Id="rId1" Type="http://schemas.openxmlformats.org/officeDocument/2006/relationships/slideLayout" Target="../slideLayouts/slideLayout5.xml"/><Relationship Id="rId2" Type="http://schemas.openxmlformats.org/officeDocument/2006/relationships/notesSlide" Target="../notesSlides/notesSlide75.xml"/><Relationship Id="rId3" Type="http://schemas.openxmlformats.org/officeDocument/2006/relationships/hyperlink" Target="https://university.mongodb.com/" TargetMode="External"/><Relationship Id="rId4" Type="http://schemas.openxmlformats.org/officeDocument/2006/relationships/hyperlink" Target="https://www.mongodb.com/products/training/private" TargetMode="External"/><Relationship Id="rId9" Type="http://schemas.openxmlformats.org/officeDocument/2006/relationships/hyperlink" Target="https://github.com/mongodb/m001" TargetMode="External"/><Relationship Id="rId15" Type="http://schemas.openxmlformats.org/officeDocument/2006/relationships/image" Target="../media/image138.png"/><Relationship Id="rId14" Type="http://schemas.openxmlformats.org/officeDocument/2006/relationships/hyperlink" Target="https://teesside.hosted.panopto.com/Panopto/Pages/Viewer.aspx?id=84a9872c-ef32-422d-8e7f-ac76018175ad&amp;query=Search%20in%20folder%20%22mongoDB%20Compass%20Vi%E2%80%A6" TargetMode="External"/><Relationship Id="rId5" Type="http://schemas.openxmlformats.org/officeDocument/2006/relationships/hyperlink" Target="https://data.crunchbase.com/docs" TargetMode="External"/><Relationship Id="rId6" Type="http://schemas.openxmlformats.org/officeDocument/2006/relationships/hyperlink" Target="https://opendata.cityofnewyork.us/" TargetMode="External"/><Relationship Id="rId7" Type="http://schemas.openxmlformats.org/officeDocument/2006/relationships/hyperlink" Target="https://openflights.org/data.html" TargetMode="External"/><Relationship Id="rId8" Type="http://schemas.openxmlformats.org/officeDocument/2006/relationships/hyperlink" Target="https://www.citibikenyc.com/system-data"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hyperlink" Target="https://learn.mongodb.com/courses/mongodb-crud-operations-replace-and-delete-documents" TargetMode="External"/><Relationship Id="rId4" Type="http://schemas.openxmlformats.org/officeDocument/2006/relationships/hyperlink" Target="https://learn.mongodb.com/courses/mongodb-crud-operations-replace-and-delete-documents" TargetMode="External"/><Relationship Id="rId5" Type="http://schemas.openxmlformats.org/officeDocument/2006/relationships/image" Target="../media/image167.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147.png"/><Relationship Id="rId4" Type="http://schemas.openxmlformats.org/officeDocument/2006/relationships/image" Target="../media/image137.png"/><Relationship Id="rId5" Type="http://schemas.openxmlformats.org/officeDocument/2006/relationships/image" Target="../media/image142.png"/><Relationship Id="rId6" Type="http://schemas.openxmlformats.org/officeDocument/2006/relationships/image" Target="../media/image169.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187.png"/><Relationship Id="rId4" Type="http://schemas.openxmlformats.org/officeDocument/2006/relationships/image" Target="../media/image171.png"/><Relationship Id="rId5" Type="http://schemas.openxmlformats.org/officeDocument/2006/relationships/image" Target="../media/image168.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150.png"/><Relationship Id="rId4" Type="http://schemas.openxmlformats.org/officeDocument/2006/relationships/image" Target="../media/image156.png"/><Relationship Id="rId5" Type="http://schemas.openxmlformats.org/officeDocument/2006/relationships/image" Target="../media/image164.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165.png"/><Relationship Id="rId4" Type="http://schemas.openxmlformats.org/officeDocument/2006/relationships/image" Target="../media/image158.png"/><Relationship Id="rId5" Type="http://schemas.openxmlformats.org/officeDocument/2006/relationships/image" Target="../media/image151.png"/><Relationship Id="rId6" Type="http://schemas.openxmlformats.org/officeDocument/2006/relationships/image" Target="../media/image154.png"/><Relationship Id="rId7" Type="http://schemas.openxmlformats.org/officeDocument/2006/relationships/image" Target="../media/image155.png"/><Relationship Id="rId8" Type="http://schemas.openxmlformats.org/officeDocument/2006/relationships/image" Target="../media/image17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160.png"/><Relationship Id="rId4" Type="http://schemas.openxmlformats.org/officeDocument/2006/relationships/image" Target="../media/image157.png"/><Relationship Id="rId5" Type="http://schemas.openxmlformats.org/officeDocument/2006/relationships/image" Target="../media/image159.png"/><Relationship Id="rId6" Type="http://schemas.openxmlformats.org/officeDocument/2006/relationships/image" Target="../media/image16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186.png"/><Relationship Id="rId4" Type="http://schemas.openxmlformats.org/officeDocument/2006/relationships/image" Target="../media/image163.png"/><Relationship Id="rId5" Type="http://schemas.openxmlformats.org/officeDocument/2006/relationships/image" Target="../media/image166.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174.png"/><Relationship Id="rId4" Type="http://schemas.openxmlformats.org/officeDocument/2006/relationships/image" Target="../media/image16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 Id="rId3" Type="http://schemas.openxmlformats.org/officeDocument/2006/relationships/image" Target="../media/image183.png"/><Relationship Id="rId4" Type="http://schemas.openxmlformats.org/officeDocument/2006/relationships/image" Target="../media/image172.png"/><Relationship Id="rId5" Type="http://schemas.openxmlformats.org/officeDocument/2006/relationships/image" Target="../media/image176.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199.png"/><Relationship Id="rId4" Type="http://schemas.openxmlformats.org/officeDocument/2006/relationships/image" Target="../media/image194.png"/><Relationship Id="rId5" Type="http://schemas.openxmlformats.org/officeDocument/2006/relationships/image" Target="../media/image190.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 Id="rId3" Type="http://schemas.openxmlformats.org/officeDocument/2006/relationships/image" Target="../media/image188.png"/><Relationship Id="rId4" Type="http://schemas.openxmlformats.org/officeDocument/2006/relationships/image" Target="../media/image206.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182.png"/><Relationship Id="rId4" Type="http://schemas.openxmlformats.org/officeDocument/2006/relationships/image" Target="../media/image175.png"/><Relationship Id="rId5" Type="http://schemas.openxmlformats.org/officeDocument/2006/relationships/image" Target="../media/image180.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178.png"/><Relationship Id="rId4" Type="http://schemas.openxmlformats.org/officeDocument/2006/relationships/image" Target="../media/image195.png"/><Relationship Id="rId5" Type="http://schemas.openxmlformats.org/officeDocument/2006/relationships/image" Target="../media/image18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179.png"/><Relationship Id="rId4" Type="http://schemas.openxmlformats.org/officeDocument/2006/relationships/image" Target="../media/image185.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 Id="rId3" Type="http://schemas.openxmlformats.org/officeDocument/2006/relationships/image" Target="../media/image214.png"/><Relationship Id="rId4" Type="http://schemas.openxmlformats.org/officeDocument/2006/relationships/image" Target="../media/image213.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image" Target="../media/image189.png"/><Relationship Id="rId4" Type="http://schemas.openxmlformats.org/officeDocument/2006/relationships/image" Target="../media/image184.png"/><Relationship Id="rId5" Type="http://schemas.openxmlformats.org/officeDocument/2006/relationships/image" Target="../media/image197.png"/><Relationship Id="rId6" Type="http://schemas.openxmlformats.org/officeDocument/2006/relationships/image" Target="../media/image222.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image" Target="../media/image196.png"/><Relationship Id="rId4" Type="http://schemas.openxmlformats.org/officeDocument/2006/relationships/image" Target="../media/image208.png"/><Relationship Id="rId5" Type="http://schemas.openxmlformats.org/officeDocument/2006/relationships/image" Target="../media/image192.png"/><Relationship Id="rId6" Type="http://schemas.openxmlformats.org/officeDocument/2006/relationships/image" Target="../media/image200.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image" Target="../media/image193.png"/><Relationship Id="rId4" Type="http://schemas.openxmlformats.org/officeDocument/2006/relationships/image" Target="../media/image191.png"/><Relationship Id="rId5" Type="http://schemas.openxmlformats.org/officeDocument/2006/relationships/image" Target="../media/image209.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 Id="rId3" Type="http://schemas.openxmlformats.org/officeDocument/2006/relationships/vmlDrawing" Target="../drawings/vmlDrawing5.vml"/><Relationship Id="rId4" Type="http://schemas.openxmlformats.org/officeDocument/2006/relationships/oleObject" Target="../embeddings/oleObject5.bin"/><Relationship Id="rId5" Type="http://schemas.openxmlformats.org/officeDocument/2006/relationships/oleObject" Target="../embeddings/oleObject5.bin"/><Relationship Id="rId6" Type="http://schemas.openxmlformats.org/officeDocument/2006/relationships/image" Target="../media/image20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5.xml"/><Relationship Id="rId3" Type="http://schemas.openxmlformats.org/officeDocument/2006/relationships/hyperlink" Target="https://docs.mongodb.com/compass/master/documents" TargetMode="External"/><Relationship Id="rId4" Type="http://schemas.openxmlformats.org/officeDocument/2006/relationships/hyperlink" Target="https://docs.mongodb.com/compass/master/documents/view" TargetMode="External"/><Relationship Id="rId5" Type="http://schemas.openxmlformats.org/officeDocument/2006/relationships/hyperlink" Target="https://docs.mongodb.com/compass/master/documents/insert" TargetMode="External"/><Relationship Id="rId6" Type="http://schemas.openxmlformats.org/officeDocument/2006/relationships/hyperlink" Target="https://docs.mongodb.com/compass/master/documents/modify" TargetMode="External"/><Relationship Id="rId7" Type="http://schemas.openxmlformats.org/officeDocument/2006/relationships/hyperlink" Target="https://docs.mongodb.com/compass/master/documents/clone" TargetMode="External"/><Relationship Id="rId8" Type="http://schemas.openxmlformats.org/officeDocument/2006/relationships/hyperlink" Target="https://docs.mongodb.com/compass/master/documents/delete" TargetMode="Externa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6.xml"/><Relationship Id="rId3" Type="http://schemas.openxmlformats.org/officeDocument/2006/relationships/hyperlink" Target="https://teesside.hosted.panopto.com/Panopto/Pages/Viewer.aspx?id=c4a40472-e05a-4d04-8c2b-ac760177d9ae&amp;query=Search%20in%20folder%20%22mongoDB%20Compass%20Vi%E2%80%A6" TargetMode="External"/><Relationship Id="rId4" Type="http://schemas.openxmlformats.org/officeDocument/2006/relationships/image" Target="../media/image202.png"/><Relationship Id="rId5" Type="http://schemas.openxmlformats.org/officeDocument/2006/relationships/hyperlink" Target="https://teesside.hosted.panopto.com/Panopto/Pages/Viewer.aspx?id=c4a40472-e05a-4d04-8c2b-ac760177d9ae&amp;query=Search%20in%20folder%20%22mongoDB%20Compass%20Vi%E2%80%A6" TargetMode="External"/><Relationship Id="rId6" Type="http://schemas.openxmlformats.org/officeDocument/2006/relationships/hyperlink" Target="https://teesside.hosted.panopto.com/Panopto/Pages/Viewer.aspx?id=c4a40472-e05a-4d04-8c2b-ac760177d9ae&amp;query=Search%20in%20folder%20%22mongoDB%20Compass%20Vi%E2%80%A6" TargetMode="External"/></Relationships>
</file>

<file path=ppt/slides/_rels/slide97.xml.rels><?xml version="1.0" encoding="UTF-8" standalone="yes"?><Relationships xmlns="http://schemas.openxmlformats.org/package/2006/relationships"><Relationship Id="rId11" Type="http://schemas.openxmlformats.org/officeDocument/2006/relationships/hyperlink" Target="https://teesside.hosted.panopto.com/Panopto/Pages/Viewer.aspx?id=5cf2da60-c822-4fec-889e-ac7601767b62&amp;query=Search%20in%20folder%20%22mongoDB%20Compass%20Vi%E2%80%A6" TargetMode="External"/><Relationship Id="rId10" Type="http://schemas.openxmlformats.org/officeDocument/2006/relationships/hyperlink" Target="about:blank" TargetMode="External"/><Relationship Id="rId13" Type="http://schemas.openxmlformats.org/officeDocument/2006/relationships/hyperlink" Target="https://teesside.hosted.panopto.com/Panopto/Pages/Viewer.aspx?id=5cf2da60-c822-4fec-889e-ac7601767b62&amp;query=Search%20in%20folder%20%22mongoDB%20Compass%20Vi%E2%80%A6" TargetMode="External"/><Relationship Id="rId12" Type="http://schemas.openxmlformats.org/officeDocument/2006/relationships/image" Target="../media/image203.png"/><Relationship Id="rId1" Type="http://schemas.openxmlformats.org/officeDocument/2006/relationships/slideLayout" Target="../slideLayouts/slideLayout5.xml"/><Relationship Id="rId2" Type="http://schemas.openxmlformats.org/officeDocument/2006/relationships/notesSlide" Target="../notesSlides/notesSlide97.xml"/><Relationship Id="rId3" Type="http://schemas.openxmlformats.org/officeDocument/2006/relationships/hyperlink" Target="https://teesside.hosted.panopto.com/Panopto/Pages/Viewer.aspx?id=3c4bc50f-db5a-4635-b685-ac760174a3a4&amp;query=Search%20in%20folder%20%22mongoDB%20Compass%20Vi%E2%80%A6" TargetMode="External"/><Relationship Id="rId4" Type="http://schemas.openxmlformats.org/officeDocument/2006/relationships/image" Target="../media/image198.png"/><Relationship Id="rId9" Type="http://schemas.openxmlformats.org/officeDocument/2006/relationships/hyperlink" Target="about:blank" TargetMode="External"/><Relationship Id="rId15" Type="http://schemas.openxmlformats.org/officeDocument/2006/relationships/hyperlink" Target="https://teesside.hosted.panopto.com/Panopto/Pages/Viewer.aspx?id=cf804188-ad9d-4302-8704-ac760176e6af&amp;query=Search%20in%20folder%20%22mongoDB%20Compass%20Vi%E2%80%A6" TargetMode="External"/><Relationship Id="rId14" Type="http://schemas.openxmlformats.org/officeDocument/2006/relationships/hyperlink" Target="https://teesside.hosted.panopto.com/Panopto/Pages/Viewer.aspx?id=5cf2da60-c822-4fec-889e-ac7601767b62&amp;query=Search%20in%20folder%20%22mongoDB%20Compass%20Vi%E2%80%A6" TargetMode="External"/><Relationship Id="rId17" Type="http://schemas.openxmlformats.org/officeDocument/2006/relationships/hyperlink" Target="https://teesside.hosted.panopto.com/Panopto/Pages/Viewer.aspx?id=cf804188-ad9d-4302-8704-ac760176e6af&amp;query=Search%20in%20folder%20%22mongoDB%20Compass%20Vi%E2%80%A6" TargetMode="External"/><Relationship Id="rId16" Type="http://schemas.openxmlformats.org/officeDocument/2006/relationships/image" Target="../media/image204.png"/><Relationship Id="rId5" Type="http://schemas.openxmlformats.org/officeDocument/2006/relationships/hyperlink" Target="https://teesside.hosted.panopto.com/Panopto/Pages/Viewer.aspx?id=3c4bc50f-db5a-4635-b685-ac760174a3a4&amp;query=Search%20in%20folder%20%22mongoDB%20Compass%20Vi%E2%80%A6" TargetMode="External"/><Relationship Id="rId6" Type="http://schemas.openxmlformats.org/officeDocument/2006/relationships/hyperlink" Target="https://teesside.hosted.panopto.com/Panopto/Pages/Viewer.aspx?id=3c4bc50f-db5a-4635-b685-ac760174a3a4&amp;query=Search%20in%20folder%20%22mongoDB%20Compass%20Vi%E2%80%A6" TargetMode="External"/><Relationship Id="rId18" Type="http://schemas.openxmlformats.org/officeDocument/2006/relationships/hyperlink" Target="https://teesside.hosted.panopto.com/Panopto/Pages/Viewer.aspx?id=cf804188-ad9d-4302-8704-ac760176e6af&amp;query=Search%20in%20folder%20%22mongoDB%20Compass%20Vi%E2%80%A6" TargetMode="External"/><Relationship Id="rId7" Type="http://schemas.openxmlformats.org/officeDocument/2006/relationships/hyperlink" Target="https://teesside.hosted.panopto.com/Panopto/Pages/Viewer.aspx?id=39362036-7aa2-4c88-bc62-ac760176693d&amp;query=Search%20in%20folder%20%22mongoDB%20Compass%20Vi%E2%80%A6" TargetMode="External"/><Relationship Id="rId8" Type="http://schemas.openxmlformats.org/officeDocument/2006/relationships/image" Target="../media/image205.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hyperlink" Target="https://learn.mongodb.com/courses/mongodb-crud-operations-modifying-query-results" TargetMode="External"/><Relationship Id="rId4" Type="http://schemas.openxmlformats.org/officeDocument/2006/relationships/hyperlink" Target="https://learn.mongodb.com/courses/mongodb-crud-operations-modifying-query-results" TargetMode="External"/><Relationship Id="rId5" Type="http://schemas.openxmlformats.org/officeDocument/2006/relationships/image" Target="../media/image225.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 Id="rId3" Type="http://schemas.openxmlformats.org/officeDocument/2006/relationships/image" Target="../media/image227.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 Id="rId3" Type="http://schemas.openxmlformats.org/officeDocument/2006/relationships/image" Target="../media/image220.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 Id="rId3" Type="http://schemas.openxmlformats.org/officeDocument/2006/relationships/image" Target="../media/image207.png"/><Relationship Id="rId4" Type="http://schemas.openxmlformats.org/officeDocument/2006/relationships/image" Target="../media/image21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 Id="rId3" Type="http://schemas.openxmlformats.org/officeDocument/2006/relationships/image" Target="../media/image210.png"/><Relationship Id="rId4" Type="http://schemas.openxmlformats.org/officeDocument/2006/relationships/image" Target="../media/image217.png"/><Relationship Id="rId5" Type="http://schemas.openxmlformats.org/officeDocument/2006/relationships/image" Target="../media/image234.png"/><Relationship Id="rId6" Type="http://schemas.openxmlformats.org/officeDocument/2006/relationships/image" Target="../media/image216.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 Id="rId3" Type="http://schemas.openxmlformats.org/officeDocument/2006/relationships/image" Target="../media/image211.png"/><Relationship Id="rId4" Type="http://schemas.openxmlformats.org/officeDocument/2006/relationships/image" Target="../media/image215.png"/><Relationship Id="rId5" Type="http://schemas.openxmlformats.org/officeDocument/2006/relationships/image" Target="../media/image258.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 Id="rId3" Type="http://schemas.openxmlformats.org/officeDocument/2006/relationships/image" Target="../media/image226.png"/><Relationship Id="rId4" Type="http://schemas.openxmlformats.org/officeDocument/2006/relationships/image" Target="../media/image233.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 Id="rId3" Type="http://schemas.openxmlformats.org/officeDocument/2006/relationships/image" Target="../media/image235.png"/><Relationship Id="rId4" Type="http://schemas.openxmlformats.org/officeDocument/2006/relationships/image" Target="../media/image218.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 Id="rId3" Type="http://schemas.openxmlformats.org/officeDocument/2006/relationships/image" Target="../media/image223.png"/><Relationship Id="rId4" Type="http://schemas.openxmlformats.org/officeDocument/2006/relationships/image" Target="../media/image236.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 Id="rId3" Type="http://schemas.openxmlformats.org/officeDocument/2006/relationships/image" Target="../media/image229.png"/><Relationship Id="rId4" Type="http://schemas.openxmlformats.org/officeDocument/2006/relationships/image" Target="../media/image219.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 Id="rId3" Type="http://schemas.openxmlformats.org/officeDocument/2006/relationships/image" Target="../media/image221.png"/><Relationship Id="rId4" Type="http://schemas.openxmlformats.org/officeDocument/2006/relationships/image" Target="../media/image224.png"/><Relationship Id="rId5" Type="http://schemas.openxmlformats.org/officeDocument/2006/relationships/image" Target="../media/image288.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 Id="rId3" Type="http://schemas.openxmlformats.org/officeDocument/2006/relationships/image" Target="../media/image232.png"/><Relationship Id="rId4" Type="http://schemas.openxmlformats.org/officeDocument/2006/relationships/image" Target="../media/image242.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231.png"/><Relationship Id="rId4" Type="http://schemas.openxmlformats.org/officeDocument/2006/relationships/image" Target="../media/image239.png"/><Relationship Id="rId5" Type="http://schemas.openxmlformats.org/officeDocument/2006/relationships/image" Target="../media/image267.png"/><Relationship Id="rId6" Type="http://schemas.openxmlformats.org/officeDocument/2006/relationships/image" Target="../media/image228.png"/><Relationship Id="rId7" Type="http://schemas.openxmlformats.org/officeDocument/2006/relationships/image" Target="../media/image245.png"/><Relationship Id="rId8" Type="http://schemas.openxmlformats.org/officeDocument/2006/relationships/image" Target="../media/image230.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 Id="rId3" Type="http://schemas.openxmlformats.org/officeDocument/2006/relationships/image" Target="../media/image238.png"/><Relationship Id="rId4" Type="http://schemas.openxmlformats.org/officeDocument/2006/relationships/image" Target="../media/image237.png"/><Relationship Id="rId5" Type="http://schemas.openxmlformats.org/officeDocument/2006/relationships/image" Target="../media/image268.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 Id="rId3" Type="http://schemas.openxmlformats.org/officeDocument/2006/relationships/vmlDrawing" Target="../drawings/vmlDrawing6.vml"/><Relationship Id="rId4" Type="http://schemas.openxmlformats.org/officeDocument/2006/relationships/oleObject" Target="../embeddings/oleObject6.bin"/><Relationship Id="rId5" Type="http://schemas.openxmlformats.org/officeDocument/2006/relationships/oleObject" Target="../embeddings/oleObject6.bin"/><Relationship Id="rId6" Type="http://schemas.openxmlformats.org/officeDocument/2006/relationships/image" Target="../media/image247.png"/></Relationships>
</file>

<file path=ppt/slides/_rels/slide113.xml.rels><?xml version="1.0" encoding="UTF-8" standalone="yes"?><Relationships xmlns="http://schemas.openxmlformats.org/package/2006/relationships"><Relationship Id="rId11" Type="http://schemas.openxmlformats.org/officeDocument/2006/relationships/hyperlink" Target="https://teesside.hosted.panopto.com/Panopto/Pages/Viewer.aspx?id=90b390ec-320c-412c-86c4-ac7601778e10&amp;query=Search%20in%20folder%20%22mongoDB%20Compass%20Vi%E2%80%A6" TargetMode="External"/><Relationship Id="rId10" Type="http://schemas.openxmlformats.org/officeDocument/2006/relationships/hyperlink" Target="https://teesside.hosted.panopto.com/Panopto/Pages/Viewer.aspx?id=90b390ec-320c-412c-86c4-ac7601778e10&amp;query=Search%20in%20folder%20%22mongoDB%20Compass%20Vi%E2%80%A6" TargetMode="External"/><Relationship Id="rId1" Type="http://schemas.openxmlformats.org/officeDocument/2006/relationships/slideLayout" Target="../slideLayouts/slideLayout5.xml"/><Relationship Id="rId2" Type="http://schemas.openxmlformats.org/officeDocument/2006/relationships/notesSlide" Target="../notesSlides/notesSlide113.xml"/><Relationship Id="rId3" Type="http://schemas.openxmlformats.org/officeDocument/2006/relationships/hyperlink" Target="https://docs.mongodb.com/compass/master/query/filter" TargetMode="External"/><Relationship Id="rId4" Type="http://schemas.openxmlformats.org/officeDocument/2006/relationships/hyperlink" Target="https://docs.mongodb.com/compass/master/query/filter" TargetMode="External"/><Relationship Id="rId9" Type="http://schemas.openxmlformats.org/officeDocument/2006/relationships/image" Target="../media/image240.png"/><Relationship Id="rId5" Type="http://schemas.openxmlformats.org/officeDocument/2006/relationships/hyperlink" Target="https://docs.mongodb.com/compass/master/indexes" TargetMode="External"/><Relationship Id="rId6" Type="http://schemas.openxmlformats.org/officeDocument/2006/relationships/hyperlink" Target="https://teesside.hosted.panopto.com/Panopto/Pages/Viewer.aspx?id=90b390ec-320c-412c-86c4-ac7601778e10&amp;query=Search%20in%20folder%20%22mongoDB%20Compass%20Vi%E2%80%A6" TargetMode="External"/><Relationship Id="rId7" Type="http://schemas.openxmlformats.org/officeDocument/2006/relationships/image" Target="../media/image254.png"/><Relationship Id="rId8" Type="http://schemas.openxmlformats.org/officeDocument/2006/relationships/hyperlink" Target="https://teesside.hosted.panopto.com/Panopto/Pages/Viewer.aspx?id=90b390ec-320c-412c-86c4-ac7601778e10&amp;query=Search%20in%20folder%20%22mongoDB%20Compass%20Vi%E2%80%A6" TargetMode="External"/></Relationships>
</file>

<file path=ppt/slides/_rels/slide114.xml.rels><?xml version="1.0" encoding="UTF-8" standalone="yes"?><Relationships xmlns="http://schemas.openxmlformats.org/package/2006/relationships"><Relationship Id="rId10" Type="http://schemas.openxmlformats.org/officeDocument/2006/relationships/image" Target="../media/image257.png"/><Relationship Id="rId1" Type="http://schemas.openxmlformats.org/officeDocument/2006/relationships/slideLayout" Target="../slideLayouts/slideLayout5.xml"/><Relationship Id="rId2" Type="http://schemas.openxmlformats.org/officeDocument/2006/relationships/notesSlide" Target="../notesSlides/notesSlide114.xml"/><Relationship Id="rId3" Type="http://schemas.openxmlformats.org/officeDocument/2006/relationships/hyperlink" Target="https://www.mongodb.com/docs/compass/current/schema/#analyze-your-data-schema" TargetMode="External"/><Relationship Id="rId4" Type="http://schemas.openxmlformats.org/officeDocument/2006/relationships/hyperlink" Target="https://teesside.hosted.panopto.com/Panopto/Pages/Viewer.aspx?id=638edbde-0e4f-474d-8bcd-ac770025b264&amp;query=Search%20in%20folder%20%22mongoDB%20Compass%20Vi%E2%80%A6" TargetMode="External"/><Relationship Id="rId9" Type="http://schemas.openxmlformats.org/officeDocument/2006/relationships/hyperlink" Target="https://teesside.hosted.panopto.com/Panopto/Pages/Viewer.aspx?id=638edbde-0e4f-474d-8bcd-ac770025b264&amp;query=Search%20in%20folder%20%22mongoDB%20Compass%20Vi%E2%80%A6" TargetMode="External"/><Relationship Id="rId5" Type="http://schemas.openxmlformats.org/officeDocument/2006/relationships/image" Target="../media/image246.png"/><Relationship Id="rId6" Type="http://schemas.openxmlformats.org/officeDocument/2006/relationships/hyperlink" Target="https://teesside.hosted.panopto.com/Panopto/Pages/Viewer.aspx?id=638edbde-0e4f-474d-8bcd-ac770025b264&amp;query=Search%20in%20folder%20%22mongoDB%20Compass%20Vi%E2%80%A6" TargetMode="External"/><Relationship Id="rId7" Type="http://schemas.openxmlformats.org/officeDocument/2006/relationships/hyperlink" Target="https://teesside.hosted.panopto.com/Panopto/Pages/Viewer.aspx?id=638edbde-0e4f-474d-8bcd-ac770025b264&amp;query=Search%20in%20folder%20%22mongoDB%20Compass%20Vi%E2%80%A6" TargetMode="External"/><Relationship Id="rId8" Type="http://schemas.openxmlformats.org/officeDocument/2006/relationships/hyperlink" Target="https://teesside.hosted.panopto.com/Panopto/Pages/Viewer.aspx?id=638edbde-0e4f-474d-8bcd-ac770025b264&amp;query=Search%20in%20folder%20%22mongoDB%20Compass%20Vi%E2%80%A6" TargetMode="Externa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 Id="rId3" Type="http://schemas.openxmlformats.org/officeDocument/2006/relationships/hyperlink" Target="https://learn.mongodb.com/courses/mongodb-aggregation" TargetMode="External"/><Relationship Id="rId4" Type="http://schemas.openxmlformats.org/officeDocument/2006/relationships/hyperlink" Target="https://learn.mongodb.com/courses/mongodb-aggregation" TargetMode="External"/><Relationship Id="rId5" Type="http://schemas.openxmlformats.org/officeDocument/2006/relationships/image" Target="../media/image243.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 Id="rId3" Type="http://schemas.openxmlformats.org/officeDocument/2006/relationships/image" Target="../media/image275.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 Id="rId3" Type="http://schemas.openxmlformats.org/officeDocument/2006/relationships/image" Target="../media/image244.png"/><Relationship Id="rId4" Type="http://schemas.openxmlformats.org/officeDocument/2006/relationships/image" Target="../media/image241.png"/><Relationship Id="rId5" Type="http://schemas.openxmlformats.org/officeDocument/2006/relationships/image" Target="../media/image250.png"/><Relationship Id="rId6" Type="http://schemas.openxmlformats.org/officeDocument/2006/relationships/image" Target="../media/image253.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 Id="rId3" Type="http://schemas.openxmlformats.org/officeDocument/2006/relationships/image" Target="../media/image262.png"/><Relationship Id="rId4" Type="http://schemas.openxmlformats.org/officeDocument/2006/relationships/image" Target="../media/image284.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 Id="rId3" Type="http://schemas.openxmlformats.org/officeDocument/2006/relationships/image" Target="../media/image249.png"/><Relationship Id="rId4" Type="http://schemas.openxmlformats.org/officeDocument/2006/relationships/image" Target="../media/image260.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 Id="rId3" Type="http://schemas.openxmlformats.org/officeDocument/2006/relationships/image" Target="../media/image248.png"/><Relationship Id="rId4" Type="http://schemas.openxmlformats.org/officeDocument/2006/relationships/image" Target="../media/image251.png"/><Relationship Id="rId5" Type="http://schemas.openxmlformats.org/officeDocument/2006/relationships/image" Target="../media/image252.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 Id="rId3" Type="http://schemas.openxmlformats.org/officeDocument/2006/relationships/image" Target="../media/image266.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 Id="rId3" Type="http://schemas.openxmlformats.org/officeDocument/2006/relationships/image" Target="../media/image265.png"/><Relationship Id="rId4" Type="http://schemas.openxmlformats.org/officeDocument/2006/relationships/image" Target="../media/image261.png"/><Relationship Id="rId5" Type="http://schemas.openxmlformats.org/officeDocument/2006/relationships/image" Target="../media/image255.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 Id="rId3" Type="http://schemas.openxmlformats.org/officeDocument/2006/relationships/image" Target="../media/image256.png"/><Relationship Id="rId4" Type="http://schemas.openxmlformats.org/officeDocument/2006/relationships/image" Target="../media/image259.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 Id="rId3" Type="http://schemas.openxmlformats.org/officeDocument/2006/relationships/image" Target="../media/image273.png"/><Relationship Id="rId4" Type="http://schemas.openxmlformats.org/officeDocument/2006/relationships/image" Target="../media/image263.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 Id="rId3" Type="http://schemas.openxmlformats.org/officeDocument/2006/relationships/image" Target="../media/image276.png"/><Relationship Id="rId4" Type="http://schemas.openxmlformats.org/officeDocument/2006/relationships/image" Target="../media/image264.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 Id="rId3" Type="http://schemas.openxmlformats.org/officeDocument/2006/relationships/image" Target="../media/image274.png"/><Relationship Id="rId4" Type="http://schemas.openxmlformats.org/officeDocument/2006/relationships/image" Target="../media/image271.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 Id="rId3" Type="http://schemas.openxmlformats.org/officeDocument/2006/relationships/image" Target="../media/image287.png"/><Relationship Id="rId4" Type="http://schemas.openxmlformats.org/officeDocument/2006/relationships/image" Target="../media/image270.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 Id="rId3" Type="http://schemas.openxmlformats.org/officeDocument/2006/relationships/image" Target="../media/image285.png"/><Relationship Id="rId4" Type="http://schemas.openxmlformats.org/officeDocument/2006/relationships/image" Target="../media/image289.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 Id="rId3" Type="http://schemas.openxmlformats.org/officeDocument/2006/relationships/image" Target="../media/image272.png"/><Relationship Id="rId4" Type="http://schemas.openxmlformats.org/officeDocument/2006/relationships/image" Target="../media/image283.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 Id="rId3" Type="http://schemas.openxmlformats.org/officeDocument/2006/relationships/image" Target="../media/image269.png"/><Relationship Id="rId4" Type="http://schemas.openxmlformats.org/officeDocument/2006/relationships/image" Target="../media/image293.png"/><Relationship Id="rId5" Type="http://schemas.openxmlformats.org/officeDocument/2006/relationships/image" Target="../media/image282.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 Id="rId3" Type="http://schemas.openxmlformats.org/officeDocument/2006/relationships/image" Target="../media/image278.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 Id="rId3" Type="http://schemas.openxmlformats.org/officeDocument/2006/relationships/image" Target="../media/image279.png"/><Relationship Id="rId4" Type="http://schemas.openxmlformats.org/officeDocument/2006/relationships/image" Target="../media/image291.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 Id="rId3" Type="http://schemas.openxmlformats.org/officeDocument/2006/relationships/image" Target="../media/image280.png"/><Relationship Id="rId4" Type="http://schemas.openxmlformats.org/officeDocument/2006/relationships/image" Target="../media/image277.png"/><Relationship Id="rId5" Type="http://schemas.openxmlformats.org/officeDocument/2006/relationships/image" Target="../media/image286.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 Id="rId3" Type="http://schemas.openxmlformats.org/officeDocument/2006/relationships/vmlDrawing" Target="../drawings/vmlDrawing7.vml"/><Relationship Id="rId4" Type="http://schemas.openxmlformats.org/officeDocument/2006/relationships/oleObject" Target="../embeddings/oleObject7.bin"/><Relationship Id="rId5" Type="http://schemas.openxmlformats.org/officeDocument/2006/relationships/oleObject" Target="../embeddings/oleObject7.bin"/><Relationship Id="rId6" Type="http://schemas.openxmlformats.org/officeDocument/2006/relationships/image" Target="../media/image292.png"/></Relationships>
</file>

<file path=ppt/slides/_rels/slide135.xml.rels><?xml version="1.0" encoding="UTF-8" standalone="yes"?><Relationships xmlns="http://schemas.openxmlformats.org/package/2006/relationships"><Relationship Id="rId11" Type="http://schemas.openxmlformats.org/officeDocument/2006/relationships/hyperlink" Target="https://teesside.hosted.panopto.com/Panopto/Pages/Viewer.aspx?id=5260e863-c60e-4eb2-8722-ac760177dc1d&amp;query=Search%20in%20folder%20%22mongoDB%20Compass%20Vi%E2%80%A6" TargetMode="External"/><Relationship Id="rId10" Type="http://schemas.openxmlformats.org/officeDocument/2006/relationships/hyperlink" Target="https://teesside.hosted.panopto.com/Panopto/Pages/Viewer.aspx?id=5260e863-c60e-4eb2-8722-ac760177dc1d&amp;query=Search%20in%20folder%20%22mongoDB%20Compass%20Vi%E2%80%A6" TargetMode="External"/><Relationship Id="rId13" Type="http://schemas.openxmlformats.org/officeDocument/2006/relationships/image" Target="../media/image294.png"/><Relationship Id="rId12" Type="http://schemas.openxmlformats.org/officeDocument/2006/relationships/hyperlink" Target="https://teesside.hosted.panopto.com/Panopto/Pages/Viewer.aspx?id=ab102129-f07f-482c-a5d9-ac760178bcff&amp;query=Search%20in%20folder%20%22mongoDB%20Compass%20Vi%E2%80%A6" TargetMode="External"/><Relationship Id="rId1" Type="http://schemas.openxmlformats.org/officeDocument/2006/relationships/slideLayout" Target="../slideLayouts/slideLayout5.xml"/><Relationship Id="rId2" Type="http://schemas.openxmlformats.org/officeDocument/2006/relationships/notesSlide" Target="../notesSlides/notesSlide135.xml"/><Relationship Id="rId3" Type="http://schemas.openxmlformats.org/officeDocument/2006/relationships/hyperlink" Target="https://teesside.hosted.panopto.com/Panopto/Pages/Viewer.aspx?id=5260e863-c60e-4eb2-8722-ac760177dc1d&amp;query=Search%20in%20folder%20%22mongoDB%20Compass%20Vi%E2%80%A6" TargetMode="External"/><Relationship Id="rId4" Type="http://schemas.openxmlformats.org/officeDocument/2006/relationships/image" Target="../media/image290.png"/><Relationship Id="rId9" Type="http://schemas.openxmlformats.org/officeDocument/2006/relationships/hyperlink" Target="https://teesside.hosted.panopto.com/Panopto/Pages/Viewer.aspx?id=244ddd6b-fe0b-47e1-96ed-ac7601784577&amp;query=Search%20in%20folder%20%22mongoDB%20Compass%20Vi%E2%80%A6" TargetMode="External"/><Relationship Id="rId15" Type="http://schemas.openxmlformats.org/officeDocument/2006/relationships/hyperlink" Target="https://teesside.hosted.panopto.com/Panopto/Pages/Viewer.aspx?id=ab102129-f07f-482c-a5d9-ac760178bcff&amp;query=Search%20in%20folder%20%22mongoDB%20Compass%20Vi%E2%80%A6" TargetMode="External"/><Relationship Id="rId14" Type="http://schemas.openxmlformats.org/officeDocument/2006/relationships/hyperlink" Target="https://teesside.hosted.panopto.com/Panopto/Pages/Viewer.aspx?id=ab102129-f07f-482c-a5d9-ac760178bcff&amp;query=Search%20in%20folder%20%22mongoDB%20Compass%20Vi%E2%80%A6" TargetMode="External"/><Relationship Id="rId16" Type="http://schemas.openxmlformats.org/officeDocument/2006/relationships/hyperlink" Target="https://university.mongodb.com/courses/M121/about?_ga=2.94411931.60306539.1665650127-1553548634.1663780738&amp;_gac=1.15288644.1664470993.CjwKCAjwhNWZBhB_EiwAPzlhNiAHsSJDti7PDJUZqHuvb5O7N9J1mZ5_2fvxcUPwjEKrtF7sdM76XRoC0psQAvD_BwE" TargetMode="External"/><Relationship Id="rId5" Type="http://schemas.openxmlformats.org/officeDocument/2006/relationships/hyperlink" Target="https://www.mongodb.com/developer/videos/how-to-build-an-aggregation-pipeline-in-mongodb-atlas/" TargetMode="External"/><Relationship Id="rId6" Type="http://schemas.openxmlformats.org/officeDocument/2006/relationships/hyperlink" Target="https://teesside.hosted.panopto.com/Panopto/Pages/Viewer.aspx?id=244ddd6b-fe0b-47e1-96ed-ac7601784577&amp;query=Search%20in%20folder%20%22mongoDB%20Compass%20Vi%E2%80%A6" TargetMode="External"/><Relationship Id="rId7" Type="http://schemas.openxmlformats.org/officeDocument/2006/relationships/image" Target="../media/image281.png"/><Relationship Id="rId8" Type="http://schemas.openxmlformats.org/officeDocument/2006/relationships/hyperlink" Target="https://teesside.hosted.panopto.com/Panopto/Pages/Viewer.aspx?id=244ddd6b-fe0b-47e1-96ed-ac7601784577&amp;query=Search%20in%20folder%20%22mongoDB%20Compass%20Vi%E2%80%A6" TargetMode="External"/></Relationships>
</file>

<file path=ppt/slides/_rels/slide136.xml.rels><?xml version="1.0" encoding="UTF-8" standalone="yes"?><Relationships xmlns="http://schemas.openxmlformats.org/package/2006/relationships"><Relationship Id="rId20" Type="http://schemas.openxmlformats.org/officeDocument/2006/relationships/hyperlink" Target="https://docs.mongodb.com/guides/server/insert/" TargetMode="External"/><Relationship Id="rId11" Type="http://schemas.openxmlformats.org/officeDocument/2006/relationships/hyperlink" Target="https://docs.mongodb.com/compass/master/documents/delete#std-label-compass-delete-documents" TargetMode="External"/><Relationship Id="rId10" Type="http://schemas.openxmlformats.org/officeDocument/2006/relationships/hyperlink" Target="https://docs.mongodb.com/compass/master/documents/clone#std-label-clone-documents" TargetMode="External"/><Relationship Id="rId21" Type="http://schemas.openxmlformats.org/officeDocument/2006/relationships/hyperlink" Target="https://www.mongodb.com/cloud/atlas/lp/try2?utm_source=bing&amp;utm_campaign=mdb_bs_emea_united_kingdom_search_core_brand_atlas_desktop&amp;utm_term=mongodb%20atlas&amp;utm_medium=cpc_paid_search&amp;utm_ad=e&amp;utm_ad_campaign_id=415204562&amp;adgroup=1217159841720713&amp;msclkid=0028ecbe55f71fb2b5ae8d05f11558a1" TargetMode="External"/><Relationship Id="rId13" Type="http://schemas.openxmlformats.org/officeDocument/2006/relationships/hyperlink" Target="https://docs.mongodb.com/compass/master/documents/view#std-label-compass-view-documents" TargetMode="External"/><Relationship Id="rId12" Type="http://schemas.openxmlformats.org/officeDocument/2006/relationships/hyperlink" Target="https://docs.mongodb.com/compass/master/import-export#import-data-into-a-collection" TargetMode="External"/><Relationship Id="rId1" Type="http://schemas.openxmlformats.org/officeDocument/2006/relationships/slideLayout" Target="../slideLayouts/slideLayout2.xml"/><Relationship Id="rId2" Type="http://schemas.openxmlformats.org/officeDocument/2006/relationships/notesSlide" Target="../notesSlides/notesSlide136.xml"/><Relationship Id="rId3" Type="http://schemas.openxmlformats.org/officeDocument/2006/relationships/hyperlink" Target="https://docs.atlas.mongodb.com/sample-data/available-sample-datasets/#available-sample-datasets" TargetMode="External"/><Relationship Id="rId4" Type="http://schemas.openxmlformats.org/officeDocument/2006/relationships/hyperlink" Target="https://docs.mongodb.com/guides/server/insert/" TargetMode="External"/><Relationship Id="rId9" Type="http://schemas.openxmlformats.org/officeDocument/2006/relationships/hyperlink" Target="https://docs.mongodb.com/compass/master/documents/modify#std-label-compass-modify-documents" TargetMode="External"/><Relationship Id="rId15" Type="http://schemas.openxmlformats.org/officeDocument/2006/relationships/hyperlink" Target="https://docs.mongodb.com/compass/master/documents/modify#std-label-compass-modify-documents" TargetMode="External"/><Relationship Id="rId14" Type="http://schemas.openxmlformats.org/officeDocument/2006/relationships/hyperlink" Target="https://docs.mongodb.com/compass/master/documents/insert#std-label-insert-documents" TargetMode="External"/><Relationship Id="rId17" Type="http://schemas.openxmlformats.org/officeDocument/2006/relationships/hyperlink" Target="https://docs.mongodb.com/compass/master/documents/delete#std-label-compass-delete-documents" TargetMode="External"/><Relationship Id="rId16" Type="http://schemas.openxmlformats.org/officeDocument/2006/relationships/hyperlink" Target="https://docs.mongodb.com/compass/master/documents/clone#std-label-clone-documents" TargetMode="External"/><Relationship Id="rId5" Type="http://schemas.openxmlformats.org/officeDocument/2006/relationships/hyperlink" Target="https://www.mongodb.com/cloud/atlas/lp/try2?utm_source=bing&amp;utm_campaign=mdb_bs_emea_united_kingdom_search_core_brand_atlas_desktop&amp;utm_term=mongodb%20atlas&amp;utm_medium=cpc_paid_search&amp;utm_ad=e&amp;utm_ad_campaign_id=415204562&amp;adgroup=1217159841720713&amp;msclkid=0028ecbe55f71fb2b5ae8d05f11558a1" TargetMode="External"/><Relationship Id="rId19" Type="http://schemas.openxmlformats.org/officeDocument/2006/relationships/hyperlink" Target="https://docs.atlas.mongodb.com/sample-data/available-sample-datasets/#available-sample-datasets" TargetMode="External"/><Relationship Id="rId6" Type="http://schemas.openxmlformats.org/officeDocument/2006/relationships/hyperlink" Target="https://docs.mongodb.com/compass/master/documents" TargetMode="External"/><Relationship Id="rId18" Type="http://schemas.openxmlformats.org/officeDocument/2006/relationships/hyperlink" Target="https://docs.atlas.mongodb.com/data-explorer/" TargetMode="External"/><Relationship Id="rId7" Type="http://schemas.openxmlformats.org/officeDocument/2006/relationships/hyperlink" Target="https://docs.mongodb.com/compass/master/documents/view#std-label-compass-view-documents" TargetMode="External"/><Relationship Id="rId8" Type="http://schemas.openxmlformats.org/officeDocument/2006/relationships/hyperlink" Target="https://docs.mongodb.com/compass/master/documents/insert#std-label-insert-document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
          <p:cNvSpPr txBox="1"/>
          <p:nvPr>
            <p:ph idx="1" type="subTitle"/>
          </p:nvPr>
        </p:nvSpPr>
        <p:spPr>
          <a:xfrm>
            <a:off x="193271" y="5365630"/>
            <a:ext cx="11792252" cy="1362974"/>
          </a:xfrm>
          <a:prstGeom prst="rect">
            <a:avLst/>
          </a:prstGeom>
          <a:noFill/>
          <a:ln>
            <a:noFill/>
          </a:ln>
        </p:spPr>
        <p:txBody>
          <a:bodyPr anchorCtr="0" anchor="b" bIns="137150" lIns="137150" spcFirstLastPara="1" rIns="137150" wrap="square" tIns="137150">
            <a:normAutofit/>
          </a:bodyPr>
          <a:lstStyle/>
          <a:p>
            <a:pPr indent="0" lvl="0" marL="0" rtl="0" algn="l">
              <a:lnSpc>
                <a:spcPct val="100000"/>
              </a:lnSpc>
              <a:spcBef>
                <a:spcPts val="0"/>
              </a:spcBef>
              <a:spcAft>
                <a:spcPts val="0"/>
              </a:spcAft>
              <a:buClr>
                <a:schemeClr val="dk1"/>
              </a:buClr>
              <a:buSzPts val="2160"/>
              <a:buFont typeface="Arial"/>
              <a:buNone/>
            </a:pPr>
            <a:r>
              <a:rPr b="1" lang="en-GB"/>
              <a:t>MongoDB Practitioner: [v8255920| James Fothergill]: </a:t>
            </a:r>
            <a:endParaRPr/>
          </a:p>
          <a:p>
            <a:pPr indent="0" lvl="0" marL="0" rtl="0" algn="l">
              <a:lnSpc>
                <a:spcPct val="100000"/>
              </a:lnSpc>
              <a:spcBef>
                <a:spcPts val="0"/>
              </a:spcBef>
              <a:spcAft>
                <a:spcPts val="0"/>
              </a:spcAft>
              <a:buClr>
                <a:schemeClr val="dk1"/>
              </a:buClr>
              <a:buSzPts val="2160"/>
              <a:buFont typeface="Arial"/>
              <a:buNone/>
            </a:pPr>
            <a:r>
              <a:rPr b="1" lang="en-GB"/>
              <a:t>MongoDB: Presentation of Data Analytics and Data Visualisation </a:t>
            </a:r>
            <a:endParaRPr/>
          </a:p>
        </p:txBody>
      </p:sp>
      <p:sp>
        <p:nvSpPr>
          <p:cNvPr id="193" name="Google Shape;193;p1"/>
          <p:cNvSpPr txBox="1"/>
          <p:nvPr>
            <p:ph type="ctrTitle"/>
          </p:nvPr>
        </p:nvSpPr>
        <p:spPr>
          <a:xfrm>
            <a:off x="36033" y="2379358"/>
            <a:ext cx="12059457" cy="2639592"/>
          </a:xfrm>
          <a:prstGeom prst="rect">
            <a:avLst/>
          </a:prstGeom>
          <a:solidFill>
            <a:srgbClr val="007233"/>
          </a:solidFill>
          <a:ln>
            <a:noFill/>
          </a:ln>
        </p:spPr>
        <p:txBody>
          <a:bodyPr anchorCtr="0" anchor="b" bIns="137150" lIns="137150" spcFirstLastPara="1" rIns="91400" wrap="square" tIns="137150">
            <a:noAutofit/>
          </a:bodyPr>
          <a:lstStyle/>
          <a:p>
            <a:pPr indent="0" lvl="0" marL="0" rtl="0" algn="l">
              <a:lnSpc>
                <a:spcPct val="80000"/>
              </a:lnSpc>
              <a:spcBef>
                <a:spcPts val="0"/>
              </a:spcBef>
              <a:spcAft>
                <a:spcPts val="0"/>
              </a:spcAft>
              <a:buClr>
                <a:srgbClr val="FFFFFF"/>
              </a:buClr>
              <a:buSzPts val="3600"/>
              <a:buFont typeface="Quattrocento Sans"/>
              <a:buNone/>
            </a:pPr>
            <a:r>
              <a:rPr b="1" lang="en-GB" sz="3600"/>
              <a:t> </a:t>
            </a:r>
            <a:endParaRPr/>
          </a:p>
        </p:txBody>
      </p:sp>
      <p:pic>
        <p:nvPicPr>
          <p:cNvPr id="194" name="Google Shape;194;p1"/>
          <p:cNvPicPr preferRelativeResize="0"/>
          <p:nvPr/>
        </p:nvPicPr>
        <p:blipFill rotWithShape="1">
          <a:blip r:embed="rId3">
            <a:alphaModFix/>
          </a:blip>
          <a:srcRect b="0" l="0" r="0" t="0"/>
          <a:stretch/>
        </p:blipFill>
        <p:spPr>
          <a:xfrm>
            <a:off x="7066624" y="373180"/>
            <a:ext cx="4003829" cy="989583"/>
          </a:xfrm>
          <a:prstGeom prst="rect">
            <a:avLst/>
          </a:prstGeom>
          <a:noFill/>
          <a:ln>
            <a:noFill/>
          </a:ln>
        </p:spPr>
      </p:pic>
      <p:pic>
        <p:nvPicPr>
          <p:cNvPr descr="See the source image" id="195" name="Google Shape;195;p1"/>
          <p:cNvPicPr preferRelativeResize="0"/>
          <p:nvPr/>
        </p:nvPicPr>
        <p:blipFill rotWithShape="1">
          <a:blip r:embed="rId4">
            <a:alphaModFix/>
          </a:blip>
          <a:srcRect b="29983" l="0" r="0" t="21929"/>
          <a:stretch/>
        </p:blipFill>
        <p:spPr>
          <a:xfrm>
            <a:off x="0" y="0"/>
            <a:ext cx="4514850" cy="1735945"/>
          </a:xfrm>
          <a:prstGeom prst="rect">
            <a:avLst/>
          </a:prstGeom>
          <a:noFill/>
          <a:ln>
            <a:noFill/>
          </a:ln>
        </p:spPr>
      </p:pic>
      <p:sp>
        <p:nvSpPr>
          <p:cNvPr id="196" name="Google Shape;196;p1"/>
          <p:cNvSpPr txBox="1"/>
          <p:nvPr/>
        </p:nvSpPr>
        <p:spPr>
          <a:xfrm>
            <a:off x="644677" y="2535245"/>
            <a:ext cx="11450813" cy="289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4800"/>
              <a:buFont typeface="Calibri"/>
              <a:buNone/>
            </a:pPr>
            <a:r>
              <a:rPr b="0" i="0" lang="en-GB" sz="4800" u="none" cap="none" strike="noStrike">
                <a:solidFill>
                  <a:srgbClr val="FFFFFF"/>
                </a:solidFill>
                <a:latin typeface="Calibri"/>
                <a:ea typeface="Calibri"/>
                <a:cs typeface="Calibri"/>
                <a:sym typeface="Calibri"/>
              </a:rPr>
              <a:t>Introduction to MongoDB Course </a:t>
            </a:r>
            <a:endParaRPr/>
          </a:p>
          <a:p>
            <a:pPr indent="0" lvl="0" marL="0" marR="0" rtl="0" algn="l">
              <a:lnSpc>
                <a:spcPct val="100000"/>
              </a:lnSpc>
              <a:spcBef>
                <a:spcPts val="0"/>
              </a:spcBef>
              <a:spcAft>
                <a:spcPts val="0"/>
              </a:spcAft>
              <a:buClr>
                <a:srgbClr val="FFFFFF"/>
              </a:buClr>
              <a:buSzPts val="3600"/>
              <a:buFont typeface="Calibri"/>
              <a:buNone/>
            </a:pPr>
            <a:r>
              <a:rPr b="0" i="0" lang="en-GB" sz="3600" u="none" cap="none" strike="noStrike">
                <a:solidFill>
                  <a:srgbClr val="FFFFFF"/>
                </a:solidFill>
                <a:latin typeface="Calibri"/>
                <a:ea typeface="Calibri"/>
                <a:cs typeface="Calibri"/>
                <a:sym typeface="Calibri"/>
              </a:rPr>
              <a:t>A presentation of Data Analytics &amp; Data Visualisation </a:t>
            </a:r>
            <a:endParaRPr b="0" i="0" sz="3600" u="none" cap="none" strike="noStrike">
              <a:solidFill>
                <a:srgbClr val="FFFFFF"/>
              </a:solidFill>
              <a:latin typeface="Calibri"/>
              <a:ea typeface="Calibri"/>
              <a:cs typeface="Calibri"/>
              <a:sym typeface="Calibri"/>
            </a:endParaRPr>
          </a:p>
          <a:p>
            <a:pPr indent="0" lvl="0" marL="0" marR="0" rtl="0" algn="l">
              <a:spcBef>
                <a:spcPts val="0"/>
              </a:spcBef>
              <a:spcAft>
                <a:spcPts val="0"/>
              </a:spcAft>
              <a:buNone/>
            </a:pPr>
            <a:r>
              <a:rPr b="0" i="0" lang="en-GB" sz="4400" u="none" cap="none" strike="noStrike">
                <a:solidFill>
                  <a:srgbClr val="FFFFFF"/>
                </a:solidFill>
                <a:latin typeface="Calibri"/>
                <a:ea typeface="Calibri"/>
                <a:cs typeface="Calibri"/>
                <a:sym typeface="Calibri"/>
              </a:rPr>
              <a:t>[James Fothergill]: Learners Journal Portfolio </a:t>
            </a:r>
            <a:endParaRPr/>
          </a:p>
          <a:p>
            <a:pPr indent="0" lvl="0" marL="0" marR="0" rtl="0" algn="l">
              <a:lnSpc>
                <a:spcPct val="100000"/>
              </a:lnSpc>
              <a:spcBef>
                <a:spcPts val="0"/>
              </a:spcBef>
              <a:spcAft>
                <a:spcPts val="0"/>
              </a:spcAft>
              <a:buClr>
                <a:schemeClr val="dk1"/>
              </a:buClr>
              <a:buSzPts val="5400"/>
              <a:buFont typeface="Calibri"/>
              <a:buNone/>
            </a:pPr>
            <a:r>
              <a:t/>
            </a:r>
            <a:endParaRPr b="0" i="0" sz="5400" u="none" cap="none" strike="noStrike">
              <a:solidFill>
                <a:srgbClr val="FFFFFF"/>
              </a:solidFill>
              <a:latin typeface="Calibri"/>
              <a:ea typeface="Calibri"/>
              <a:cs typeface="Calibri"/>
              <a:sym typeface="Calibri"/>
            </a:endParaRPr>
          </a:p>
        </p:txBody>
      </p:sp>
      <p:sp>
        <p:nvSpPr>
          <p:cNvPr id="197" name="Google Shape;197;p1"/>
          <p:cNvSpPr txBox="1"/>
          <p:nvPr/>
        </p:nvSpPr>
        <p:spPr>
          <a:xfrm>
            <a:off x="487439" y="3016404"/>
            <a:ext cx="9409595" cy="1122590"/>
          </a:xfrm>
          <a:prstGeom prst="rect">
            <a:avLst/>
          </a:prstGeom>
          <a:noFill/>
          <a:ln>
            <a:noFill/>
          </a:ln>
        </p:spPr>
        <p:txBody>
          <a:bodyPr anchorCtr="0" anchor="b" bIns="137150" lIns="137150" spcFirstLastPara="1" rIns="137150" wrap="square" tIns="137150">
            <a:normAutofit/>
          </a:bodyPr>
          <a:lstStyle/>
          <a:p>
            <a:pPr indent="0" lvl="0" marL="0" marR="0" rtl="0" algn="l">
              <a:lnSpc>
                <a:spcPct val="100000"/>
              </a:lnSpc>
              <a:spcBef>
                <a:spcPts val="0"/>
              </a:spcBef>
              <a:spcAft>
                <a:spcPts val="0"/>
              </a:spcAft>
              <a:buClr>
                <a:schemeClr val="dk1"/>
              </a:buClr>
              <a:buSzPts val="2880"/>
              <a:buFont typeface="Arial"/>
              <a:buNone/>
            </a:pPr>
            <a:r>
              <a:t/>
            </a:r>
            <a:endParaRPr b="1" i="0" sz="3200" u="none" cap="none" strike="noStrike">
              <a:solidFill>
                <a:srgbClr val="000000"/>
              </a:solidFill>
              <a:latin typeface="Quattrocento Sans"/>
              <a:ea typeface="Quattrocento Sans"/>
              <a:cs typeface="Quattrocento Sans"/>
              <a:sym typeface="Quattrocento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
          <p:cNvSpPr txBox="1"/>
          <p:nvPr>
            <p:ph type="title"/>
          </p:nvPr>
        </p:nvSpPr>
        <p:spPr>
          <a:xfrm>
            <a:off x="379514" y="182216"/>
            <a:ext cx="8045158" cy="659032"/>
          </a:xfrm>
          <a:prstGeom prst="rect">
            <a:avLst/>
          </a:prstGeom>
          <a:noFill/>
          <a:ln>
            <a:noFill/>
          </a:ln>
        </p:spPr>
        <p:txBody>
          <a:bodyPr anchorCtr="0" anchor="t" bIns="45700" lIns="91400" spcFirstLastPara="1" rIns="91400" wrap="square" tIns="45700">
            <a:normAutofit/>
          </a:bodyPr>
          <a:lstStyle/>
          <a:p>
            <a:pPr indent="0" lvl="0" marL="0" rtl="0" algn="l">
              <a:lnSpc>
                <a:spcPct val="80000"/>
              </a:lnSpc>
              <a:spcBef>
                <a:spcPts val="0"/>
              </a:spcBef>
              <a:spcAft>
                <a:spcPts val="0"/>
              </a:spcAft>
              <a:buClr>
                <a:schemeClr val="dk1"/>
              </a:buClr>
              <a:buSzPts val="4000"/>
              <a:buFont typeface="Quattrocento Sans"/>
              <a:buNone/>
            </a:pPr>
            <a:r>
              <a:rPr b="1" lang="en-GB" sz="4000" u="sng">
                <a:solidFill>
                  <a:schemeClr val="hlink"/>
                </a:solidFill>
                <a:hlinkClick r:id="rId3"/>
              </a:rPr>
              <a:t>Introduction to MongoDB Content </a:t>
            </a:r>
            <a:endParaRPr sz="4000"/>
          </a:p>
        </p:txBody>
      </p:sp>
      <p:sp>
        <p:nvSpPr>
          <p:cNvPr id="203" name="Google Shape;203;p2"/>
          <p:cNvSpPr txBox="1"/>
          <p:nvPr>
            <p:ph idx="1" type="body"/>
          </p:nvPr>
        </p:nvSpPr>
        <p:spPr>
          <a:xfrm>
            <a:off x="495528" y="1385397"/>
            <a:ext cx="9243558" cy="4478374"/>
          </a:xfrm>
          <a:prstGeom prst="rect">
            <a:avLst/>
          </a:prstGeom>
          <a:noFill/>
          <a:ln>
            <a:noFill/>
          </a:ln>
        </p:spPr>
        <p:txBody>
          <a:bodyPr anchorCtr="0" anchor="t" bIns="45700" lIns="91425" spcFirstLastPara="1" rIns="91425" wrap="square" tIns="45700">
            <a:noAutofit/>
          </a:bodyPr>
          <a:lstStyle/>
          <a:p>
            <a:pPr indent="-342783" lvl="0" marL="342783" rtl="0" algn="l">
              <a:spcBef>
                <a:spcPts val="0"/>
              </a:spcBef>
              <a:spcAft>
                <a:spcPts val="0"/>
              </a:spcAft>
              <a:buClr>
                <a:srgbClr val="333333"/>
              </a:buClr>
              <a:buSzPts val="2400"/>
              <a:buChar char="•"/>
            </a:pPr>
            <a:r>
              <a:rPr b="0" i="0" lang="en-GB" sz="2400" u="sng">
                <a:solidFill>
                  <a:srgbClr val="333333"/>
                </a:solidFill>
                <a:latin typeface="Arial"/>
                <a:ea typeface="Arial"/>
                <a:cs typeface="Arial"/>
                <a:sym typeface="Arial"/>
                <a:hlinkClick r:id="rId4">
                  <a:extLst>
                    <a:ext uri="{A12FA001-AC4F-418D-AE19-62706E023703}">
                      <ahyp:hlinkClr val="tx"/>
                    </a:ext>
                  </a:extLst>
                </a:hlinkClick>
              </a:rPr>
              <a:t>Unit 0: Start Here - Intro to MongoDB</a:t>
            </a:r>
            <a:endParaRPr b="0" i="0" sz="2400">
              <a:solidFill>
                <a:srgbClr val="333333"/>
              </a:solidFill>
              <a:latin typeface="Arial"/>
              <a:ea typeface="Arial"/>
              <a:cs typeface="Arial"/>
              <a:sym typeface="Arial"/>
            </a:endParaRPr>
          </a:p>
          <a:p>
            <a:pPr indent="-342783" lvl="0" marL="342783" rtl="0" algn="l">
              <a:spcBef>
                <a:spcPts val="1400"/>
              </a:spcBef>
              <a:spcAft>
                <a:spcPts val="0"/>
              </a:spcAft>
              <a:buClr>
                <a:srgbClr val="333333"/>
              </a:buClr>
              <a:buSzPts val="2400"/>
              <a:buChar char="•"/>
            </a:pPr>
            <a:r>
              <a:rPr lang="en-GB" sz="2400" u="sng">
                <a:solidFill>
                  <a:srgbClr val="333333"/>
                </a:solidFill>
                <a:latin typeface="Arial"/>
                <a:ea typeface="Arial"/>
                <a:cs typeface="Arial"/>
                <a:sym typeface="Arial"/>
                <a:hlinkClick r:id="rId5">
                  <a:extLst>
                    <a:ext uri="{A12FA001-AC4F-418D-AE19-62706E023703}">
                      <ahyp:hlinkClr val="tx"/>
                    </a:ext>
                  </a:extLst>
                </a:hlinkClick>
              </a:rPr>
              <a:t>Unit 1: </a:t>
            </a:r>
            <a:r>
              <a:rPr b="0" i="0" lang="en-GB" sz="2400" u="sng">
                <a:solidFill>
                  <a:srgbClr val="333333"/>
                </a:solidFill>
                <a:latin typeface="Arial"/>
                <a:ea typeface="Arial"/>
                <a:cs typeface="Arial"/>
                <a:sym typeface="Arial"/>
                <a:hlinkClick r:id="rId6">
                  <a:extLst>
                    <a:ext uri="{A12FA001-AC4F-418D-AE19-62706E023703}">
                      <ahyp:hlinkClr val="tx"/>
                    </a:ext>
                  </a:extLst>
                </a:hlinkClick>
              </a:rPr>
              <a:t>Getting Started with MongoDB Atlas</a:t>
            </a:r>
            <a:endParaRPr b="0" i="0" sz="2400">
              <a:solidFill>
                <a:srgbClr val="333333"/>
              </a:solidFill>
              <a:latin typeface="Arial"/>
              <a:ea typeface="Arial"/>
              <a:cs typeface="Arial"/>
              <a:sym typeface="Arial"/>
            </a:endParaRPr>
          </a:p>
          <a:p>
            <a:pPr indent="-342783" lvl="0" marL="342783" rtl="0" algn="l">
              <a:spcBef>
                <a:spcPts val="1400"/>
              </a:spcBef>
              <a:spcAft>
                <a:spcPts val="0"/>
              </a:spcAft>
              <a:buClr>
                <a:srgbClr val="333333"/>
              </a:buClr>
              <a:buSzPts val="2400"/>
              <a:buChar char="•"/>
            </a:pPr>
            <a:r>
              <a:rPr lang="en-GB" sz="2400" u="sng">
                <a:solidFill>
                  <a:srgbClr val="333333"/>
                </a:solidFill>
                <a:latin typeface="Arial"/>
                <a:ea typeface="Arial"/>
                <a:cs typeface="Arial"/>
                <a:sym typeface="Arial"/>
                <a:hlinkClick r:id="rId7">
                  <a:extLst>
                    <a:ext uri="{A12FA001-AC4F-418D-AE19-62706E023703}">
                      <ahyp:hlinkClr val="tx"/>
                    </a:ext>
                  </a:extLst>
                </a:hlinkClick>
              </a:rPr>
              <a:t>Unit 2: </a:t>
            </a:r>
            <a:r>
              <a:rPr b="0" i="0" lang="en-GB" sz="2400" u="sng">
                <a:solidFill>
                  <a:srgbClr val="333333"/>
                </a:solidFill>
                <a:latin typeface="Arial"/>
                <a:ea typeface="Arial"/>
                <a:cs typeface="Arial"/>
                <a:sym typeface="Arial"/>
                <a:hlinkClick r:id="rId8">
                  <a:extLst>
                    <a:ext uri="{A12FA001-AC4F-418D-AE19-62706E023703}">
                      <ahyp:hlinkClr val="tx"/>
                    </a:ext>
                  </a:extLst>
                </a:hlinkClick>
              </a:rPr>
              <a:t>Overview of MongoDB and the Document Model</a:t>
            </a:r>
            <a:endParaRPr b="0" i="0" sz="2400">
              <a:solidFill>
                <a:srgbClr val="333333"/>
              </a:solidFill>
              <a:latin typeface="Arial"/>
              <a:ea typeface="Arial"/>
              <a:cs typeface="Arial"/>
              <a:sym typeface="Arial"/>
            </a:endParaRPr>
          </a:p>
          <a:p>
            <a:pPr indent="-342783" lvl="0" marL="342783" rtl="0" algn="l">
              <a:spcBef>
                <a:spcPts val="1400"/>
              </a:spcBef>
              <a:spcAft>
                <a:spcPts val="0"/>
              </a:spcAft>
              <a:buClr>
                <a:srgbClr val="333333"/>
              </a:buClr>
              <a:buSzPts val="2400"/>
              <a:buChar char="•"/>
            </a:pPr>
            <a:r>
              <a:rPr lang="en-GB" sz="2400" u="sng">
                <a:solidFill>
                  <a:srgbClr val="333333"/>
                </a:solidFill>
                <a:latin typeface="Arial"/>
                <a:ea typeface="Arial"/>
                <a:cs typeface="Arial"/>
                <a:sym typeface="Arial"/>
                <a:hlinkClick r:id="rId9">
                  <a:extLst>
                    <a:ext uri="{A12FA001-AC4F-418D-AE19-62706E023703}">
                      <ahyp:hlinkClr val="tx"/>
                    </a:ext>
                  </a:extLst>
                </a:hlinkClick>
              </a:rPr>
              <a:t>Unit 3: </a:t>
            </a:r>
            <a:r>
              <a:rPr b="0" i="0" lang="en-GB" sz="2400" u="sng">
                <a:solidFill>
                  <a:srgbClr val="333333"/>
                </a:solidFill>
                <a:latin typeface="Arial"/>
                <a:ea typeface="Arial"/>
                <a:cs typeface="Arial"/>
                <a:sym typeface="Arial"/>
                <a:hlinkClick r:id="rId10">
                  <a:extLst>
                    <a:ext uri="{A12FA001-AC4F-418D-AE19-62706E023703}">
                      <ahyp:hlinkClr val="tx"/>
                    </a:ext>
                  </a:extLst>
                </a:hlinkClick>
              </a:rPr>
              <a:t>Connecting to a MongoDB Database</a:t>
            </a:r>
            <a:endParaRPr b="0" i="0" sz="2400">
              <a:solidFill>
                <a:srgbClr val="333333"/>
              </a:solidFill>
              <a:latin typeface="Arial"/>
              <a:ea typeface="Arial"/>
              <a:cs typeface="Arial"/>
              <a:sym typeface="Arial"/>
            </a:endParaRPr>
          </a:p>
          <a:p>
            <a:pPr indent="-342783" lvl="0" marL="342783" rtl="0" algn="l">
              <a:spcBef>
                <a:spcPts val="1400"/>
              </a:spcBef>
              <a:spcAft>
                <a:spcPts val="0"/>
              </a:spcAft>
              <a:buClr>
                <a:srgbClr val="333333"/>
              </a:buClr>
              <a:buSzPts val="2400"/>
              <a:buChar char="•"/>
            </a:pPr>
            <a:r>
              <a:rPr lang="en-GB" sz="2400" u="sng">
                <a:solidFill>
                  <a:srgbClr val="333333"/>
                </a:solidFill>
                <a:latin typeface="Arial"/>
                <a:ea typeface="Arial"/>
                <a:cs typeface="Arial"/>
                <a:sym typeface="Arial"/>
                <a:hlinkClick r:id="rId11">
                  <a:extLst>
                    <a:ext uri="{A12FA001-AC4F-418D-AE19-62706E023703}">
                      <ahyp:hlinkClr val="tx"/>
                    </a:ext>
                  </a:extLst>
                </a:hlinkClick>
              </a:rPr>
              <a:t>Unit 4: </a:t>
            </a:r>
            <a:r>
              <a:rPr b="0" i="0" lang="en-GB" sz="2400" u="sng">
                <a:solidFill>
                  <a:srgbClr val="333333"/>
                </a:solidFill>
                <a:latin typeface="Arial"/>
                <a:ea typeface="Arial"/>
                <a:cs typeface="Arial"/>
                <a:sym typeface="Arial"/>
                <a:hlinkClick r:id="rId12">
                  <a:extLst>
                    <a:ext uri="{A12FA001-AC4F-418D-AE19-62706E023703}">
                      <ahyp:hlinkClr val="tx"/>
                    </a:ext>
                  </a:extLst>
                </a:hlinkClick>
              </a:rPr>
              <a:t>MongoDB CRUD Operations: Insert and Find Documents</a:t>
            </a:r>
            <a:endParaRPr b="0" i="0" sz="2400">
              <a:solidFill>
                <a:srgbClr val="333333"/>
              </a:solidFill>
              <a:latin typeface="Arial"/>
              <a:ea typeface="Arial"/>
              <a:cs typeface="Arial"/>
              <a:sym typeface="Arial"/>
            </a:endParaRPr>
          </a:p>
          <a:p>
            <a:pPr indent="-342783" lvl="0" marL="342783" rtl="0" algn="l">
              <a:spcBef>
                <a:spcPts val="1400"/>
              </a:spcBef>
              <a:spcAft>
                <a:spcPts val="0"/>
              </a:spcAft>
              <a:buClr>
                <a:srgbClr val="333333"/>
              </a:buClr>
              <a:buSzPts val="2400"/>
              <a:buChar char="•"/>
            </a:pPr>
            <a:r>
              <a:rPr b="0" i="0" lang="en-GB" sz="2400" u="sng">
                <a:solidFill>
                  <a:srgbClr val="333333"/>
                </a:solidFill>
                <a:latin typeface="Arial"/>
                <a:ea typeface="Arial"/>
                <a:cs typeface="Arial"/>
                <a:sym typeface="Arial"/>
                <a:hlinkClick r:id="rId13">
                  <a:extLst>
                    <a:ext uri="{A12FA001-AC4F-418D-AE19-62706E023703}">
                      <ahyp:hlinkClr val="tx"/>
                    </a:ext>
                  </a:extLst>
                </a:hlinkClick>
              </a:rPr>
              <a:t>Unit 5: MongoDB CRUD Operations: Replace and Delete Documents</a:t>
            </a:r>
            <a:endParaRPr b="0" i="0" sz="2400">
              <a:solidFill>
                <a:srgbClr val="333333"/>
              </a:solidFill>
              <a:latin typeface="Arial"/>
              <a:ea typeface="Arial"/>
              <a:cs typeface="Arial"/>
              <a:sym typeface="Arial"/>
            </a:endParaRPr>
          </a:p>
          <a:p>
            <a:pPr indent="-342783" lvl="0" marL="342783" rtl="0" algn="l">
              <a:spcBef>
                <a:spcPts val="1400"/>
              </a:spcBef>
              <a:spcAft>
                <a:spcPts val="0"/>
              </a:spcAft>
              <a:buClr>
                <a:srgbClr val="333333"/>
              </a:buClr>
              <a:buSzPts val="2400"/>
              <a:buChar char="•"/>
            </a:pPr>
            <a:r>
              <a:rPr lang="en-GB" sz="2400" u="sng">
                <a:solidFill>
                  <a:srgbClr val="333333"/>
                </a:solidFill>
                <a:latin typeface="Arial"/>
                <a:ea typeface="Arial"/>
                <a:cs typeface="Arial"/>
                <a:sym typeface="Arial"/>
                <a:hlinkClick r:id="rId14">
                  <a:extLst>
                    <a:ext uri="{A12FA001-AC4F-418D-AE19-62706E023703}">
                      <ahyp:hlinkClr val="tx"/>
                    </a:ext>
                  </a:extLst>
                </a:hlinkClick>
              </a:rPr>
              <a:t>Unit 6: MongoDB CRUD Operations: Modifying Query Results</a:t>
            </a:r>
            <a:endParaRPr sz="2400">
              <a:solidFill>
                <a:srgbClr val="333333"/>
              </a:solidFill>
              <a:latin typeface="Arial"/>
              <a:ea typeface="Arial"/>
              <a:cs typeface="Arial"/>
              <a:sym typeface="Arial"/>
            </a:endParaRPr>
          </a:p>
          <a:p>
            <a:pPr indent="-342783" lvl="0" marL="342783" rtl="0" algn="l">
              <a:spcBef>
                <a:spcPts val="1400"/>
              </a:spcBef>
              <a:spcAft>
                <a:spcPts val="0"/>
              </a:spcAft>
              <a:buClr>
                <a:srgbClr val="333333"/>
              </a:buClr>
              <a:buSzPts val="2400"/>
              <a:buChar char="•"/>
            </a:pPr>
            <a:r>
              <a:rPr lang="en-GB" sz="2400" u="sng">
                <a:solidFill>
                  <a:srgbClr val="333333"/>
                </a:solidFill>
                <a:latin typeface="Arial"/>
                <a:ea typeface="Arial"/>
                <a:cs typeface="Arial"/>
                <a:sym typeface="Arial"/>
                <a:hlinkClick r:id="rId15">
                  <a:extLst>
                    <a:ext uri="{A12FA001-AC4F-418D-AE19-62706E023703}">
                      <ahyp:hlinkClr val="tx"/>
                    </a:ext>
                  </a:extLst>
                </a:hlinkClick>
              </a:rPr>
              <a:t>Unit 7: MongoDB Aggregation</a:t>
            </a:r>
            <a:endParaRPr/>
          </a:p>
        </p:txBody>
      </p:sp>
      <p:pic>
        <p:nvPicPr>
          <p:cNvPr id="204" name="Google Shape;204;p2"/>
          <p:cNvPicPr preferRelativeResize="0"/>
          <p:nvPr/>
        </p:nvPicPr>
        <p:blipFill rotWithShape="1">
          <a:blip r:embed="rId16">
            <a:alphaModFix/>
          </a:blip>
          <a:srcRect b="0" l="0" r="0" t="0"/>
          <a:stretch/>
        </p:blipFill>
        <p:spPr>
          <a:xfrm>
            <a:off x="10077340" y="5928429"/>
            <a:ext cx="1838325" cy="7429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
          <p:cNvSpPr txBox="1"/>
          <p:nvPr>
            <p:ph type="title"/>
          </p:nvPr>
        </p:nvSpPr>
        <p:spPr>
          <a:xfrm>
            <a:off x="300788" y="282084"/>
            <a:ext cx="11891211" cy="639173"/>
          </a:xfrm>
          <a:prstGeom prst="rect">
            <a:avLst/>
          </a:prstGeom>
          <a:solidFill>
            <a:srgbClr val="007233"/>
          </a:solidFill>
          <a:ln>
            <a:noFill/>
          </a:ln>
        </p:spPr>
        <p:txBody>
          <a:bodyPr anchorCtr="0" anchor="t" bIns="45700" lIns="91400" spcFirstLastPara="1" rIns="91400" wrap="square" tIns="45700">
            <a:noAutofit/>
          </a:bodyPr>
          <a:lstStyle/>
          <a:p>
            <a:pPr indent="0" lvl="0" marL="0" rtl="0" algn="l">
              <a:lnSpc>
                <a:spcPct val="80000"/>
              </a:lnSpc>
              <a:spcBef>
                <a:spcPts val="0"/>
              </a:spcBef>
              <a:spcAft>
                <a:spcPts val="0"/>
              </a:spcAft>
              <a:buClr>
                <a:schemeClr val="lt1"/>
              </a:buClr>
              <a:buSzPts val="2800"/>
              <a:buFont typeface="Quattrocento Sans"/>
              <a:buNone/>
            </a:pPr>
            <a:r>
              <a:rPr b="1" lang="en-GB" sz="2800">
                <a:solidFill>
                  <a:schemeClr val="lt1"/>
                </a:solidFill>
                <a:latin typeface="Quattrocento Sans"/>
                <a:ea typeface="Quattrocento Sans"/>
                <a:cs typeface="Quattrocento Sans"/>
                <a:sym typeface="Quattrocento Sans"/>
              </a:rPr>
              <a:t>Meet Your MongoDB Practitioner </a:t>
            </a:r>
            <a:endParaRPr b="1" sz="2800">
              <a:solidFill>
                <a:schemeClr val="lt1"/>
              </a:solidFill>
            </a:endParaRPr>
          </a:p>
        </p:txBody>
      </p:sp>
      <p:sp>
        <p:nvSpPr>
          <p:cNvPr id="211" name="Google Shape;211;p3"/>
          <p:cNvSpPr/>
          <p:nvPr/>
        </p:nvSpPr>
        <p:spPr>
          <a:xfrm>
            <a:off x="479377" y="2170047"/>
            <a:ext cx="3415161" cy="3104418"/>
          </a:xfrm>
          <a:prstGeom prst="rect">
            <a:avLst/>
          </a:prstGeom>
          <a:solidFill>
            <a:srgbClr val="DAE5F1"/>
          </a:solidFill>
          <a:ln cap="flat" cmpd="sng" w="25400">
            <a:solidFill>
              <a:srgbClr val="F2DAD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117"/>
              <a:buFont typeface="Calibri"/>
              <a:buNone/>
            </a:pPr>
            <a:r>
              <a:t/>
            </a:r>
            <a:endParaRPr b="0" i="0" sz="2117" u="none" cap="none" strike="noStrike">
              <a:solidFill>
                <a:srgbClr val="FFFFFF"/>
              </a:solidFill>
              <a:latin typeface="Calibri"/>
              <a:ea typeface="Calibri"/>
              <a:cs typeface="Calibri"/>
              <a:sym typeface="Calibri"/>
            </a:endParaRPr>
          </a:p>
        </p:txBody>
      </p:sp>
      <p:sp>
        <p:nvSpPr>
          <p:cNvPr id="212" name="Google Shape;212;p3"/>
          <p:cNvSpPr/>
          <p:nvPr/>
        </p:nvSpPr>
        <p:spPr>
          <a:xfrm>
            <a:off x="9946625" y="1901014"/>
            <a:ext cx="1670398" cy="242241"/>
          </a:xfrm>
          <a:prstGeom prst="roundRect">
            <a:avLst>
              <a:gd fmla="val 50000" name="adj"/>
            </a:avLst>
          </a:prstGeom>
          <a:solidFill>
            <a:srgbClr val="9999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117"/>
              <a:buFont typeface="Calibri"/>
              <a:buNone/>
            </a:pPr>
            <a:r>
              <a:t/>
            </a:r>
            <a:endParaRPr b="0" i="0" sz="2117" u="none" cap="none" strike="noStrike">
              <a:solidFill>
                <a:srgbClr val="FFFFFF"/>
              </a:solidFill>
              <a:latin typeface="Calibri"/>
              <a:ea typeface="Calibri"/>
              <a:cs typeface="Calibri"/>
              <a:sym typeface="Calibri"/>
            </a:endParaRPr>
          </a:p>
        </p:txBody>
      </p:sp>
      <p:sp>
        <p:nvSpPr>
          <p:cNvPr id="213" name="Google Shape;213;p3"/>
          <p:cNvSpPr txBox="1"/>
          <p:nvPr/>
        </p:nvSpPr>
        <p:spPr>
          <a:xfrm>
            <a:off x="9752897" y="1536196"/>
            <a:ext cx="1994945" cy="338554"/>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GB" sz="1600" u="none" cap="none" strike="noStrike">
                <a:solidFill>
                  <a:srgbClr val="000000"/>
                </a:solidFill>
                <a:latin typeface="Calibri"/>
                <a:ea typeface="Calibri"/>
                <a:cs typeface="Calibri"/>
                <a:sym typeface="Calibri"/>
              </a:rPr>
              <a:t>Industry Projects</a:t>
            </a:r>
            <a:endParaRPr/>
          </a:p>
        </p:txBody>
      </p:sp>
      <p:sp>
        <p:nvSpPr>
          <p:cNvPr id="214" name="Google Shape;214;p3"/>
          <p:cNvSpPr/>
          <p:nvPr/>
        </p:nvSpPr>
        <p:spPr>
          <a:xfrm>
            <a:off x="9946625" y="2743885"/>
            <a:ext cx="1670398" cy="242241"/>
          </a:xfrm>
          <a:prstGeom prst="roundRect">
            <a:avLst>
              <a:gd fmla="val 50000" name="adj"/>
            </a:avLst>
          </a:prstGeom>
          <a:solidFill>
            <a:srgbClr val="9999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117"/>
              <a:buFont typeface="Calibri"/>
              <a:buNone/>
            </a:pPr>
            <a:r>
              <a:t/>
            </a:r>
            <a:endParaRPr b="0" i="0" sz="2117" u="none" cap="none" strike="noStrike">
              <a:solidFill>
                <a:srgbClr val="FFFFFF"/>
              </a:solidFill>
              <a:latin typeface="Calibri"/>
              <a:ea typeface="Calibri"/>
              <a:cs typeface="Calibri"/>
              <a:sym typeface="Calibri"/>
            </a:endParaRPr>
          </a:p>
        </p:txBody>
      </p:sp>
      <p:sp>
        <p:nvSpPr>
          <p:cNvPr id="215" name="Google Shape;215;p3"/>
          <p:cNvSpPr txBox="1"/>
          <p:nvPr/>
        </p:nvSpPr>
        <p:spPr>
          <a:xfrm>
            <a:off x="9847620" y="4918929"/>
            <a:ext cx="1882206" cy="338554"/>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GB" sz="1600" u="none" cap="none" strike="noStrike">
                <a:solidFill>
                  <a:srgbClr val="000000"/>
                </a:solidFill>
                <a:latin typeface="Calibri"/>
                <a:ea typeface="Calibri"/>
                <a:cs typeface="Calibri"/>
                <a:sym typeface="Calibri"/>
              </a:rPr>
              <a:t>Data Visualisation</a:t>
            </a:r>
            <a:endParaRPr b="0" i="0" sz="1600" u="none" cap="none" strike="noStrike">
              <a:solidFill>
                <a:srgbClr val="000000"/>
              </a:solidFill>
              <a:latin typeface="Calibri"/>
              <a:ea typeface="Calibri"/>
              <a:cs typeface="Calibri"/>
              <a:sym typeface="Calibri"/>
            </a:endParaRPr>
          </a:p>
        </p:txBody>
      </p:sp>
      <p:sp>
        <p:nvSpPr>
          <p:cNvPr id="216" name="Google Shape;216;p3"/>
          <p:cNvSpPr/>
          <p:nvPr/>
        </p:nvSpPr>
        <p:spPr>
          <a:xfrm>
            <a:off x="9946625" y="3586752"/>
            <a:ext cx="1670398" cy="242241"/>
          </a:xfrm>
          <a:prstGeom prst="roundRect">
            <a:avLst>
              <a:gd fmla="val 50000" name="adj"/>
            </a:avLst>
          </a:prstGeom>
          <a:solidFill>
            <a:srgbClr val="9999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117"/>
              <a:buFont typeface="Calibri"/>
              <a:buNone/>
            </a:pPr>
            <a:r>
              <a:t/>
            </a:r>
            <a:endParaRPr b="0" i="0" sz="2117" u="none" cap="none" strike="noStrike">
              <a:solidFill>
                <a:srgbClr val="FFFFFF"/>
              </a:solidFill>
              <a:latin typeface="Calibri"/>
              <a:ea typeface="Calibri"/>
              <a:cs typeface="Calibri"/>
              <a:sym typeface="Calibri"/>
            </a:endParaRPr>
          </a:p>
        </p:txBody>
      </p:sp>
      <p:sp>
        <p:nvSpPr>
          <p:cNvPr id="217" name="Google Shape;217;p3"/>
          <p:cNvSpPr txBox="1"/>
          <p:nvPr/>
        </p:nvSpPr>
        <p:spPr>
          <a:xfrm>
            <a:off x="9761985" y="2200015"/>
            <a:ext cx="2422340" cy="338554"/>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GB" sz="1600" u="none" cap="none" strike="noStrike">
                <a:solidFill>
                  <a:srgbClr val="000000"/>
                </a:solidFill>
                <a:latin typeface="Calibri"/>
                <a:ea typeface="Calibri"/>
                <a:cs typeface="Calibri"/>
                <a:sym typeface="Calibri"/>
              </a:rPr>
              <a:t>SQL Server </a:t>
            </a:r>
            <a:endParaRPr/>
          </a:p>
        </p:txBody>
      </p:sp>
      <p:sp>
        <p:nvSpPr>
          <p:cNvPr id="218" name="Google Shape;218;p3"/>
          <p:cNvSpPr/>
          <p:nvPr/>
        </p:nvSpPr>
        <p:spPr>
          <a:xfrm>
            <a:off x="9946625" y="4429618"/>
            <a:ext cx="1670398" cy="242241"/>
          </a:xfrm>
          <a:prstGeom prst="roundRect">
            <a:avLst>
              <a:gd fmla="val 50000" name="adj"/>
            </a:avLst>
          </a:prstGeom>
          <a:solidFill>
            <a:srgbClr val="9999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117"/>
              <a:buFont typeface="Calibri"/>
              <a:buNone/>
            </a:pPr>
            <a:r>
              <a:t/>
            </a:r>
            <a:endParaRPr b="0" i="0" sz="2117" u="none" cap="none" strike="noStrike">
              <a:solidFill>
                <a:srgbClr val="FFFFFF"/>
              </a:solidFill>
              <a:latin typeface="Calibri"/>
              <a:ea typeface="Calibri"/>
              <a:cs typeface="Calibri"/>
              <a:sym typeface="Calibri"/>
            </a:endParaRPr>
          </a:p>
        </p:txBody>
      </p:sp>
      <p:sp>
        <p:nvSpPr>
          <p:cNvPr id="219" name="Google Shape;219;p3"/>
          <p:cNvSpPr txBox="1"/>
          <p:nvPr/>
        </p:nvSpPr>
        <p:spPr>
          <a:xfrm>
            <a:off x="9752897" y="3259288"/>
            <a:ext cx="2379428" cy="338554"/>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GB" sz="1600" u="none" cap="none" strike="noStrike">
                <a:solidFill>
                  <a:srgbClr val="000000"/>
                </a:solidFill>
                <a:latin typeface="Calibri"/>
                <a:ea typeface="Calibri"/>
                <a:cs typeface="Calibri"/>
                <a:sym typeface="Calibri"/>
              </a:rPr>
              <a:t>MongoDB - Introduction</a:t>
            </a:r>
            <a:endParaRPr/>
          </a:p>
        </p:txBody>
      </p:sp>
      <p:sp>
        <p:nvSpPr>
          <p:cNvPr id="220" name="Google Shape;220;p3"/>
          <p:cNvSpPr/>
          <p:nvPr/>
        </p:nvSpPr>
        <p:spPr>
          <a:xfrm>
            <a:off x="9946625" y="5272488"/>
            <a:ext cx="1670398" cy="242241"/>
          </a:xfrm>
          <a:prstGeom prst="roundRect">
            <a:avLst>
              <a:gd fmla="val 50000" name="adj"/>
            </a:avLst>
          </a:prstGeom>
          <a:solidFill>
            <a:srgbClr val="9999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117"/>
              <a:buFont typeface="Calibri"/>
              <a:buNone/>
            </a:pPr>
            <a:r>
              <a:t/>
            </a:r>
            <a:endParaRPr b="0" i="0" sz="2117" u="none" cap="none" strike="noStrike">
              <a:solidFill>
                <a:srgbClr val="FFFFFF"/>
              </a:solidFill>
              <a:latin typeface="Calibri"/>
              <a:ea typeface="Calibri"/>
              <a:cs typeface="Calibri"/>
              <a:sym typeface="Calibri"/>
            </a:endParaRPr>
          </a:p>
        </p:txBody>
      </p:sp>
      <p:grpSp>
        <p:nvGrpSpPr>
          <p:cNvPr id="221" name="Google Shape;221;p3"/>
          <p:cNvGrpSpPr/>
          <p:nvPr/>
        </p:nvGrpSpPr>
        <p:grpSpPr>
          <a:xfrm>
            <a:off x="9892406" y="1901015"/>
            <a:ext cx="1621365" cy="3570008"/>
            <a:chOff x="8122926" y="2503620"/>
            <a:chExt cx="3414225" cy="3616895"/>
          </a:xfrm>
        </p:grpSpPr>
        <p:sp>
          <p:nvSpPr>
            <p:cNvPr id="222" name="Google Shape;222;p3"/>
            <p:cNvSpPr/>
            <p:nvPr/>
          </p:nvSpPr>
          <p:spPr>
            <a:xfrm>
              <a:off x="8122926" y="2503620"/>
              <a:ext cx="3414225" cy="245422"/>
            </a:xfrm>
            <a:prstGeom prst="roundRect">
              <a:avLst>
                <a:gd fmla="val 50000" name="adj"/>
              </a:avLst>
            </a:prstGeom>
            <a:gradFill>
              <a:gsLst>
                <a:gs pos="0">
                  <a:schemeClr val="accent3"/>
                </a:gs>
                <a:gs pos="50000">
                  <a:srgbClr val="76923C"/>
                </a:gs>
                <a:gs pos="100000">
                  <a:srgbClr val="4F6128"/>
                </a:gs>
              </a:gsLst>
              <a:lin ang="16200000" scaled="0"/>
            </a:gradFill>
            <a:ln>
              <a:noFill/>
            </a:ln>
          </p:spPr>
          <p:txBody>
            <a:bodyPr anchorCtr="0" anchor="ctr" bIns="45700" lIns="274300" spcFirstLastPara="1" rIns="91425" wrap="square" tIns="45700">
              <a:noAutofit/>
            </a:bodyPr>
            <a:lstStyle/>
            <a:p>
              <a:pPr indent="0" lvl="0" marL="0" marR="0" rtl="0" algn="l">
                <a:lnSpc>
                  <a:spcPct val="100000"/>
                </a:lnSpc>
                <a:spcBef>
                  <a:spcPts val="0"/>
                </a:spcBef>
                <a:spcAft>
                  <a:spcPts val="0"/>
                </a:spcAft>
                <a:buClr>
                  <a:srgbClr val="FFFFFF"/>
                </a:buClr>
                <a:buSzPts val="1200"/>
                <a:buFont typeface="Calibri"/>
                <a:buNone/>
              </a:pPr>
              <a:r>
                <a:rPr b="0" i="0" lang="en-GB" sz="1200" u="none" cap="none" strike="noStrike">
                  <a:solidFill>
                    <a:srgbClr val="FFFFFF"/>
                  </a:solidFill>
                  <a:latin typeface="Calibri"/>
                  <a:ea typeface="Calibri"/>
                  <a:cs typeface="Calibri"/>
                  <a:sym typeface="Calibri"/>
                </a:rPr>
                <a:t>39%</a:t>
              </a:r>
              <a:endParaRPr/>
            </a:p>
          </p:txBody>
        </p:sp>
        <p:sp>
          <p:nvSpPr>
            <p:cNvPr id="223" name="Google Shape;223;p3"/>
            <p:cNvSpPr/>
            <p:nvPr/>
          </p:nvSpPr>
          <p:spPr>
            <a:xfrm>
              <a:off x="8122927" y="3346490"/>
              <a:ext cx="3229657" cy="245422"/>
            </a:xfrm>
            <a:prstGeom prst="roundRect">
              <a:avLst>
                <a:gd fmla="val 50000" name="adj"/>
              </a:avLst>
            </a:prstGeom>
            <a:gradFill>
              <a:gsLst>
                <a:gs pos="0">
                  <a:schemeClr val="accent3"/>
                </a:gs>
                <a:gs pos="50000">
                  <a:srgbClr val="76923C"/>
                </a:gs>
                <a:gs pos="100000">
                  <a:srgbClr val="4F6128"/>
                </a:gs>
              </a:gsLst>
              <a:lin ang="16200000" scaled="0"/>
            </a:gradFill>
            <a:ln>
              <a:noFill/>
            </a:ln>
          </p:spPr>
          <p:txBody>
            <a:bodyPr anchorCtr="0" anchor="ctr" bIns="45700" lIns="274300" spcFirstLastPara="1" rIns="91425" wrap="square" tIns="45700">
              <a:noAutofit/>
            </a:bodyPr>
            <a:lstStyle/>
            <a:p>
              <a:pPr indent="0" lvl="0" marL="0" marR="0" rtl="0" algn="l">
                <a:lnSpc>
                  <a:spcPct val="100000"/>
                </a:lnSpc>
                <a:spcBef>
                  <a:spcPts val="0"/>
                </a:spcBef>
                <a:spcAft>
                  <a:spcPts val="0"/>
                </a:spcAft>
                <a:buClr>
                  <a:srgbClr val="FFFFFF"/>
                </a:buClr>
                <a:buSzPts val="1200"/>
                <a:buFont typeface="Calibri"/>
                <a:buNone/>
              </a:pPr>
              <a:r>
                <a:rPr b="0" i="0" lang="en-GB" sz="1200" u="none" cap="none" strike="noStrike">
                  <a:solidFill>
                    <a:srgbClr val="FFFFFF"/>
                  </a:solidFill>
                  <a:latin typeface="Calibri"/>
                  <a:ea typeface="Calibri"/>
                  <a:cs typeface="Calibri"/>
                  <a:sym typeface="Calibri"/>
                </a:rPr>
                <a:t>39%</a:t>
              </a:r>
              <a:endParaRPr/>
            </a:p>
          </p:txBody>
        </p:sp>
        <p:sp>
          <p:nvSpPr>
            <p:cNvPr id="224" name="Google Shape;224;p3"/>
            <p:cNvSpPr/>
            <p:nvPr/>
          </p:nvSpPr>
          <p:spPr>
            <a:xfrm>
              <a:off x="8122926" y="4189357"/>
              <a:ext cx="2612526" cy="245422"/>
            </a:xfrm>
            <a:prstGeom prst="roundRect">
              <a:avLst>
                <a:gd fmla="val 50000" name="adj"/>
              </a:avLst>
            </a:prstGeom>
            <a:gradFill>
              <a:gsLst>
                <a:gs pos="0">
                  <a:schemeClr val="accent3"/>
                </a:gs>
                <a:gs pos="50000">
                  <a:srgbClr val="76923C"/>
                </a:gs>
                <a:gs pos="100000">
                  <a:srgbClr val="4F6128"/>
                </a:gs>
              </a:gsLst>
              <a:lin ang="16200000" scaled="0"/>
            </a:gradFill>
            <a:ln>
              <a:noFill/>
            </a:ln>
          </p:spPr>
          <p:txBody>
            <a:bodyPr anchorCtr="0" anchor="ctr" bIns="45700" lIns="274300" spcFirstLastPara="1" rIns="91425" wrap="square" tIns="45700">
              <a:noAutofit/>
            </a:bodyPr>
            <a:lstStyle/>
            <a:p>
              <a:pPr indent="0" lvl="0" marL="0" marR="0" rtl="0" algn="l">
                <a:lnSpc>
                  <a:spcPct val="100000"/>
                </a:lnSpc>
                <a:spcBef>
                  <a:spcPts val="0"/>
                </a:spcBef>
                <a:spcAft>
                  <a:spcPts val="0"/>
                </a:spcAft>
                <a:buClr>
                  <a:srgbClr val="FFFFFF"/>
                </a:buClr>
                <a:buSzPts val="1200"/>
                <a:buFont typeface="Calibri"/>
                <a:buNone/>
              </a:pPr>
              <a:r>
                <a:rPr b="0" i="0" lang="en-GB" sz="1200" u="none" cap="none" strike="noStrike">
                  <a:solidFill>
                    <a:srgbClr val="FFFFFF"/>
                  </a:solidFill>
                  <a:latin typeface="Calibri"/>
                  <a:ea typeface="Calibri"/>
                  <a:cs typeface="Calibri"/>
                  <a:sym typeface="Calibri"/>
                </a:rPr>
                <a:t>39%</a:t>
              </a:r>
              <a:endParaRPr/>
            </a:p>
          </p:txBody>
        </p:sp>
        <p:sp>
          <p:nvSpPr>
            <p:cNvPr id="225" name="Google Shape;225;p3"/>
            <p:cNvSpPr/>
            <p:nvPr/>
          </p:nvSpPr>
          <p:spPr>
            <a:xfrm>
              <a:off x="8122927" y="5032224"/>
              <a:ext cx="2869615" cy="245422"/>
            </a:xfrm>
            <a:prstGeom prst="roundRect">
              <a:avLst>
                <a:gd fmla="val 50000" name="adj"/>
              </a:avLst>
            </a:prstGeom>
            <a:gradFill>
              <a:gsLst>
                <a:gs pos="0">
                  <a:schemeClr val="accent3"/>
                </a:gs>
                <a:gs pos="50000">
                  <a:srgbClr val="76923C"/>
                </a:gs>
                <a:gs pos="100000">
                  <a:srgbClr val="4F6128"/>
                </a:gs>
              </a:gsLst>
              <a:lin ang="16200000" scaled="0"/>
            </a:gradFill>
            <a:ln>
              <a:noFill/>
            </a:ln>
          </p:spPr>
          <p:txBody>
            <a:bodyPr anchorCtr="0" anchor="ctr" bIns="45700" lIns="274300" spcFirstLastPara="1" rIns="91425" wrap="square" tIns="45700">
              <a:noAutofit/>
            </a:bodyPr>
            <a:lstStyle/>
            <a:p>
              <a:pPr indent="0" lvl="0" marL="0" marR="0" rtl="0" algn="l">
                <a:lnSpc>
                  <a:spcPct val="100000"/>
                </a:lnSpc>
                <a:spcBef>
                  <a:spcPts val="0"/>
                </a:spcBef>
                <a:spcAft>
                  <a:spcPts val="0"/>
                </a:spcAft>
                <a:buClr>
                  <a:srgbClr val="FFFFFF"/>
                </a:buClr>
                <a:buSzPts val="1200"/>
                <a:buFont typeface="Calibri"/>
                <a:buNone/>
              </a:pPr>
              <a:r>
                <a:rPr b="0" i="0" lang="en-GB" sz="1200" u="none" cap="none" strike="noStrike">
                  <a:solidFill>
                    <a:srgbClr val="FFFFFF"/>
                  </a:solidFill>
                  <a:latin typeface="Calibri"/>
                  <a:ea typeface="Calibri"/>
                  <a:cs typeface="Calibri"/>
                  <a:sym typeface="Calibri"/>
                </a:rPr>
                <a:t>39%</a:t>
              </a:r>
              <a:endParaRPr/>
            </a:p>
          </p:txBody>
        </p:sp>
        <p:sp>
          <p:nvSpPr>
            <p:cNvPr id="226" name="Google Shape;226;p3"/>
            <p:cNvSpPr/>
            <p:nvPr/>
          </p:nvSpPr>
          <p:spPr>
            <a:xfrm>
              <a:off x="8122926" y="5875093"/>
              <a:ext cx="2869616" cy="245422"/>
            </a:xfrm>
            <a:prstGeom prst="roundRect">
              <a:avLst>
                <a:gd fmla="val 50000" name="adj"/>
              </a:avLst>
            </a:prstGeom>
            <a:gradFill>
              <a:gsLst>
                <a:gs pos="0">
                  <a:schemeClr val="accent3"/>
                </a:gs>
                <a:gs pos="50000">
                  <a:srgbClr val="76923C"/>
                </a:gs>
                <a:gs pos="100000">
                  <a:srgbClr val="4F6128"/>
                </a:gs>
              </a:gsLst>
              <a:lin ang="16200000" scaled="0"/>
            </a:gradFill>
            <a:ln>
              <a:noFill/>
            </a:ln>
          </p:spPr>
          <p:txBody>
            <a:bodyPr anchorCtr="0" anchor="ctr" bIns="45700" lIns="274300" spcFirstLastPara="1" rIns="91425" wrap="square" tIns="45700">
              <a:noAutofit/>
            </a:bodyPr>
            <a:lstStyle/>
            <a:p>
              <a:pPr indent="0" lvl="0" marL="0" marR="0" rtl="0" algn="l">
                <a:lnSpc>
                  <a:spcPct val="100000"/>
                </a:lnSpc>
                <a:spcBef>
                  <a:spcPts val="0"/>
                </a:spcBef>
                <a:spcAft>
                  <a:spcPts val="0"/>
                </a:spcAft>
                <a:buClr>
                  <a:srgbClr val="FFFFFF"/>
                </a:buClr>
                <a:buSzPts val="1200"/>
                <a:buFont typeface="Calibri"/>
                <a:buNone/>
              </a:pPr>
              <a:r>
                <a:rPr b="0" i="0" lang="en-GB" sz="1200" u="none" cap="none" strike="noStrike">
                  <a:solidFill>
                    <a:srgbClr val="FFFFFF"/>
                  </a:solidFill>
                  <a:latin typeface="Calibri"/>
                  <a:ea typeface="Calibri"/>
                  <a:cs typeface="Calibri"/>
                  <a:sym typeface="Calibri"/>
                </a:rPr>
                <a:t>39%</a:t>
              </a:r>
              <a:endParaRPr/>
            </a:p>
          </p:txBody>
        </p:sp>
      </p:grpSp>
      <p:sp>
        <p:nvSpPr>
          <p:cNvPr id="227" name="Google Shape;227;p3"/>
          <p:cNvSpPr txBox="1"/>
          <p:nvPr/>
        </p:nvSpPr>
        <p:spPr>
          <a:xfrm>
            <a:off x="9761985" y="3864069"/>
            <a:ext cx="2053476" cy="338554"/>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GB" sz="1600" u="none" cap="none" strike="noStrike">
                <a:solidFill>
                  <a:srgbClr val="000000"/>
                </a:solidFill>
                <a:latin typeface="Calibri"/>
                <a:ea typeface="Calibri"/>
                <a:cs typeface="Calibri"/>
                <a:sym typeface="Calibri"/>
              </a:rPr>
              <a:t>Data Analytics</a:t>
            </a:r>
            <a:endParaRPr/>
          </a:p>
        </p:txBody>
      </p:sp>
      <p:sp>
        <p:nvSpPr>
          <p:cNvPr id="228" name="Google Shape;228;p3"/>
          <p:cNvSpPr/>
          <p:nvPr/>
        </p:nvSpPr>
        <p:spPr>
          <a:xfrm>
            <a:off x="4386680" y="1582213"/>
            <a:ext cx="4530516" cy="523220"/>
          </a:xfrm>
          <a:prstGeom prst="rect">
            <a:avLst/>
          </a:prstGeom>
          <a:noFill/>
          <a:ln>
            <a:noFill/>
          </a:ln>
        </p:spPr>
        <p:txBody>
          <a:bodyPr anchorCtr="0" anchor="t" bIns="45700" lIns="0" spcFirstLastPara="1" rIns="91425" wrap="square" tIns="45700">
            <a:spAutoFit/>
          </a:bodyPr>
          <a:lstStyle/>
          <a:p>
            <a:pPr indent="0" lvl="0" marL="0" marR="0" rtl="0" algn="l">
              <a:lnSpc>
                <a:spcPct val="100000"/>
              </a:lnSpc>
              <a:spcBef>
                <a:spcPts val="0"/>
              </a:spcBef>
              <a:spcAft>
                <a:spcPts val="0"/>
              </a:spcAft>
              <a:buClr>
                <a:srgbClr val="44546A"/>
              </a:buClr>
              <a:buSzPts val="2800"/>
              <a:buFont typeface="Calibri"/>
              <a:buNone/>
            </a:pPr>
            <a:r>
              <a:rPr b="1" i="0" lang="en-GB" sz="2800" u="none" cap="none" strike="noStrike">
                <a:solidFill>
                  <a:srgbClr val="44546A"/>
                </a:solidFill>
                <a:latin typeface="Calibri"/>
                <a:ea typeface="Calibri"/>
                <a:cs typeface="Calibri"/>
                <a:sym typeface="Calibri"/>
              </a:rPr>
              <a:t>[JAMES FOTHERGILL]</a:t>
            </a:r>
            <a:endParaRPr/>
          </a:p>
        </p:txBody>
      </p:sp>
      <p:sp>
        <p:nvSpPr>
          <p:cNvPr id="229" name="Google Shape;229;p3"/>
          <p:cNvSpPr/>
          <p:nvPr/>
        </p:nvSpPr>
        <p:spPr>
          <a:xfrm>
            <a:off x="4386680" y="2095511"/>
            <a:ext cx="3096131" cy="369332"/>
          </a:xfrm>
          <a:prstGeom prst="rect">
            <a:avLst/>
          </a:prstGeom>
          <a:noFill/>
          <a:ln>
            <a:noFill/>
          </a:ln>
        </p:spPr>
        <p:txBody>
          <a:bodyPr anchorCtr="0" anchor="t" bIns="45700" lIns="0" spcFirstLastPara="1" rIns="0" wrap="square" tIns="45700">
            <a:spAutoFit/>
          </a:bodyPr>
          <a:lstStyle/>
          <a:p>
            <a:pPr indent="0" lvl="0" marL="0" marR="0" rtl="0" algn="just">
              <a:lnSpc>
                <a:spcPct val="100000"/>
              </a:lnSpc>
              <a:spcBef>
                <a:spcPts val="0"/>
              </a:spcBef>
              <a:spcAft>
                <a:spcPts val="0"/>
              </a:spcAft>
              <a:buNone/>
            </a:pPr>
            <a:r>
              <a:rPr b="1" i="0" lang="en-GB" sz="1800" u="none" cap="none" strike="noStrike">
                <a:solidFill>
                  <a:schemeClr val="dk1"/>
                </a:solidFill>
                <a:latin typeface="Calibri"/>
                <a:ea typeface="Calibri"/>
                <a:cs typeface="Calibri"/>
                <a:sym typeface="Calibri"/>
              </a:rPr>
              <a:t>MongoDB Lab Assistant</a:t>
            </a:r>
            <a:endParaRPr/>
          </a:p>
        </p:txBody>
      </p:sp>
      <p:sp>
        <p:nvSpPr>
          <p:cNvPr id="230" name="Google Shape;230;p3"/>
          <p:cNvSpPr/>
          <p:nvPr/>
        </p:nvSpPr>
        <p:spPr>
          <a:xfrm>
            <a:off x="4121999" y="2754640"/>
            <a:ext cx="5210320" cy="2677656"/>
          </a:xfrm>
          <a:prstGeom prst="rect">
            <a:avLst/>
          </a:prstGeom>
          <a:noFill/>
          <a:ln>
            <a:noFill/>
          </a:ln>
        </p:spPr>
        <p:txBody>
          <a:bodyPr anchorCtr="0" anchor="t" bIns="45700" lIns="0" spcFirstLastPara="1" rIns="0" wrap="square" tIns="45700">
            <a:spAutoFit/>
          </a:bodyPr>
          <a:lstStyle/>
          <a:p>
            <a:pPr indent="0" lvl="0" marL="0" marR="0" rtl="0" algn="just">
              <a:lnSpc>
                <a:spcPct val="100000"/>
              </a:lnSpc>
              <a:spcBef>
                <a:spcPts val="0"/>
              </a:spcBef>
              <a:spcAft>
                <a:spcPts val="0"/>
              </a:spcAft>
              <a:buClr>
                <a:srgbClr val="000000"/>
              </a:buClr>
              <a:buSzPts val="1600"/>
              <a:buFont typeface="Calibri"/>
              <a:buNone/>
            </a:pPr>
            <a:r>
              <a:rPr b="0" i="0" lang="en-GB" sz="1600" u="none" cap="none" strike="noStrike">
                <a:solidFill>
                  <a:srgbClr val="000000"/>
                </a:solidFill>
                <a:latin typeface="Calibri"/>
                <a:ea typeface="Calibri"/>
                <a:cs typeface="Calibri"/>
                <a:sym typeface="Calibri"/>
              </a:rPr>
              <a:t>I am enthusiastic to learn new skills and have found MongoDB to be perfect to transfer my previous SQL skill set over to a new format. I feel extremely comfortable using MongoShell’s intuitive commands and just as ease using the GUI Compass.</a:t>
            </a:r>
            <a:endParaRPr/>
          </a:p>
          <a:p>
            <a:pPr indent="0" lvl="0" marL="0" marR="0" rtl="0" algn="just">
              <a:lnSpc>
                <a:spcPct val="100000"/>
              </a:lnSpc>
              <a:spcBef>
                <a:spcPts val="120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a:p>
            <a:pPr indent="0" lvl="0" marL="0" marR="0" rtl="0" algn="just">
              <a:lnSpc>
                <a:spcPct val="100000"/>
              </a:lnSpc>
              <a:spcBef>
                <a:spcPts val="1200"/>
              </a:spcBef>
              <a:spcAft>
                <a:spcPts val="0"/>
              </a:spcAft>
              <a:buClr>
                <a:srgbClr val="000000"/>
              </a:buClr>
              <a:buSzPts val="1600"/>
              <a:buFont typeface="Calibri"/>
              <a:buNone/>
            </a:pPr>
            <a:r>
              <a:rPr b="0" i="0" lang="en-GB" sz="1600" u="none" cap="none" strike="noStrike">
                <a:solidFill>
                  <a:srgbClr val="000000"/>
                </a:solidFill>
                <a:latin typeface="Calibri"/>
                <a:ea typeface="Calibri"/>
                <a:cs typeface="Calibri"/>
                <a:sym typeface="Calibri"/>
              </a:rPr>
              <a:t> </a:t>
            </a:r>
            <a:endParaRPr/>
          </a:p>
          <a:p>
            <a:pPr indent="0" lvl="0" marL="0" marR="0" rtl="0" algn="just">
              <a:lnSpc>
                <a:spcPct val="100000"/>
              </a:lnSpc>
              <a:spcBef>
                <a:spcPts val="120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a:p>
            <a:pPr indent="0" lvl="0" marL="0" marR="0" rtl="0" algn="just">
              <a:lnSpc>
                <a:spcPct val="100000"/>
              </a:lnSpc>
              <a:spcBef>
                <a:spcPts val="120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cxnSp>
        <p:nvCxnSpPr>
          <p:cNvPr id="231" name="Google Shape;231;p3"/>
          <p:cNvCxnSpPr/>
          <p:nvPr/>
        </p:nvCxnSpPr>
        <p:spPr>
          <a:xfrm>
            <a:off x="4386679" y="2536623"/>
            <a:ext cx="3096131" cy="0"/>
          </a:xfrm>
          <a:prstGeom prst="straightConnector1">
            <a:avLst/>
          </a:prstGeom>
          <a:noFill/>
          <a:ln cap="flat" cmpd="sng" w="38100">
            <a:solidFill>
              <a:srgbClr val="999999"/>
            </a:solidFill>
            <a:prstDash val="solid"/>
            <a:round/>
            <a:headEnd len="sm" w="sm" type="none"/>
            <a:tailEnd len="sm" w="sm" type="none"/>
          </a:ln>
        </p:spPr>
      </p:cxnSp>
      <p:sp>
        <p:nvSpPr>
          <p:cNvPr id="232" name="Google Shape;232;p3"/>
          <p:cNvSpPr txBox="1"/>
          <p:nvPr/>
        </p:nvSpPr>
        <p:spPr>
          <a:xfrm>
            <a:off x="551596" y="4136638"/>
            <a:ext cx="3203519" cy="338554"/>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00000"/>
              </a:lnSpc>
              <a:spcBef>
                <a:spcPts val="0"/>
              </a:spcBef>
              <a:spcAft>
                <a:spcPts val="0"/>
              </a:spcAft>
              <a:buClr>
                <a:schemeClr val="dk1"/>
              </a:buClr>
              <a:buSzPts val="1600"/>
              <a:buFont typeface="Arial"/>
              <a:buChar char="•"/>
            </a:pPr>
            <a:r>
              <a:rPr b="0" i="0" lang="en-GB" sz="1600" u="none" cap="none" strike="noStrike">
                <a:solidFill>
                  <a:schemeClr val="dk1"/>
                </a:solidFill>
                <a:latin typeface="Calibri"/>
                <a:ea typeface="Calibri"/>
                <a:cs typeface="Calibri"/>
                <a:sym typeface="Calibri"/>
              </a:rPr>
              <a:t>[</a:t>
            </a:r>
            <a:r>
              <a:rPr b="0" i="0" lang="en-GB" sz="1400" u="none" cap="none" strike="noStrike">
                <a:solidFill>
                  <a:schemeClr val="dk1"/>
                </a:solidFill>
                <a:latin typeface="Calibri"/>
                <a:ea typeface="Calibri"/>
                <a:cs typeface="Calibri"/>
                <a:sym typeface="Calibri"/>
              </a:rPr>
              <a:t>Relational and NoSQL Databases</a:t>
            </a:r>
            <a:r>
              <a:rPr b="0" i="0" lang="en-GB" sz="1600" u="none" cap="none" strike="noStrike">
                <a:solidFill>
                  <a:schemeClr val="dk1"/>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233" name="Google Shape;233;p3"/>
          <p:cNvSpPr txBox="1"/>
          <p:nvPr/>
        </p:nvSpPr>
        <p:spPr>
          <a:xfrm>
            <a:off x="479377" y="3570248"/>
            <a:ext cx="361010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GB" sz="2000" u="sng" cap="none" strike="noStrike">
                <a:solidFill>
                  <a:srgbClr val="0070C0"/>
                </a:solidFill>
                <a:latin typeface="Calibri"/>
                <a:ea typeface="Calibri"/>
                <a:cs typeface="Calibri"/>
                <a:sym typeface="Calibri"/>
                <a:hlinkClick r:id="rId3">
                  <a:extLst>
                    <a:ext uri="{A12FA001-AC4F-418D-AE19-62706E023703}">
                      <ahyp:hlinkClr val="tx"/>
                    </a:ext>
                  </a:extLst>
                </a:hlinkClick>
              </a:rPr>
              <a:t>M001 MongoDB Basic Certified </a:t>
            </a:r>
            <a:endParaRPr b="1" sz="2000">
              <a:solidFill>
                <a:srgbClr val="0070C0"/>
              </a:solidFill>
              <a:latin typeface="Calibri"/>
              <a:ea typeface="Calibri"/>
              <a:cs typeface="Calibri"/>
              <a:sym typeface="Calibri"/>
            </a:endParaRPr>
          </a:p>
        </p:txBody>
      </p:sp>
      <p:pic>
        <p:nvPicPr>
          <p:cNvPr descr="Teesside University | NCCPE" id="234" name="Google Shape;234;p3"/>
          <p:cNvPicPr preferRelativeResize="0"/>
          <p:nvPr/>
        </p:nvPicPr>
        <p:blipFill rotWithShape="1">
          <a:blip r:embed="rId4">
            <a:alphaModFix/>
          </a:blip>
          <a:srcRect b="12370" l="0" r="0" t="12783"/>
          <a:stretch/>
        </p:blipFill>
        <p:spPr>
          <a:xfrm>
            <a:off x="10210800" y="308349"/>
            <a:ext cx="1838063" cy="62736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
          <p:cNvSpPr txBox="1"/>
          <p:nvPr>
            <p:ph type="title"/>
          </p:nvPr>
        </p:nvSpPr>
        <p:spPr>
          <a:xfrm>
            <a:off x="228600" y="35683"/>
            <a:ext cx="10979151" cy="740664"/>
          </a:xfrm>
          <a:prstGeom prst="rect">
            <a:avLst/>
          </a:prstGeom>
          <a:noFill/>
          <a:ln>
            <a:noFill/>
          </a:ln>
        </p:spPr>
        <p:txBody>
          <a:bodyPr anchorCtr="0" anchor="ctr" bIns="0" lIns="0" spcFirstLastPara="1" rIns="0" wrap="square" tIns="0">
            <a:normAutofit/>
          </a:bodyPr>
          <a:lstStyle/>
          <a:p>
            <a:pPr indent="0" lvl="0" marL="0" rtl="0" algn="l">
              <a:lnSpc>
                <a:spcPct val="80000"/>
              </a:lnSpc>
              <a:spcBef>
                <a:spcPts val="0"/>
              </a:spcBef>
              <a:spcAft>
                <a:spcPts val="0"/>
              </a:spcAft>
              <a:buClr>
                <a:srgbClr val="252525"/>
              </a:buClr>
              <a:buSzPts val="2000"/>
              <a:buFont typeface="Verdana"/>
              <a:buNone/>
            </a:pPr>
            <a:r>
              <a:rPr b="1" lang="en-GB" sz="2000"/>
              <a:t>[</a:t>
            </a:r>
            <a:r>
              <a:rPr b="1" lang="en-GB" sz="2000">
                <a:solidFill>
                  <a:srgbClr val="538CD5"/>
                </a:solidFill>
              </a:rPr>
              <a:t>insert name]: </a:t>
            </a:r>
            <a:r>
              <a:rPr b="1" lang="en-GB" sz="2000"/>
              <a:t>MongoDB Developer Journey Rating</a:t>
            </a:r>
            <a:endParaRPr/>
          </a:p>
        </p:txBody>
      </p:sp>
      <p:sp>
        <p:nvSpPr>
          <p:cNvPr id="241" name="Google Shape;241;p4"/>
          <p:cNvSpPr txBox="1"/>
          <p:nvPr/>
        </p:nvSpPr>
        <p:spPr>
          <a:xfrm>
            <a:off x="559527" y="2277829"/>
            <a:ext cx="2298914"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600">
                <a:solidFill>
                  <a:srgbClr val="202124"/>
                </a:solidFill>
                <a:latin typeface="arial"/>
                <a:ea typeface="arial"/>
                <a:cs typeface="arial"/>
                <a:sym typeface="arial"/>
              </a:rPr>
              <a:t>Rating Scale:</a:t>
            </a:r>
            <a:endParaRPr/>
          </a:p>
          <a:p>
            <a:pPr indent="0" lvl="0" marL="0" marR="0" rtl="0" algn="l">
              <a:spcBef>
                <a:spcPts val="0"/>
              </a:spcBef>
              <a:spcAft>
                <a:spcPts val="0"/>
              </a:spcAft>
              <a:buNone/>
            </a:pPr>
            <a:r>
              <a:rPr lang="en-GB" sz="1600">
                <a:solidFill>
                  <a:srgbClr val="202124"/>
                </a:solidFill>
                <a:latin typeface="arial"/>
                <a:ea typeface="arial"/>
                <a:cs typeface="arial"/>
                <a:sym typeface="arial"/>
              </a:rPr>
              <a:t>1. Poor</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GB" sz="1600">
                <a:solidFill>
                  <a:srgbClr val="202124"/>
                </a:solidFill>
                <a:latin typeface="arial"/>
                <a:ea typeface="arial"/>
                <a:cs typeface="arial"/>
                <a:sym typeface="arial"/>
              </a:rPr>
              <a:t>2. Below Average </a:t>
            </a:r>
            <a:endParaRPr/>
          </a:p>
          <a:p>
            <a:pPr indent="0" lvl="0" marL="0" marR="0" rtl="0" algn="l">
              <a:spcBef>
                <a:spcPts val="0"/>
              </a:spcBef>
              <a:spcAft>
                <a:spcPts val="0"/>
              </a:spcAft>
              <a:buNone/>
            </a:pPr>
            <a:r>
              <a:rPr lang="en-GB" sz="1600">
                <a:solidFill>
                  <a:srgbClr val="202124"/>
                </a:solidFill>
                <a:latin typeface="arial"/>
                <a:ea typeface="arial"/>
                <a:cs typeface="arial"/>
                <a:sym typeface="arial"/>
              </a:rPr>
              <a:t>3. Average</a:t>
            </a:r>
            <a:endParaRPr/>
          </a:p>
          <a:p>
            <a:pPr indent="0" lvl="0" marL="0" marR="0" rtl="0" algn="l">
              <a:spcBef>
                <a:spcPts val="0"/>
              </a:spcBef>
              <a:spcAft>
                <a:spcPts val="0"/>
              </a:spcAft>
              <a:buNone/>
            </a:pPr>
            <a:r>
              <a:rPr lang="en-GB" sz="1600">
                <a:solidFill>
                  <a:srgbClr val="202124"/>
                </a:solidFill>
                <a:latin typeface="arial"/>
                <a:ea typeface="arial"/>
                <a:cs typeface="arial"/>
                <a:sym typeface="arial"/>
              </a:rPr>
              <a:t>4. Good </a:t>
            </a:r>
            <a:endParaRPr/>
          </a:p>
          <a:p>
            <a:pPr indent="0" lvl="0" marL="0" marR="0" rtl="0" algn="l">
              <a:spcBef>
                <a:spcPts val="0"/>
              </a:spcBef>
              <a:spcAft>
                <a:spcPts val="0"/>
              </a:spcAft>
              <a:buNone/>
            </a:pPr>
            <a:r>
              <a:rPr lang="en-GB" sz="1600">
                <a:solidFill>
                  <a:srgbClr val="202124"/>
                </a:solidFill>
                <a:latin typeface="arial"/>
                <a:ea typeface="arial"/>
                <a:cs typeface="arial"/>
                <a:sym typeface="arial"/>
              </a:rPr>
              <a:t>5. Excellent</a:t>
            </a:r>
            <a:endParaRPr/>
          </a:p>
        </p:txBody>
      </p:sp>
      <p:sp>
        <p:nvSpPr>
          <p:cNvPr id="242" name="Google Shape;242;p4"/>
          <p:cNvSpPr txBox="1"/>
          <p:nvPr/>
        </p:nvSpPr>
        <p:spPr>
          <a:xfrm>
            <a:off x="375717" y="1631271"/>
            <a:ext cx="11453446"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02124"/>
              </a:buClr>
              <a:buSzPts val="1600"/>
              <a:buFont typeface="arial"/>
              <a:buNone/>
            </a:pPr>
            <a:r>
              <a:rPr lang="en-GB" sz="1600">
                <a:solidFill>
                  <a:srgbClr val="202124"/>
                </a:solidFill>
                <a:latin typeface="arial"/>
                <a:ea typeface="arial"/>
                <a:cs typeface="arial"/>
                <a:sym typeface="arial"/>
              </a:rPr>
              <a:t>We all start as </a:t>
            </a:r>
            <a:r>
              <a:rPr b="1" lang="en-GB" sz="1600">
                <a:solidFill>
                  <a:srgbClr val="202124"/>
                </a:solidFill>
                <a:latin typeface="arial"/>
                <a:ea typeface="arial"/>
                <a:cs typeface="arial"/>
                <a:sym typeface="arial"/>
              </a:rPr>
              <a:t>N</a:t>
            </a:r>
            <a:r>
              <a:rPr b="1" i="0" lang="en-GB" sz="1600">
                <a:solidFill>
                  <a:srgbClr val="202124"/>
                </a:solidFill>
                <a:latin typeface="arial"/>
                <a:ea typeface="arial"/>
                <a:cs typeface="arial"/>
                <a:sym typeface="arial"/>
              </a:rPr>
              <a:t>ovices</a:t>
            </a:r>
            <a:r>
              <a:rPr b="0" i="0" lang="en-GB" sz="1600">
                <a:solidFill>
                  <a:srgbClr val="202124"/>
                </a:solidFill>
                <a:latin typeface="arial"/>
                <a:ea typeface="arial"/>
                <a:cs typeface="arial"/>
                <a:sym typeface="arial"/>
              </a:rPr>
              <a:t> who need to </a:t>
            </a:r>
            <a:r>
              <a:rPr b="1" i="0" lang="en-GB" sz="1600">
                <a:solidFill>
                  <a:srgbClr val="202124"/>
                </a:solidFill>
                <a:latin typeface="arial"/>
                <a:ea typeface="arial"/>
                <a:cs typeface="arial"/>
                <a:sym typeface="arial"/>
              </a:rPr>
              <a:t>acquire know-how</a:t>
            </a:r>
            <a:r>
              <a:rPr b="0" i="0" lang="en-GB" sz="1600">
                <a:solidFill>
                  <a:srgbClr val="202124"/>
                </a:solidFill>
                <a:latin typeface="arial"/>
                <a:ea typeface="arial"/>
                <a:cs typeface="arial"/>
                <a:sym typeface="arial"/>
              </a:rPr>
              <a:t>, which is the implicit or tacit </a:t>
            </a:r>
            <a:r>
              <a:rPr b="1" i="0" lang="en-GB" sz="1600">
                <a:solidFill>
                  <a:srgbClr val="202124"/>
                </a:solidFill>
                <a:latin typeface="arial"/>
                <a:ea typeface="arial"/>
                <a:cs typeface="arial"/>
                <a:sym typeface="arial"/>
              </a:rPr>
              <a:t>knowledge </a:t>
            </a:r>
            <a:r>
              <a:rPr b="0" i="0" lang="en-GB" sz="1600">
                <a:solidFill>
                  <a:srgbClr val="202124"/>
                </a:solidFill>
                <a:latin typeface="arial"/>
                <a:ea typeface="arial"/>
                <a:cs typeface="arial"/>
                <a:sym typeface="arial"/>
              </a:rPr>
              <a:t>of how to </a:t>
            </a:r>
            <a:r>
              <a:rPr b="1" i="0" lang="en-GB" sz="1600">
                <a:solidFill>
                  <a:srgbClr val="202124"/>
                </a:solidFill>
                <a:latin typeface="arial"/>
                <a:ea typeface="arial"/>
                <a:cs typeface="arial"/>
                <a:sym typeface="arial"/>
              </a:rPr>
              <a:t>perform </a:t>
            </a:r>
            <a:r>
              <a:rPr b="0" i="0" lang="en-GB" sz="1600">
                <a:solidFill>
                  <a:srgbClr val="202124"/>
                </a:solidFill>
                <a:latin typeface="arial"/>
                <a:ea typeface="arial"/>
                <a:cs typeface="arial"/>
                <a:sym typeface="arial"/>
              </a:rPr>
              <a:t>a </a:t>
            </a:r>
            <a:r>
              <a:rPr b="1" i="0" lang="en-GB" sz="1600">
                <a:solidFill>
                  <a:srgbClr val="202124"/>
                </a:solidFill>
                <a:latin typeface="arial"/>
                <a:ea typeface="arial"/>
                <a:cs typeface="arial"/>
                <a:sym typeface="arial"/>
              </a:rPr>
              <a:t>task or function </a:t>
            </a:r>
            <a:r>
              <a:rPr b="0" i="0" lang="en-GB" sz="1600">
                <a:solidFill>
                  <a:srgbClr val="202124"/>
                </a:solidFill>
                <a:latin typeface="arial"/>
                <a:ea typeface="arial"/>
                <a:cs typeface="arial"/>
                <a:sym typeface="arial"/>
              </a:rPr>
              <a:t>through practice, and is very often a </a:t>
            </a:r>
            <a:r>
              <a:rPr b="1" i="0" lang="en-GB" sz="1600">
                <a:solidFill>
                  <a:srgbClr val="202124"/>
                </a:solidFill>
                <a:latin typeface="arial"/>
                <a:ea typeface="arial"/>
                <a:cs typeface="arial"/>
                <a:sym typeface="arial"/>
              </a:rPr>
              <a:t>frustrating</a:t>
            </a:r>
            <a:r>
              <a:rPr b="0" i="0" lang="en-GB" sz="1600">
                <a:solidFill>
                  <a:srgbClr val="202124"/>
                </a:solidFill>
                <a:latin typeface="arial"/>
                <a:ea typeface="arial"/>
                <a:cs typeface="arial"/>
                <a:sym typeface="arial"/>
              </a:rPr>
              <a:t> or </a:t>
            </a:r>
            <a:r>
              <a:rPr b="1" i="0" lang="en-GB" sz="1600">
                <a:solidFill>
                  <a:srgbClr val="202124"/>
                </a:solidFill>
                <a:latin typeface="arial"/>
                <a:ea typeface="arial"/>
                <a:cs typeface="arial"/>
                <a:sym typeface="arial"/>
              </a:rPr>
              <a:t>painful </a:t>
            </a:r>
            <a:r>
              <a:rPr b="0" i="0" lang="en-GB" sz="1600">
                <a:solidFill>
                  <a:srgbClr val="202124"/>
                </a:solidFill>
                <a:latin typeface="arial"/>
                <a:ea typeface="arial"/>
                <a:cs typeface="arial"/>
                <a:sym typeface="arial"/>
              </a:rPr>
              <a:t>experience.</a:t>
            </a:r>
            <a:endParaRPr/>
          </a:p>
        </p:txBody>
      </p:sp>
      <p:sp>
        <p:nvSpPr>
          <p:cNvPr id="243" name="Google Shape;243;p4"/>
          <p:cNvSpPr txBox="1"/>
          <p:nvPr/>
        </p:nvSpPr>
        <p:spPr>
          <a:xfrm>
            <a:off x="2133600" y="2254358"/>
            <a:ext cx="6825418"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600">
                <a:solidFill>
                  <a:srgbClr val="538CD5"/>
                </a:solidFill>
                <a:latin typeface="arial"/>
                <a:ea typeface="arial"/>
                <a:cs typeface="arial"/>
                <a:sym typeface="arial"/>
              </a:rPr>
              <a:t>How was experience learning MongoDB? </a:t>
            </a:r>
            <a:endParaRPr/>
          </a:p>
        </p:txBody>
      </p:sp>
      <p:graphicFrame>
        <p:nvGraphicFramePr>
          <p:cNvPr id="244" name="Google Shape;244;p4"/>
          <p:cNvGraphicFramePr/>
          <p:nvPr/>
        </p:nvGraphicFramePr>
        <p:xfrm>
          <a:off x="461547" y="4032611"/>
          <a:ext cx="3000000" cy="3000000"/>
        </p:xfrm>
        <a:graphic>
          <a:graphicData uri="http://schemas.openxmlformats.org/drawingml/2006/table">
            <a:tbl>
              <a:tblPr bandRow="1" firstRow="1">
                <a:noFill/>
                <a:tableStyleId>{79AF9C84-30B1-4FED-A9B5-5BE27C606059}</a:tableStyleId>
              </a:tblPr>
              <a:tblGrid>
                <a:gridCol w="6570800"/>
                <a:gridCol w="1353900"/>
              </a:tblGrid>
              <a:tr h="409325">
                <a:tc>
                  <a:txBody>
                    <a:bodyPr/>
                    <a:lstStyle/>
                    <a:p>
                      <a:pPr indent="0" lvl="0" marL="0" marR="0" rtl="0" algn="l">
                        <a:spcBef>
                          <a:spcPts val="0"/>
                        </a:spcBef>
                        <a:spcAft>
                          <a:spcPts val="0"/>
                        </a:spcAft>
                        <a:buNone/>
                      </a:pPr>
                      <a:r>
                        <a:rPr lang="en-GB" sz="2000" u="none" cap="none" strike="noStrike"/>
                        <a:t>How was your experience with MongoDB?</a:t>
                      </a:r>
                      <a:endParaRPr/>
                    </a:p>
                  </a:txBody>
                  <a:tcPr marT="45725" marB="45725" marR="91450" marL="91450"/>
                </a:tc>
                <a:tc>
                  <a:txBody>
                    <a:bodyPr/>
                    <a:lstStyle/>
                    <a:p>
                      <a:pPr indent="0" lvl="0" marL="0" marR="0" rtl="0" algn="ctr">
                        <a:spcBef>
                          <a:spcPts val="0"/>
                        </a:spcBef>
                        <a:spcAft>
                          <a:spcPts val="0"/>
                        </a:spcAft>
                        <a:buNone/>
                      </a:pPr>
                      <a:r>
                        <a:rPr lang="en-GB" sz="1600"/>
                        <a:t>Rating [1-5]</a:t>
                      </a:r>
                      <a:endParaRPr/>
                    </a:p>
                  </a:txBody>
                  <a:tcPr marT="45725" marB="45725" marR="91450" marL="91450"/>
                </a:tc>
              </a:tr>
              <a:tr h="376600">
                <a:tc>
                  <a:txBody>
                    <a:bodyPr/>
                    <a:lstStyle/>
                    <a:p>
                      <a:pPr indent="0" lvl="0" marL="0" marR="0" rtl="0" algn="l">
                        <a:lnSpc>
                          <a:spcPct val="100000"/>
                        </a:lnSpc>
                        <a:spcBef>
                          <a:spcPts val="0"/>
                        </a:spcBef>
                        <a:spcAft>
                          <a:spcPts val="0"/>
                        </a:spcAft>
                        <a:buClr>
                          <a:srgbClr val="202124"/>
                        </a:buClr>
                        <a:buSzPts val="1600"/>
                        <a:buFont typeface="Arial"/>
                        <a:buNone/>
                      </a:pPr>
                      <a:r>
                        <a:rPr b="1" lang="en-GB" sz="1600">
                          <a:solidFill>
                            <a:srgbClr val="202124"/>
                          </a:solidFill>
                          <a:latin typeface="Arial"/>
                          <a:ea typeface="Arial"/>
                          <a:cs typeface="Arial"/>
                          <a:sym typeface="Arial"/>
                        </a:rPr>
                        <a:t>Rate your MongoDB Basics skills :</a:t>
                      </a:r>
                      <a:endParaRPr/>
                    </a:p>
                  </a:txBody>
                  <a:tcPr marT="45725" marB="45725" marR="91450" marL="91450"/>
                </a:tc>
                <a:tc>
                  <a:txBody>
                    <a:bodyPr/>
                    <a:lstStyle/>
                    <a:p>
                      <a:pPr indent="0" lvl="0" marL="0" marR="0" rtl="0" algn="ctr">
                        <a:spcBef>
                          <a:spcPts val="0"/>
                        </a:spcBef>
                        <a:spcAft>
                          <a:spcPts val="0"/>
                        </a:spcAft>
                        <a:buNone/>
                      </a:pPr>
                      <a:r>
                        <a:rPr b="1" lang="en-GB" sz="1600">
                          <a:latin typeface="Arial"/>
                          <a:ea typeface="Arial"/>
                          <a:cs typeface="Arial"/>
                          <a:sym typeface="Arial"/>
                        </a:rPr>
                        <a:t>4</a:t>
                      </a:r>
                      <a:endParaRPr/>
                    </a:p>
                  </a:txBody>
                  <a:tcPr marT="45725" marB="45725" marR="91450" marL="91450"/>
                </a:tc>
              </a:tr>
              <a:tr h="410400">
                <a:tc>
                  <a:txBody>
                    <a:bodyPr/>
                    <a:lstStyle/>
                    <a:p>
                      <a:pPr indent="0" lvl="0" marL="0" marR="0" rtl="0" algn="l">
                        <a:lnSpc>
                          <a:spcPct val="100000"/>
                        </a:lnSpc>
                        <a:spcBef>
                          <a:spcPts val="0"/>
                        </a:spcBef>
                        <a:spcAft>
                          <a:spcPts val="0"/>
                        </a:spcAft>
                        <a:buClr>
                          <a:srgbClr val="202124"/>
                        </a:buClr>
                        <a:buSzPts val="1600"/>
                        <a:buFont typeface="Arial"/>
                        <a:buNone/>
                      </a:pPr>
                      <a:r>
                        <a:rPr b="0" lang="en-GB" sz="1600">
                          <a:solidFill>
                            <a:srgbClr val="202124"/>
                          </a:solidFill>
                          <a:latin typeface="Arial"/>
                          <a:ea typeface="Arial"/>
                          <a:cs typeface="Arial"/>
                          <a:sym typeface="Arial"/>
                        </a:rPr>
                        <a:t>Rate the effort you made to cover the MongoDB learning content:</a:t>
                      </a:r>
                      <a:endParaRPr/>
                    </a:p>
                  </a:txBody>
                  <a:tcPr marT="45725" marB="45725" marR="91450" marL="91450"/>
                </a:tc>
                <a:tc>
                  <a:txBody>
                    <a:bodyPr/>
                    <a:lstStyle/>
                    <a:p>
                      <a:pPr indent="0" lvl="0" marL="0" marR="0" rtl="0" algn="ctr">
                        <a:spcBef>
                          <a:spcPts val="0"/>
                        </a:spcBef>
                        <a:spcAft>
                          <a:spcPts val="0"/>
                        </a:spcAft>
                        <a:buNone/>
                      </a:pPr>
                      <a:r>
                        <a:rPr lang="en-GB" sz="1600">
                          <a:latin typeface="Arial"/>
                          <a:ea typeface="Arial"/>
                          <a:cs typeface="Arial"/>
                          <a:sym typeface="Arial"/>
                        </a:rPr>
                        <a:t>5</a:t>
                      </a:r>
                      <a:endParaRPr/>
                    </a:p>
                  </a:txBody>
                  <a:tcPr marT="45725" marB="45725" marR="91450" marL="91450"/>
                </a:tc>
              </a:tr>
              <a:tr h="301275">
                <a:tc>
                  <a:txBody>
                    <a:bodyPr/>
                    <a:lstStyle/>
                    <a:p>
                      <a:pPr indent="0" lvl="0" marL="0" marR="0" rtl="0" algn="l">
                        <a:spcBef>
                          <a:spcPts val="0"/>
                        </a:spcBef>
                        <a:spcAft>
                          <a:spcPts val="0"/>
                        </a:spcAft>
                        <a:buNone/>
                      </a:pPr>
                      <a:r>
                        <a:rPr b="0" lang="en-GB" sz="1600">
                          <a:latin typeface="Arial"/>
                          <a:ea typeface="Arial"/>
                          <a:cs typeface="Arial"/>
                          <a:sym typeface="Arial"/>
                        </a:rPr>
                        <a:t>Rate your time management for the MongoDB learning content: </a:t>
                      </a:r>
                      <a:endParaRPr/>
                    </a:p>
                  </a:txBody>
                  <a:tcPr marT="45725" marB="45725" marR="91450" marL="91450"/>
                </a:tc>
                <a:tc>
                  <a:txBody>
                    <a:bodyPr/>
                    <a:lstStyle/>
                    <a:p>
                      <a:pPr indent="0" lvl="0" marL="0" marR="0" rtl="0" algn="ctr">
                        <a:spcBef>
                          <a:spcPts val="0"/>
                        </a:spcBef>
                        <a:spcAft>
                          <a:spcPts val="0"/>
                        </a:spcAft>
                        <a:buNone/>
                      </a:pPr>
                      <a:r>
                        <a:rPr lang="en-GB" sz="1600">
                          <a:latin typeface="Arial"/>
                          <a:ea typeface="Arial"/>
                          <a:cs typeface="Arial"/>
                          <a:sym typeface="Arial"/>
                        </a:rPr>
                        <a:t>5</a:t>
                      </a:r>
                      <a:endParaRPr/>
                    </a:p>
                  </a:txBody>
                  <a:tcPr marT="45725" marB="45725" marR="91450" marL="91450"/>
                </a:tc>
              </a:tr>
              <a:tr h="301275">
                <a:tc>
                  <a:txBody>
                    <a:bodyPr/>
                    <a:lstStyle/>
                    <a:p>
                      <a:pPr indent="0" lvl="0" marL="0" marR="0" rtl="0" algn="l">
                        <a:spcBef>
                          <a:spcPts val="0"/>
                        </a:spcBef>
                        <a:spcAft>
                          <a:spcPts val="0"/>
                        </a:spcAft>
                        <a:buNone/>
                      </a:pPr>
                      <a:r>
                        <a:rPr b="0" lang="en-GB" sz="1600">
                          <a:latin typeface="Arial"/>
                          <a:ea typeface="Arial"/>
                          <a:cs typeface="Arial"/>
                          <a:sym typeface="Arial"/>
                        </a:rPr>
                        <a:t>Rate the MongoDB University learning content:</a:t>
                      </a:r>
                      <a:endParaRPr/>
                    </a:p>
                  </a:txBody>
                  <a:tcPr marT="45725" marB="45725" marR="91450" marL="91450"/>
                </a:tc>
                <a:tc>
                  <a:txBody>
                    <a:bodyPr/>
                    <a:lstStyle/>
                    <a:p>
                      <a:pPr indent="0" lvl="0" marL="0" marR="0" rtl="0" algn="ctr">
                        <a:spcBef>
                          <a:spcPts val="0"/>
                        </a:spcBef>
                        <a:spcAft>
                          <a:spcPts val="0"/>
                        </a:spcAft>
                        <a:buNone/>
                      </a:pPr>
                      <a:r>
                        <a:rPr lang="en-GB" sz="1600">
                          <a:latin typeface="Arial"/>
                          <a:ea typeface="Arial"/>
                          <a:cs typeface="Arial"/>
                          <a:sym typeface="Arial"/>
                        </a:rPr>
                        <a:t>5</a:t>
                      </a:r>
                      <a:endParaRPr/>
                    </a:p>
                  </a:txBody>
                  <a:tcPr marT="45725" marB="45725" marR="91450" marL="91450"/>
                </a:tc>
              </a:tr>
              <a:tr h="228600">
                <a:tc>
                  <a:txBody>
                    <a:bodyPr/>
                    <a:lstStyle/>
                    <a:p>
                      <a:pPr indent="0" lvl="0" marL="0" marR="0" rtl="0" algn="l">
                        <a:spcBef>
                          <a:spcPts val="0"/>
                        </a:spcBef>
                        <a:spcAft>
                          <a:spcPts val="0"/>
                        </a:spcAft>
                        <a:buNone/>
                      </a:pPr>
                      <a:r>
                        <a:rPr b="0" i="0" lang="en-GB" sz="1800">
                          <a:solidFill>
                            <a:schemeClr val="dk1"/>
                          </a:solidFill>
                          <a:latin typeface="Calibri"/>
                          <a:ea typeface="Calibri"/>
                          <a:cs typeface="Calibri"/>
                          <a:sym typeface="Calibri"/>
                        </a:rPr>
                        <a:t>Rate the TU MongoDB learning content:</a:t>
                      </a:r>
                      <a:br>
                        <a:rPr lang="en-GB" sz="1600"/>
                      </a:br>
                      <a:endParaRPr b="0" sz="1600">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GB" sz="1600">
                          <a:latin typeface="Arial"/>
                          <a:ea typeface="Arial"/>
                          <a:cs typeface="Arial"/>
                          <a:sym typeface="Arial"/>
                        </a:rPr>
                        <a:t>5</a:t>
                      </a:r>
                      <a:endParaRPr/>
                    </a:p>
                  </a:txBody>
                  <a:tcPr marT="45725" marB="45725" marR="91450" marL="91450"/>
                </a:tc>
              </a:tr>
              <a:tr h="301275">
                <a:tc>
                  <a:txBody>
                    <a:bodyPr/>
                    <a:lstStyle/>
                    <a:p>
                      <a:pPr indent="0" lvl="0" marL="0" marR="0" rtl="0" algn="l">
                        <a:spcBef>
                          <a:spcPts val="0"/>
                        </a:spcBef>
                        <a:spcAft>
                          <a:spcPts val="0"/>
                        </a:spcAft>
                        <a:buNone/>
                      </a:pPr>
                      <a:r>
                        <a:rPr b="1" lang="en-GB" sz="1600">
                          <a:latin typeface="Arial"/>
                          <a:ea typeface="Arial"/>
                          <a:cs typeface="Arial"/>
                          <a:sym typeface="Arial"/>
                        </a:rPr>
                        <a:t>Total  Overall Average Rating: </a:t>
                      </a:r>
                      <a:endParaRPr/>
                    </a:p>
                  </a:txBody>
                  <a:tcPr marT="45725" marB="45725" marR="91450" marL="91450"/>
                </a:tc>
                <a:tc>
                  <a:txBody>
                    <a:bodyPr/>
                    <a:lstStyle/>
                    <a:p>
                      <a:pPr indent="0" lvl="0" marL="0" marR="0" rtl="0" algn="ctr">
                        <a:spcBef>
                          <a:spcPts val="0"/>
                        </a:spcBef>
                        <a:spcAft>
                          <a:spcPts val="0"/>
                        </a:spcAft>
                        <a:buNone/>
                      </a:pPr>
                      <a:r>
                        <a:rPr b="1" lang="en-GB" sz="1600">
                          <a:latin typeface="Arial"/>
                          <a:ea typeface="Arial"/>
                          <a:cs typeface="Arial"/>
                          <a:sym typeface="Arial"/>
                        </a:rPr>
                        <a:t>5</a:t>
                      </a:r>
                      <a:endParaRPr/>
                    </a:p>
                  </a:txBody>
                  <a:tcPr marT="45725" marB="45725" marR="91450" marL="91450"/>
                </a:tc>
              </a:tr>
            </a:tbl>
          </a:graphicData>
        </a:graphic>
      </p:graphicFrame>
      <p:grpSp>
        <p:nvGrpSpPr>
          <p:cNvPr id="245" name="Google Shape;245;p4"/>
          <p:cNvGrpSpPr/>
          <p:nvPr/>
        </p:nvGrpSpPr>
        <p:grpSpPr>
          <a:xfrm>
            <a:off x="2577707" y="2600994"/>
            <a:ext cx="5207786" cy="1408171"/>
            <a:chOff x="5181600" y="5058794"/>
            <a:chExt cx="5207786" cy="1408171"/>
          </a:xfrm>
        </p:grpSpPr>
        <p:pic>
          <p:nvPicPr>
            <p:cNvPr id="246" name="Google Shape;246;p4"/>
            <p:cNvPicPr preferRelativeResize="0"/>
            <p:nvPr/>
          </p:nvPicPr>
          <p:blipFill rotWithShape="1">
            <a:blip r:embed="rId3">
              <a:alphaModFix/>
            </a:blip>
            <a:srcRect b="0" l="0" r="0" t="0"/>
            <a:stretch/>
          </p:blipFill>
          <p:spPr>
            <a:xfrm>
              <a:off x="5181600" y="5243411"/>
              <a:ext cx="5207786" cy="1223554"/>
            </a:xfrm>
            <a:prstGeom prst="rect">
              <a:avLst/>
            </a:prstGeom>
            <a:noFill/>
            <a:ln>
              <a:noFill/>
            </a:ln>
          </p:spPr>
        </p:pic>
        <p:sp>
          <p:nvSpPr>
            <p:cNvPr id="247" name="Google Shape;247;p4"/>
            <p:cNvSpPr txBox="1"/>
            <p:nvPr/>
          </p:nvSpPr>
          <p:spPr>
            <a:xfrm>
              <a:off x="5611591" y="5058795"/>
              <a:ext cx="42989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202124"/>
                  </a:solidFill>
                  <a:latin typeface="arial"/>
                  <a:ea typeface="arial"/>
                  <a:cs typeface="arial"/>
                  <a:sym typeface="arial"/>
                </a:rPr>
                <a:t>1</a:t>
              </a:r>
              <a:endParaRPr sz="2400">
                <a:solidFill>
                  <a:schemeClr val="dk1"/>
                </a:solidFill>
                <a:latin typeface="Calibri"/>
                <a:ea typeface="Calibri"/>
                <a:cs typeface="Calibri"/>
                <a:sym typeface="Calibri"/>
              </a:endParaRPr>
            </a:p>
          </p:txBody>
        </p:sp>
        <p:sp>
          <p:nvSpPr>
            <p:cNvPr id="248" name="Google Shape;248;p4"/>
            <p:cNvSpPr txBox="1"/>
            <p:nvPr/>
          </p:nvSpPr>
          <p:spPr>
            <a:xfrm>
              <a:off x="6573537" y="5058796"/>
              <a:ext cx="42989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202124"/>
                  </a:solidFill>
                  <a:latin typeface="arial"/>
                  <a:ea typeface="arial"/>
                  <a:cs typeface="arial"/>
                  <a:sym typeface="arial"/>
                </a:rPr>
                <a:t>2</a:t>
              </a:r>
              <a:endParaRPr sz="2400">
                <a:solidFill>
                  <a:schemeClr val="dk1"/>
                </a:solidFill>
                <a:latin typeface="Calibri"/>
                <a:ea typeface="Calibri"/>
                <a:cs typeface="Calibri"/>
                <a:sym typeface="Calibri"/>
              </a:endParaRPr>
            </a:p>
          </p:txBody>
        </p:sp>
        <p:sp>
          <p:nvSpPr>
            <p:cNvPr id="249" name="Google Shape;249;p4"/>
            <p:cNvSpPr txBox="1"/>
            <p:nvPr/>
          </p:nvSpPr>
          <p:spPr>
            <a:xfrm>
              <a:off x="7602348" y="5058795"/>
              <a:ext cx="42989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202124"/>
                  </a:solidFill>
                  <a:latin typeface="arial"/>
                  <a:ea typeface="arial"/>
                  <a:cs typeface="arial"/>
                  <a:sym typeface="arial"/>
                </a:rPr>
                <a:t>3</a:t>
              </a:r>
              <a:endParaRPr sz="2400">
                <a:solidFill>
                  <a:schemeClr val="dk1"/>
                </a:solidFill>
                <a:latin typeface="Calibri"/>
                <a:ea typeface="Calibri"/>
                <a:cs typeface="Calibri"/>
                <a:sym typeface="Calibri"/>
              </a:endParaRPr>
            </a:p>
          </p:txBody>
        </p:sp>
        <p:sp>
          <p:nvSpPr>
            <p:cNvPr id="250" name="Google Shape;250;p4"/>
            <p:cNvSpPr txBox="1"/>
            <p:nvPr/>
          </p:nvSpPr>
          <p:spPr>
            <a:xfrm>
              <a:off x="8706333" y="5058795"/>
              <a:ext cx="42989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202124"/>
                  </a:solidFill>
                  <a:latin typeface="arial"/>
                  <a:ea typeface="arial"/>
                  <a:cs typeface="arial"/>
                  <a:sym typeface="arial"/>
                </a:rPr>
                <a:t>4</a:t>
              </a:r>
              <a:endParaRPr sz="2400">
                <a:solidFill>
                  <a:schemeClr val="dk1"/>
                </a:solidFill>
                <a:latin typeface="Calibri"/>
                <a:ea typeface="Calibri"/>
                <a:cs typeface="Calibri"/>
                <a:sym typeface="Calibri"/>
              </a:endParaRPr>
            </a:p>
          </p:txBody>
        </p:sp>
        <p:sp>
          <p:nvSpPr>
            <p:cNvPr id="251" name="Google Shape;251;p4"/>
            <p:cNvSpPr txBox="1"/>
            <p:nvPr/>
          </p:nvSpPr>
          <p:spPr>
            <a:xfrm>
              <a:off x="9687550" y="5058794"/>
              <a:ext cx="42989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202124"/>
                  </a:solidFill>
                  <a:latin typeface="arial"/>
                  <a:ea typeface="arial"/>
                  <a:cs typeface="arial"/>
                  <a:sym typeface="arial"/>
                </a:rPr>
                <a:t>5</a:t>
              </a:r>
              <a:endParaRPr sz="2400">
                <a:solidFill>
                  <a:schemeClr val="dk1"/>
                </a:solidFill>
                <a:latin typeface="Calibri"/>
                <a:ea typeface="Calibri"/>
                <a:cs typeface="Calibri"/>
                <a:sym typeface="Calibri"/>
              </a:endParaRPr>
            </a:p>
          </p:txBody>
        </p:sp>
      </p:grpSp>
      <p:sp>
        <p:nvSpPr>
          <p:cNvPr id="252" name="Google Shape;252;p4"/>
          <p:cNvSpPr txBox="1"/>
          <p:nvPr/>
        </p:nvSpPr>
        <p:spPr>
          <a:xfrm>
            <a:off x="2007920" y="903022"/>
            <a:ext cx="424048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u="sng">
                <a:solidFill>
                  <a:schemeClr val="dk1"/>
                </a:solidFill>
                <a:latin typeface="Calibri"/>
                <a:ea typeface="Calibri"/>
                <a:cs typeface="Calibri"/>
                <a:sym typeface="Calibri"/>
                <a:hlinkClick r:id="rId4">
                  <a:extLst>
                    <a:ext uri="{A12FA001-AC4F-418D-AE19-62706E023703}">
                      <ahyp:hlinkClr val="tx"/>
                    </a:ext>
                  </a:extLst>
                </a:hlinkClick>
              </a:rPr>
              <a:t>Introduction to MonogDB</a:t>
            </a:r>
            <a:endParaRPr sz="2400">
              <a:solidFill>
                <a:schemeClr val="dk1"/>
              </a:solidFill>
              <a:latin typeface="Calibri"/>
              <a:ea typeface="Calibri"/>
              <a:cs typeface="Calibri"/>
              <a:sym typeface="Calibri"/>
            </a:endParaRPr>
          </a:p>
        </p:txBody>
      </p:sp>
      <p:pic>
        <p:nvPicPr>
          <p:cNvPr id="253" name="Google Shape;253;p4">
            <a:hlinkClick r:id="rId5"/>
          </p:cNvPr>
          <p:cNvPicPr preferRelativeResize="0"/>
          <p:nvPr/>
        </p:nvPicPr>
        <p:blipFill rotWithShape="1">
          <a:blip r:embed="rId6">
            <a:alphaModFix/>
          </a:blip>
          <a:srcRect b="0" l="0" r="0" t="0"/>
          <a:stretch/>
        </p:blipFill>
        <p:spPr>
          <a:xfrm>
            <a:off x="484993" y="784430"/>
            <a:ext cx="1340714" cy="698851"/>
          </a:xfrm>
          <a:prstGeom prst="rect">
            <a:avLst/>
          </a:prstGeom>
          <a:noFill/>
          <a:ln>
            <a:noFill/>
          </a:ln>
        </p:spPr>
      </p:pic>
      <p:sp>
        <p:nvSpPr>
          <p:cNvPr id="254" name="Google Shape;254;p4"/>
          <p:cNvSpPr/>
          <p:nvPr/>
        </p:nvSpPr>
        <p:spPr>
          <a:xfrm>
            <a:off x="5614949" y="2595716"/>
            <a:ext cx="942600" cy="1413449"/>
          </a:xfrm>
          <a:prstGeom prst="rect">
            <a:avLst/>
          </a:prstGeom>
          <a:noFill/>
          <a:ln cap="flat" cmpd="sng" w="38100">
            <a:solidFill>
              <a:srgbClr val="FF0000"/>
            </a:solidFill>
            <a:prstDash val="solid"/>
            <a:round/>
            <a:headEnd len="sm" w="sm" type="none"/>
            <a:tailEnd len="sm" w="sm" type="none"/>
          </a:ln>
          <a:effectLst>
            <a:outerShdw rotWithShape="0" algn="ctr" dir="2700000" dist="35921">
              <a:srgbClr val="AFAFAF"/>
            </a:outerShdw>
          </a:effectLst>
        </p:spPr>
        <p:txBody>
          <a:bodyPr anchorCtr="0" anchor="ctr" bIns="45700" lIns="182875" spcFirstLastPara="1" rIns="18287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1" i="0" sz="1800" u="none" cap="none" strike="noStrike">
              <a:solidFill>
                <a:schemeClr val="dk1"/>
              </a:solidFill>
              <a:latin typeface="Verdana"/>
              <a:ea typeface="Verdana"/>
              <a:cs typeface="Verdana"/>
              <a:sym typeface="Verdan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5"/>
          <p:cNvSpPr txBox="1"/>
          <p:nvPr>
            <p:ph type="title"/>
          </p:nvPr>
        </p:nvSpPr>
        <p:spPr>
          <a:xfrm>
            <a:off x="623888" y="137160"/>
            <a:ext cx="9797831" cy="707886"/>
          </a:xfrm>
          <a:prstGeom prst="rect">
            <a:avLst/>
          </a:prstGeom>
          <a:noFill/>
          <a:ln>
            <a:noFill/>
          </a:ln>
        </p:spPr>
        <p:txBody>
          <a:bodyPr anchorCtr="0" anchor="t" bIns="45700" lIns="91400" spcFirstLastPara="1" rIns="91400" wrap="square" tIns="45700">
            <a:noAutofit/>
          </a:bodyPr>
          <a:lstStyle/>
          <a:p>
            <a:pPr indent="0" lvl="0" marL="0" rtl="0" algn="l">
              <a:lnSpc>
                <a:spcPct val="80000"/>
              </a:lnSpc>
              <a:spcBef>
                <a:spcPts val="0"/>
              </a:spcBef>
              <a:spcAft>
                <a:spcPts val="0"/>
              </a:spcAft>
              <a:buClr>
                <a:schemeClr val="dk1"/>
              </a:buClr>
              <a:buSzPts val="3600"/>
              <a:buFont typeface="Quattrocento Sans"/>
              <a:buNone/>
            </a:pPr>
            <a:r>
              <a:rPr lang="en-GB" sz="3600"/>
              <a:t>TU – MongoDB Champion</a:t>
            </a:r>
            <a:endParaRPr/>
          </a:p>
        </p:txBody>
      </p:sp>
      <p:sp>
        <p:nvSpPr>
          <p:cNvPr id="261" name="Google Shape;261;p5"/>
          <p:cNvSpPr/>
          <p:nvPr/>
        </p:nvSpPr>
        <p:spPr>
          <a:xfrm>
            <a:off x="479377" y="2202228"/>
            <a:ext cx="3415161" cy="310441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117"/>
              <a:buFont typeface="Calibri"/>
              <a:buNone/>
            </a:pPr>
            <a:r>
              <a:t/>
            </a:r>
            <a:endParaRPr b="0" i="0" sz="2117" u="none" cap="none" strike="noStrike">
              <a:solidFill>
                <a:srgbClr val="FFFFFF"/>
              </a:solidFill>
              <a:latin typeface="Calibri"/>
              <a:ea typeface="Calibri"/>
              <a:cs typeface="Calibri"/>
              <a:sym typeface="Calibri"/>
            </a:endParaRPr>
          </a:p>
        </p:txBody>
      </p:sp>
      <p:sp>
        <p:nvSpPr>
          <p:cNvPr id="262" name="Google Shape;262;p5"/>
          <p:cNvSpPr/>
          <p:nvPr/>
        </p:nvSpPr>
        <p:spPr>
          <a:xfrm>
            <a:off x="9938715" y="1950465"/>
            <a:ext cx="1670398" cy="242241"/>
          </a:xfrm>
          <a:prstGeom prst="roundRect">
            <a:avLst>
              <a:gd fmla="val 50000" name="adj"/>
            </a:avLst>
          </a:prstGeom>
          <a:solidFill>
            <a:srgbClr val="9999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117"/>
              <a:buFont typeface="Calibri"/>
              <a:buNone/>
            </a:pPr>
            <a:r>
              <a:t/>
            </a:r>
            <a:endParaRPr b="0" i="0" sz="2117" u="none" cap="none" strike="noStrike">
              <a:solidFill>
                <a:srgbClr val="FFFFFF"/>
              </a:solidFill>
              <a:latin typeface="Calibri"/>
              <a:ea typeface="Calibri"/>
              <a:cs typeface="Calibri"/>
              <a:sym typeface="Calibri"/>
            </a:endParaRPr>
          </a:p>
        </p:txBody>
      </p:sp>
      <p:sp>
        <p:nvSpPr>
          <p:cNvPr id="263" name="Google Shape;263;p5"/>
          <p:cNvSpPr txBox="1"/>
          <p:nvPr/>
        </p:nvSpPr>
        <p:spPr>
          <a:xfrm>
            <a:off x="9744987" y="1585647"/>
            <a:ext cx="1994945" cy="338554"/>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GB" sz="1600" u="none" cap="none" strike="noStrike">
                <a:solidFill>
                  <a:srgbClr val="000000"/>
                </a:solidFill>
                <a:latin typeface="Calibri"/>
                <a:ea typeface="Calibri"/>
                <a:cs typeface="Calibri"/>
                <a:sym typeface="Calibri"/>
              </a:rPr>
              <a:t>Industry Projects</a:t>
            </a:r>
            <a:endParaRPr/>
          </a:p>
        </p:txBody>
      </p:sp>
      <p:sp>
        <p:nvSpPr>
          <p:cNvPr id="264" name="Google Shape;264;p5"/>
          <p:cNvSpPr/>
          <p:nvPr/>
        </p:nvSpPr>
        <p:spPr>
          <a:xfrm>
            <a:off x="9938715" y="2793336"/>
            <a:ext cx="1670398" cy="242241"/>
          </a:xfrm>
          <a:prstGeom prst="roundRect">
            <a:avLst>
              <a:gd fmla="val 50000" name="adj"/>
            </a:avLst>
          </a:prstGeom>
          <a:solidFill>
            <a:srgbClr val="9999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117"/>
              <a:buFont typeface="Calibri"/>
              <a:buNone/>
            </a:pPr>
            <a:r>
              <a:t/>
            </a:r>
            <a:endParaRPr b="0" i="0" sz="2117" u="none" cap="none" strike="noStrike">
              <a:solidFill>
                <a:srgbClr val="FFFFFF"/>
              </a:solidFill>
              <a:latin typeface="Calibri"/>
              <a:ea typeface="Calibri"/>
              <a:cs typeface="Calibri"/>
              <a:sym typeface="Calibri"/>
            </a:endParaRPr>
          </a:p>
        </p:txBody>
      </p:sp>
      <p:sp>
        <p:nvSpPr>
          <p:cNvPr id="265" name="Google Shape;265;p5"/>
          <p:cNvSpPr txBox="1"/>
          <p:nvPr/>
        </p:nvSpPr>
        <p:spPr>
          <a:xfrm>
            <a:off x="9839710" y="4968380"/>
            <a:ext cx="1882206" cy="338554"/>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GB" sz="1600" u="none" cap="none" strike="noStrike">
                <a:solidFill>
                  <a:srgbClr val="000000"/>
                </a:solidFill>
                <a:latin typeface="Calibri"/>
                <a:ea typeface="Calibri"/>
                <a:cs typeface="Calibri"/>
                <a:sym typeface="Calibri"/>
              </a:rPr>
              <a:t>Data Science</a:t>
            </a:r>
            <a:endParaRPr/>
          </a:p>
        </p:txBody>
      </p:sp>
      <p:sp>
        <p:nvSpPr>
          <p:cNvPr id="266" name="Google Shape;266;p5"/>
          <p:cNvSpPr/>
          <p:nvPr/>
        </p:nvSpPr>
        <p:spPr>
          <a:xfrm>
            <a:off x="9938715" y="3636203"/>
            <a:ext cx="1670398" cy="242241"/>
          </a:xfrm>
          <a:prstGeom prst="roundRect">
            <a:avLst>
              <a:gd fmla="val 50000" name="adj"/>
            </a:avLst>
          </a:prstGeom>
          <a:solidFill>
            <a:srgbClr val="9999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117"/>
              <a:buFont typeface="Calibri"/>
              <a:buNone/>
            </a:pPr>
            <a:r>
              <a:t/>
            </a:r>
            <a:endParaRPr b="0" i="0" sz="2117" u="none" cap="none" strike="noStrike">
              <a:solidFill>
                <a:srgbClr val="FFFFFF"/>
              </a:solidFill>
              <a:latin typeface="Calibri"/>
              <a:ea typeface="Calibri"/>
              <a:cs typeface="Calibri"/>
              <a:sym typeface="Calibri"/>
            </a:endParaRPr>
          </a:p>
        </p:txBody>
      </p:sp>
      <p:sp>
        <p:nvSpPr>
          <p:cNvPr id="267" name="Google Shape;267;p5"/>
          <p:cNvSpPr txBox="1"/>
          <p:nvPr/>
        </p:nvSpPr>
        <p:spPr>
          <a:xfrm>
            <a:off x="9777397" y="2238907"/>
            <a:ext cx="2422340" cy="584775"/>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GB" sz="1600" u="none" cap="none" strike="noStrike">
                <a:solidFill>
                  <a:srgbClr val="000000"/>
                </a:solidFill>
                <a:latin typeface="Calibri"/>
                <a:ea typeface="Calibri"/>
                <a:cs typeface="Calibri"/>
                <a:sym typeface="Calibri"/>
              </a:rPr>
              <a:t>Business Intelligence</a:t>
            </a:r>
            <a:endParaRPr/>
          </a:p>
          <a:p>
            <a:pPr indent="0" lvl="0" marL="0" marR="0" rtl="0" algn="l">
              <a:lnSpc>
                <a:spcPct val="100000"/>
              </a:lnSpc>
              <a:spcBef>
                <a:spcPts val="0"/>
              </a:spcBef>
              <a:spcAft>
                <a:spcPts val="0"/>
              </a:spcAft>
              <a:buClr>
                <a:srgbClr val="000000"/>
              </a:buClr>
              <a:buSzPts val="1600"/>
              <a:buFont typeface="Calibri"/>
              <a:buNone/>
            </a:pPr>
            <a:r>
              <a:rPr b="0" i="0" lang="en-GB" sz="1600" u="none" cap="none" strike="noStrike">
                <a:solidFill>
                  <a:srgbClr val="000000"/>
                </a:solidFill>
                <a:latin typeface="Calibri"/>
                <a:ea typeface="Calibri"/>
                <a:cs typeface="Calibri"/>
                <a:sym typeface="Calibri"/>
              </a:rPr>
              <a:t>MS PowerBI Enterprise</a:t>
            </a:r>
            <a:endParaRPr/>
          </a:p>
        </p:txBody>
      </p:sp>
      <p:sp>
        <p:nvSpPr>
          <p:cNvPr id="268" name="Google Shape;268;p5"/>
          <p:cNvSpPr/>
          <p:nvPr/>
        </p:nvSpPr>
        <p:spPr>
          <a:xfrm>
            <a:off x="9938715" y="4479069"/>
            <a:ext cx="1670398" cy="242241"/>
          </a:xfrm>
          <a:prstGeom prst="roundRect">
            <a:avLst>
              <a:gd fmla="val 50000" name="adj"/>
            </a:avLst>
          </a:prstGeom>
          <a:solidFill>
            <a:srgbClr val="9999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117"/>
              <a:buFont typeface="Calibri"/>
              <a:buNone/>
            </a:pPr>
            <a:r>
              <a:t/>
            </a:r>
            <a:endParaRPr b="0" i="0" sz="2117" u="none" cap="none" strike="noStrike">
              <a:solidFill>
                <a:srgbClr val="FFFFFF"/>
              </a:solidFill>
              <a:latin typeface="Calibri"/>
              <a:ea typeface="Calibri"/>
              <a:cs typeface="Calibri"/>
              <a:sym typeface="Calibri"/>
            </a:endParaRPr>
          </a:p>
        </p:txBody>
      </p:sp>
      <p:sp>
        <p:nvSpPr>
          <p:cNvPr id="269" name="Google Shape;269;p5"/>
          <p:cNvSpPr txBox="1"/>
          <p:nvPr/>
        </p:nvSpPr>
        <p:spPr>
          <a:xfrm>
            <a:off x="9744987" y="3308739"/>
            <a:ext cx="2379428" cy="338554"/>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GB" sz="1600" u="none" cap="none" strike="noStrike">
                <a:solidFill>
                  <a:srgbClr val="000000"/>
                </a:solidFill>
                <a:latin typeface="Calibri"/>
                <a:ea typeface="Calibri"/>
                <a:cs typeface="Calibri"/>
                <a:sym typeface="Calibri"/>
              </a:rPr>
              <a:t>Databases – MS SQL Server</a:t>
            </a:r>
            <a:endParaRPr/>
          </a:p>
        </p:txBody>
      </p:sp>
      <p:sp>
        <p:nvSpPr>
          <p:cNvPr id="270" name="Google Shape;270;p5"/>
          <p:cNvSpPr/>
          <p:nvPr/>
        </p:nvSpPr>
        <p:spPr>
          <a:xfrm>
            <a:off x="9938715" y="5321939"/>
            <a:ext cx="1670398" cy="242241"/>
          </a:xfrm>
          <a:prstGeom prst="roundRect">
            <a:avLst>
              <a:gd fmla="val 50000" name="adj"/>
            </a:avLst>
          </a:prstGeom>
          <a:solidFill>
            <a:srgbClr val="9999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117"/>
              <a:buFont typeface="Calibri"/>
              <a:buNone/>
            </a:pPr>
            <a:r>
              <a:t/>
            </a:r>
            <a:endParaRPr b="0" i="0" sz="2117" u="none" cap="none" strike="noStrike">
              <a:solidFill>
                <a:srgbClr val="FFFFFF"/>
              </a:solidFill>
              <a:latin typeface="Calibri"/>
              <a:ea typeface="Calibri"/>
              <a:cs typeface="Calibri"/>
              <a:sym typeface="Calibri"/>
            </a:endParaRPr>
          </a:p>
        </p:txBody>
      </p:sp>
      <p:grpSp>
        <p:nvGrpSpPr>
          <p:cNvPr id="271" name="Google Shape;271;p5"/>
          <p:cNvGrpSpPr/>
          <p:nvPr/>
        </p:nvGrpSpPr>
        <p:grpSpPr>
          <a:xfrm>
            <a:off x="9884496" y="1950466"/>
            <a:ext cx="1621365" cy="3570008"/>
            <a:chOff x="8122926" y="2503620"/>
            <a:chExt cx="3414225" cy="3616895"/>
          </a:xfrm>
        </p:grpSpPr>
        <p:sp>
          <p:nvSpPr>
            <p:cNvPr id="272" name="Google Shape;272;p5"/>
            <p:cNvSpPr/>
            <p:nvPr/>
          </p:nvSpPr>
          <p:spPr>
            <a:xfrm>
              <a:off x="8122926" y="2503620"/>
              <a:ext cx="3414225" cy="245422"/>
            </a:xfrm>
            <a:prstGeom prst="roundRect">
              <a:avLst>
                <a:gd fmla="val 50000" name="adj"/>
              </a:avLst>
            </a:prstGeom>
            <a:gradFill>
              <a:gsLst>
                <a:gs pos="0">
                  <a:schemeClr val="accent3"/>
                </a:gs>
                <a:gs pos="50000">
                  <a:srgbClr val="76923C"/>
                </a:gs>
                <a:gs pos="100000">
                  <a:srgbClr val="4F6128"/>
                </a:gs>
              </a:gsLst>
              <a:lin ang="16200000" scaled="0"/>
            </a:gradFill>
            <a:ln>
              <a:noFill/>
            </a:ln>
          </p:spPr>
          <p:txBody>
            <a:bodyPr anchorCtr="0" anchor="ctr" bIns="45700" lIns="274300" spcFirstLastPara="1" rIns="91425" wrap="square" tIns="45700">
              <a:noAutofit/>
            </a:bodyPr>
            <a:lstStyle/>
            <a:p>
              <a:pPr indent="0" lvl="0" marL="0" marR="0" rtl="0" algn="l">
                <a:lnSpc>
                  <a:spcPct val="100000"/>
                </a:lnSpc>
                <a:spcBef>
                  <a:spcPts val="0"/>
                </a:spcBef>
                <a:spcAft>
                  <a:spcPts val="0"/>
                </a:spcAft>
                <a:buClr>
                  <a:srgbClr val="FFFFFF"/>
                </a:buClr>
                <a:buSzPts val="1200"/>
                <a:buFont typeface="Calibri"/>
                <a:buNone/>
              </a:pPr>
              <a:r>
                <a:rPr b="0" i="0" lang="en-GB" sz="1200" u="none" cap="none" strike="noStrike">
                  <a:solidFill>
                    <a:srgbClr val="FFFFFF"/>
                  </a:solidFill>
                  <a:latin typeface="Calibri"/>
                  <a:ea typeface="Calibri"/>
                  <a:cs typeface="Calibri"/>
                  <a:sym typeface="Calibri"/>
                </a:rPr>
                <a:t>A</a:t>
              </a:r>
              <a:endParaRPr/>
            </a:p>
          </p:txBody>
        </p:sp>
        <p:sp>
          <p:nvSpPr>
            <p:cNvPr id="273" name="Google Shape;273;p5"/>
            <p:cNvSpPr/>
            <p:nvPr/>
          </p:nvSpPr>
          <p:spPr>
            <a:xfrm>
              <a:off x="8122927" y="3346490"/>
              <a:ext cx="3229657" cy="245422"/>
            </a:xfrm>
            <a:prstGeom prst="roundRect">
              <a:avLst>
                <a:gd fmla="val 50000" name="adj"/>
              </a:avLst>
            </a:prstGeom>
            <a:gradFill>
              <a:gsLst>
                <a:gs pos="0">
                  <a:schemeClr val="accent3"/>
                </a:gs>
                <a:gs pos="50000">
                  <a:srgbClr val="76923C"/>
                </a:gs>
                <a:gs pos="100000">
                  <a:srgbClr val="4F6128"/>
                </a:gs>
              </a:gsLst>
              <a:lin ang="16200000" scaled="0"/>
            </a:gradFill>
            <a:ln>
              <a:noFill/>
            </a:ln>
          </p:spPr>
          <p:txBody>
            <a:bodyPr anchorCtr="0" anchor="ctr" bIns="45700" lIns="274300" spcFirstLastPara="1" rIns="91425" wrap="square" tIns="45700">
              <a:noAutofit/>
            </a:bodyPr>
            <a:lstStyle/>
            <a:p>
              <a:pPr indent="0" lvl="0" marL="0" marR="0" rtl="0" algn="l">
                <a:lnSpc>
                  <a:spcPct val="100000"/>
                </a:lnSpc>
                <a:spcBef>
                  <a:spcPts val="0"/>
                </a:spcBef>
                <a:spcAft>
                  <a:spcPts val="0"/>
                </a:spcAft>
                <a:buClr>
                  <a:srgbClr val="FFFFFF"/>
                </a:buClr>
                <a:buSzPts val="1200"/>
                <a:buFont typeface="Calibri"/>
                <a:buNone/>
              </a:pPr>
              <a:r>
                <a:rPr b="0" i="0" lang="en-GB" sz="1200" u="none" cap="none" strike="noStrike">
                  <a:solidFill>
                    <a:srgbClr val="FFFFFF"/>
                  </a:solidFill>
                  <a:latin typeface="Calibri"/>
                  <a:ea typeface="Calibri"/>
                  <a:cs typeface="Calibri"/>
                  <a:sym typeface="Calibri"/>
                </a:rPr>
                <a:t>A</a:t>
              </a:r>
              <a:endParaRPr/>
            </a:p>
          </p:txBody>
        </p:sp>
        <p:sp>
          <p:nvSpPr>
            <p:cNvPr id="274" name="Google Shape;274;p5"/>
            <p:cNvSpPr/>
            <p:nvPr/>
          </p:nvSpPr>
          <p:spPr>
            <a:xfrm>
              <a:off x="8122926" y="4189357"/>
              <a:ext cx="2869617" cy="245422"/>
            </a:xfrm>
            <a:prstGeom prst="roundRect">
              <a:avLst>
                <a:gd fmla="val 50000" name="adj"/>
              </a:avLst>
            </a:prstGeom>
            <a:gradFill>
              <a:gsLst>
                <a:gs pos="0">
                  <a:schemeClr val="accent3"/>
                </a:gs>
                <a:gs pos="50000">
                  <a:srgbClr val="76923C"/>
                </a:gs>
                <a:gs pos="100000">
                  <a:srgbClr val="4F6128"/>
                </a:gs>
              </a:gsLst>
              <a:lin ang="16200000" scaled="0"/>
            </a:gradFill>
            <a:ln>
              <a:noFill/>
            </a:ln>
          </p:spPr>
          <p:txBody>
            <a:bodyPr anchorCtr="0" anchor="ctr" bIns="45700" lIns="274300" spcFirstLastPara="1" rIns="91425" wrap="square" tIns="45700">
              <a:noAutofit/>
            </a:bodyPr>
            <a:lstStyle/>
            <a:p>
              <a:pPr indent="0" lvl="0" marL="0" marR="0" rtl="0" algn="l">
                <a:lnSpc>
                  <a:spcPct val="100000"/>
                </a:lnSpc>
                <a:spcBef>
                  <a:spcPts val="0"/>
                </a:spcBef>
                <a:spcAft>
                  <a:spcPts val="0"/>
                </a:spcAft>
                <a:buClr>
                  <a:srgbClr val="FFFFFF"/>
                </a:buClr>
                <a:buSzPts val="1200"/>
                <a:buFont typeface="Calibri"/>
                <a:buNone/>
              </a:pPr>
              <a:r>
                <a:rPr b="0" i="0" lang="en-GB" sz="1200" u="none" cap="none" strike="noStrike">
                  <a:solidFill>
                    <a:srgbClr val="FFFFFF"/>
                  </a:solidFill>
                  <a:latin typeface="Calibri"/>
                  <a:ea typeface="Calibri"/>
                  <a:cs typeface="Calibri"/>
                  <a:sym typeface="Calibri"/>
                </a:rPr>
                <a:t>A</a:t>
              </a:r>
              <a:endParaRPr/>
            </a:p>
          </p:txBody>
        </p:sp>
        <p:sp>
          <p:nvSpPr>
            <p:cNvPr id="275" name="Google Shape;275;p5"/>
            <p:cNvSpPr/>
            <p:nvPr/>
          </p:nvSpPr>
          <p:spPr>
            <a:xfrm>
              <a:off x="8122926" y="5065433"/>
              <a:ext cx="1998706" cy="212214"/>
            </a:xfrm>
            <a:prstGeom prst="roundRect">
              <a:avLst>
                <a:gd fmla="val 50000" name="adj"/>
              </a:avLst>
            </a:prstGeom>
            <a:gradFill>
              <a:gsLst>
                <a:gs pos="0">
                  <a:schemeClr val="accent3"/>
                </a:gs>
                <a:gs pos="50000">
                  <a:srgbClr val="76923C"/>
                </a:gs>
                <a:gs pos="100000">
                  <a:srgbClr val="4F6128"/>
                </a:gs>
              </a:gsLst>
              <a:lin ang="16200000" scaled="0"/>
            </a:gradFill>
            <a:ln>
              <a:noFill/>
            </a:ln>
          </p:spPr>
          <p:txBody>
            <a:bodyPr anchorCtr="0" anchor="ctr" bIns="45700" lIns="274300" spcFirstLastPara="1" rIns="91425" wrap="square" tIns="45700">
              <a:noAutofit/>
            </a:bodyPr>
            <a:lstStyle/>
            <a:p>
              <a:pPr indent="0" lvl="0" marL="0" marR="0" rtl="0" algn="l">
                <a:lnSpc>
                  <a:spcPct val="100000"/>
                </a:lnSpc>
                <a:spcBef>
                  <a:spcPts val="0"/>
                </a:spcBef>
                <a:spcAft>
                  <a:spcPts val="0"/>
                </a:spcAft>
                <a:buClr>
                  <a:srgbClr val="FFFFFF"/>
                </a:buClr>
                <a:buSzPts val="1200"/>
                <a:buFont typeface="Calibri"/>
                <a:buNone/>
              </a:pPr>
              <a:r>
                <a:rPr b="0" i="0" lang="en-GB" sz="1200" u="none" cap="none" strike="noStrike">
                  <a:solidFill>
                    <a:srgbClr val="FFFFFF"/>
                  </a:solidFill>
                  <a:latin typeface="Calibri"/>
                  <a:ea typeface="Calibri"/>
                  <a:cs typeface="Calibri"/>
                  <a:sym typeface="Calibri"/>
                </a:rPr>
                <a:t>C</a:t>
              </a:r>
              <a:endParaRPr/>
            </a:p>
          </p:txBody>
        </p:sp>
        <p:sp>
          <p:nvSpPr>
            <p:cNvPr id="276" name="Google Shape;276;p5"/>
            <p:cNvSpPr/>
            <p:nvPr/>
          </p:nvSpPr>
          <p:spPr>
            <a:xfrm>
              <a:off x="8122926" y="5919373"/>
              <a:ext cx="3229656" cy="201142"/>
            </a:xfrm>
            <a:prstGeom prst="roundRect">
              <a:avLst>
                <a:gd fmla="val 50000" name="adj"/>
              </a:avLst>
            </a:prstGeom>
            <a:gradFill>
              <a:gsLst>
                <a:gs pos="0">
                  <a:schemeClr val="accent3"/>
                </a:gs>
                <a:gs pos="50000">
                  <a:srgbClr val="76923C"/>
                </a:gs>
                <a:gs pos="100000">
                  <a:srgbClr val="4F6128"/>
                </a:gs>
              </a:gsLst>
              <a:lin ang="16200000" scaled="0"/>
            </a:gradFill>
            <a:ln>
              <a:noFill/>
            </a:ln>
          </p:spPr>
          <p:txBody>
            <a:bodyPr anchorCtr="0" anchor="ctr" bIns="45700" lIns="274300" spcFirstLastPara="1" rIns="91425" wrap="square" tIns="45700">
              <a:noAutofit/>
            </a:bodyPr>
            <a:lstStyle/>
            <a:p>
              <a:pPr indent="0" lvl="0" marL="0" marR="0" rtl="0" algn="l">
                <a:lnSpc>
                  <a:spcPct val="100000"/>
                </a:lnSpc>
                <a:spcBef>
                  <a:spcPts val="0"/>
                </a:spcBef>
                <a:spcAft>
                  <a:spcPts val="0"/>
                </a:spcAft>
                <a:buClr>
                  <a:srgbClr val="FFFFFF"/>
                </a:buClr>
                <a:buSzPts val="1200"/>
                <a:buFont typeface="Calibri"/>
                <a:buNone/>
              </a:pPr>
              <a:r>
                <a:rPr b="0" i="0" lang="en-GB" sz="1200" u="none" cap="none" strike="noStrike">
                  <a:solidFill>
                    <a:srgbClr val="FFFFFF"/>
                  </a:solidFill>
                  <a:latin typeface="Calibri"/>
                  <a:ea typeface="Calibri"/>
                  <a:cs typeface="Calibri"/>
                  <a:sym typeface="Calibri"/>
                </a:rPr>
                <a:t>A</a:t>
              </a:r>
              <a:endParaRPr/>
            </a:p>
          </p:txBody>
        </p:sp>
      </p:grpSp>
      <p:sp>
        <p:nvSpPr>
          <p:cNvPr id="277" name="Google Shape;277;p5"/>
          <p:cNvSpPr txBox="1"/>
          <p:nvPr/>
        </p:nvSpPr>
        <p:spPr>
          <a:xfrm>
            <a:off x="9754075" y="3913520"/>
            <a:ext cx="2053476" cy="584775"/>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GB" sz="1600" u="none" cap="none" strike="noStrike">
                <a:solidFill>
                  <a:srgbClr val="000000"/>
                </a:solidFill>
                <a:latin typeface="Calibri"/>
                <a:ea typeface="Calibri"/>
                <a:cs typeface="Calibri"/>
                <a:sym typeface="Calibri"/>
              </a:rPr>
              <a:t>Big Data NoSQL - MongoDB</a:t>
            </a:r>
            <a:endParaRPr/>
          </a:p>
        </p:txBody>
      </p:sp>
      <p:sp>
        <p:nvSpPr>
          <p:cNvPr id="278" name="Google Shape;278;p5"/>
          <p:cNvSpPr/>
          <p:nvPr/>
        </p:nvSpPr>
        <p:spPr>
          <a:xfrm>
            <a:off x="4398812" y="1437212"/>
            <a:ext cx="3096131" cy="400110"/>
          </a:xfrm>
          <a:prstGeom prst="rect">
            <a:avLst/>
          </a:prstGeom>
          <a:noFill/>
          <a:ln>
            <a:noFill/>
          </a:ln>
        </p:spPr>
        <p:txBody>
          <a:bodyPr anchorCtr="0" anchor="t" bIns="45700" lIns="0" spcFirstLastPara="1" rIns="91425" wrap="square" tIns="45700">
            <a:spAutoFit/>
          </a:bodyPr>
          <a:lstStyle/>
          <a:p>
            <a:pPr indent="0" lvl="0" marL="0" marR="0" rtl="0" algn="l">
              <a:lnSpc>
                <a:spcPct val="100000"/>
              </a:lnSpc>
              <a:spcBef>
                <a:spcPts val="0"/>
              </a:spcBef>
              <a:spcAft>
                <a:spcPts val="0"/>
              </a:spcAft>
              <a:buClr>
                <a:srgbClr val="44546A"/>
              </a:buClr>
              <a:buSzPts val="2000"/>
              <a:buFont typeface="Calibri"/>
              <a:buNone/>
            </a:pPr>
            <a:r>
              <a:rPr b="1" i="0" lang="en-GB" sz="2000" u="none" cap="none" strike="noStrike">
                <a:solidFill>
                  <a:srgbClr val="44546A"/>
                </a:solidFill>
                <a:latin typeface="Calibri"/>
                <a:ea typeface="Calibri"/>
                <a:cs typeface="Calibri"/>
                <a:sym typeface="Calibri"/>
              </a:rPr>
              <a:t>MANSHA NAWAZ</a:t>
            </a:r>
            <a:endParaRPr/>
          </a:p>
        </p:txBody>
      </p:sp>
      <p:sp>
        <p:nvSpPr>
          <p:cNvPr id="279" name="Google Shape;279;p5"/>
          <p:cNvSpPr/>
          <p:nvPr/>
        </p:nvSpPr>
        <p:spPr>
          <a:xfrm>
            <a:off x="4398812" y="1810807"/>
            <a:ext cx="3096131" cy="338554"/>
          </a:xfrm>
          <a:prstGeom prst="rect">
            <a:avLst/>
          </a:prstGeom>
          <a:noFill/>
          <a:ln>
            <a:noFill/>
          </a:ln>
        </p:spPr>
        <p:txBody>
          <a:bodyPr anchorCtr="0" anchor="t" bIns="45700" lIns="0" spcFirstLastPara="1" rIns="0" wrap="square" tIns="45700">
            <a:spAutoFit/>
          </a:bodyPr>
          <a:lstStyle/>
          <a:p>
            <a:pPr indent="0" lvl="0" marL="0" marR="0" rtl="0" algn="just">
              <a:lnSpc>
                <a:spcPct val="100000"/>
              </a:lnSpc>
              <a:spcBef>
                <a:spcPts val="0"/>
              </a:spcBef>
              <a:spcAft>
                <a:spcPts val="0"/>
              </a:spcAft>
              <a:buClr>
                <a:srgbClr val="7B8898"/>
              </a:buClr>
              <a:buSzPts val="1600"/>
              <a:buFont typeface="Calibri"/>
              <a:buNone/>
            </a:pPr>
            <a:r>
              <a:rPr b="0" i="1" lang="en-GB" sz="1600" u="none" cap="none" strike="noStrike">
                <a:solidFill>
                  <a:srgbClr val="7B8898"/>
                </a:solidFill>
                <a:latin typeface="Calibri"/>
                <a:ea typeface="Calibri"/>
                <a:cs typeface="Calibri"/>
                <a:sym typeface="Calibri"/>
              </a:rPr>
              <a:t>Enterprise and Business Engagement</a:t>
            </a:r>
            <a:endParaRPr/>
          </a:p>
        </p:txBody>
      </p:sp>
      <p:sp>
        <p:nvSpPr>
          <p:cNvPr id="280" name="Google Shape;280;p5"/>
          <p:cNvSpPr/>
          <p:nvPr/>
        </p:nvSpPr>
        <p:spPr>
          <a:xfrm>
            <a:off x="4096609" y="2424154"/>
            <a:ext cx="5468469" cy="4062651"/>
          </a:xfrm>
          <a:prstGeom prst="rect">
            <a:avLst/>
          </a:prstGeom>
          <a:noFill/>
          <a:ln>
            <a:noFill/>
          </a:ln>
        </p:spPr>
        <p:txBody>
          <a:bodyPr anchorCtr="0" anchor="t" bIns="45700" lIns="0" spcFirstLastPara="1" rIns="0" wrap="square" tIns="45700">
            <a:spAutoFit/>
          </a:bodyPr>
          <a:lstStyle/>
          <a:p>
            <a:pPr indent="0" lvl="0" marL="0" marR="0" rtl="0" algn="just">
              <a:lnSpc>
                <a:spcPct val="100000"/>
              </a:lnSpc>
              <a:spcBef>
                <a:spcPts val="0"/>
              </a:spcBef>
              <a:spcAft>
                <a:spcPts val="0"/>
              </a:spcAft>
              <a:buClr>
                <a:srgbClr val="000000"/>
              </a:buClr>
              <a:buSzPts val="1600"/>
              <a:buFont typeface="Calibri"/>
              <a:buNone/>
            </a:pPr>
            <a:r>
              <a:rPr b="0" i="0" lang="en-GB" sz="1600" u="none" cap="none" strike="noStrike">
                <a:solidFill>
                  <a:srgbClr val="000000"/>
                </a:solidFill>
                <a:latin typeface="Calibri"/>
                <a:ea typeface="Calibri"/>
                <a:cs typeface="Calibri"/>
                <a:sym typeface="Calibri"/>
              </a:rPr>
              <a:t>At Teesside University, we play a proactive role in supporting the regeneration of the north-east economy through extensive business engagement and enterprise support. </a:t>
            </a:r>
            <a:endParaRPr/>
          </a:p>
          <a:p>
            <a:pPr indent="0" lvl="0" marL="0" marR="0" rtl="0" algn="just">
              <a:lnSpc>
                <a:spcPct val="100000"/>
              </a:lnSpc>
              <a:spcBef>
                <a:spcPts val="1200"/>
              </a:spcBef>
              <a:spcAft>
                <a:spcPts val="0"/>
              </a:spcAft>
              <a:buClr>
                <a:srgbClr val="000000"/>
              </a:buClr>
              <a:buSzPts val="1600"/>
              <a:buFont typeface="Calibri"/>
              <a:buNone/>
            </a:pPr>
            <a:r>
              <a:rPr b="0" i="0" lang="en-GB" sz="1600" u="none" cap="none" strike="noStrike">
                <a:solidFill>
                  <a:srgbClr val="000000"/>
                </a:solidFill>
                <a:latin typeface="Calibri"/>
                <a:ea typeface="Calibri"/>
                <a:cs typeface="Calibri"/>
                <a:sym typeface="Calibri"/>
              </a:rPr>
              <a:t>This mean we are committed to supporting Industry in digital innovation and research. </a:t>
            </a:r>
            <a:endParaRPr/>
          </a:p>
          <a:p>
            <a:pPr indent="0" lvl="0" marL="0" marR="0" rtl="0" algn="just">
              <a:lnSpc>
                <a:spcPct val="100000"/>
              </a:lnSpc>
              <a:spcBef>
                <a:spcPts val="1200"/>
              </a:spcBef>
              <a:spcAft>
                <a:spcPts val="0"/>
              </a:spcAft>
              <a:buClr>
                <a:srgbClr val="000000"/>
              </a:buClr>
              <a:buSzPts val="1600"/>
              <a:buFont typeface="Calibri"/>
              <a:buNone/>
            </a:pPr>
            <a:r>
              <a:rPr lang="en-GB" sz="1600">
                <a:solidFill>
                  <a:srgbClr val="000000"/>
                </a:solidFill>
                <a:latin typeface="Calibri"/>
                <a:ea typeface="Calibri"/>
                <a:cs typeface="Calibri"/>
                <a:sym typeface="Calibri"/>
              </a:rPr>
              <a:t>We have collaborated with MongoDB to introduce the Document Database technology that can support Data Analytics and Data Visualisation of your Companies Datasets. </a:t>
            </a:r>
            <a:endParaRPr/>
          </a:p>
          <a:p>
            <a:pPr indent="0" lvl="0" marL="0" marR="0" rtl="0" algn="just">
              <a:lnSpc>
                <a:spcPct val="100000"/>
              </a:lnSpc>
              <a:spcBef>
                <a:spcPts val="1200"/>
              </a:spcBef>
              <a:spcAft>
                <a:spcPts val="0"/>
              </a:spcAft>
              <a:buClr>
                <a:srgbClr val="000000"/>
              </a:buClr>
              <a:buSzPts val="1600"/>
              <a:buFont typeface="Calibri"/>
              <a:buNone/>
            </a:pPr>
            <a:r>
              <a:rPr lang="en-GB" sz="1600">
                <a:solidFill>
                  <a:srgbClr val="000000"/>
                </a:solidFill>
                <a:latin typeface="Calibri"/>
                <a:ea typeface="Calibri"/>
                <a:cs typeface="Calibri"/>
                <a:sym typeface="Calibri"/>
              </a:rPr>
              <a:t>Presented here is our MongoDb Lab Assistance and their supporting guides for your learners journey in becoming certified as a Data Analyst using MongoDB Technology. </a:t>
            </a:r>
            <a:endParaRPr/>
          </a:p>
          <a:p>
            <a:pPr indent="0" lvl="0" marL="0" marR="0" rtl="0" algn="just">
              <a:lnSpc>
                <a:spcPct val="100000"/>
              </a:lnSpc>
              <a:spcBef>
                <a:spcPts val="1200"/>
              </a:spcBef>
              <a:spcAft>
                <a:spcPts val="0"/>
              </a:spcAft>
              <a:buClr>
                <a:srgbClr val="000000"/>
              </a:buClr>
              <a:buSzPts val="1600"/>
              <a:buFont typeface="Calibri"/>
              <a:buNone/>
            </a:pPr>
            <a:r>
              <a:rPr lang="en-GB" sz="1600">
                <a:solidFill>
                  <a:srgbClr val="000000"/>
                </a:solidFill>
                <a:latin typeface="Calibri"/>
                <a:ea typeface="Calibri"/>
                <a:cs typeface="Calibri"/>
                <a:sym typeface="Calibri"/>
              </a:rPr>
              <a:t>Enjoy your journey into big data analytics and visualisation. </a:t>
            </a:r>
            <a:endParaRPr/>
          </a:p>
          <a:p>
            <a:pPr indent="0" lvl="0" marL="0" marR="0" rtl="0" algn="just">
              <a:lnSpc>
                <a:spcPct val="100000"/>
              </a:lnSpc>
              <a:spcBef>
                <a:spcPts val="120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cxnSp>
        <p:nvCxnSpPr>
          <p:cNvPr id="281" name="Google Shape;281;p5"/>
          <p:cNvCxnSpPr/>
          <p:nvPr/>
        </p:nvCxnSpPr>
        <p:spPr>
          <a:xfrm>
            <a:off x="4398812" y="2308941"/>
            <a:ext cx="3096131" cy="0"/>
          </a:xfrm>
          <a:prstGeom prst="straightConnector1">
            <a:avLst/>
          </a:prstGeom>
          <a:noFill/>
          <a:ln cap="flat" cmpd="sng" w="38100">
            <a:solidFill>
              <a:srgbClr val="999999"/>
            </a:solidFill>
            <a:prstDash val="solid"/>
            <a:round/>
            <a:headEnd len="sm" w="sm" type="none"/>
            <a:tailEnd len="sm" w="sm" type="none"/>
          </a:ln>
        </p:spPr>
      </p:cxnSp>
      <p:pic>
        <p:nvPicPr>
          <p:cNvPr id="282" name="Google Shape;282;p5"/>
          <p:cNvPicPr preferRelativeResize="0"/>
          <p:nvPr/>
        </p:nvPicPr>
        <p:blipFill rotWithShape="1">
          <a:blip r:embed="rId3">
            <a:alphaModFix/>
          </a:blip>
          <a:srcRect b="46794" l="0" r="0" t="0"/>
          <a:stretch/>
        </p:blipFill>
        <p:spPr>
          <a:xfrm>
            <a:off x="642691" y="1551355"/>
            <a:ext cx="2859412" cy="2638004"/>
          </a:xfrm>
          <a:prstGeom prst="rect">
            <a:avLst/>
          </a:prstGeom>
          <a:noFill/>
          <a:ln>
            <a:noFill/>
          </a:ln>
        </p:spPr>
      </p:pic>
      <p:sp>
        <p:nvSpPr>
          <p:cNvPr id="283" name="Google Shape;283;p5"/>
          <p:cNvSpPr txBox="1"/>
          <p:nvPr>
            <p:ph idx="1" type="subTitle"/>
          </p:nvPr>
        </p:nvSpPr>
        <p:spPr>
          <a:xfrm>
            <a:off x="514540" y="939316"/>
            <a:ext cx="11016516" cy="646331"/>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accent1"/>
              </a:buClr>
              <a:buSzPts val="2000"/>
              <a:buNone/>
            </a:pPr>
            <a:r>
              <a:rPr lang="en-GB" sz="2000"/>
              <a:t>Liaising with Industry Partners for collaboration with Data Science and Business Intelligence Projects</a:t>
            </a:r>
            <a:endParaRPr/>
          </a:p>
        </p:txBody>
      </p:sp>
      <p:sp>
        <p:nvSpPr>
          <p:cNvPr id="284" name="Google Shape;284;p5"/>
          <p:cNvSpPr txBox="1"/>
          <p:nvPr/>
        </p:nvSpPr>
        <p:spPr>
          <a:xfrm>
            <a:off x="745238" y="4223102"/>
            <a:ext cx="3203519" cy="954107"/>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00000"/>
              </a:lnSpc>
              <a:spcBef>
                <a:spcPts val="0"/>
              </a:spcBef>
              <a:spcAft>
                <a:spcPts val="0"/>
              </a:spcAft>
              <a:buClr>
                <a:srgbClr val="FFFFFF"/>
              </a:buClr>
              <a:buSzPts val="1400"/>
              <a:buFont typeface="Arial"/>
              <a:buChar char="•"/>
            </a:pPr>
            <a:r>
              <a:rPr b="0" i="0" lang="en-GB" sz="1400" u="none" cap="none" strike="noStrike">
                <a:solidFill>
                  <a:srgbClr val="FFFFFF"/>
                </a:solidFill>
                <a:latin typeface="Calibri"/>
                <a:ea typeface="Calibri"/>
                <a:cs typeface="Calibri"/>
                <a:sym typeface="Calibri"/>
              </a:rPr>
              <a:t>Specialist in: All Things Data</a:t>
            </a:r>
            <a:endParaRPr/>
          </a:p>
          <a:p>
            <a:pPr indent="-196850" lvl="0" marL="285750" marR="0" rtl="0" algn="just">
              <a:lnSpc>
                <a:spcPct val="100000"/>
              </a:lnSpc>
              <a:spcBef>
                <a:spcPts val="600"/>
              </a:spcBef>
              <a:spcAft>
                <a:spcPts val="0"/>
              </a:spcAft>
              <a:buClr>
                <a:schemeClr val="dk1"/>
              </a:buClr>
              <a:buSzPts val="1400"/>
              <a:buFont typeface="Arial"/>
              <a:buNone/>
            </a:pPr>
            <a:r>
              <a:t/>
            </a:r>
            <a:endParaRPr b="0" i="0" sz="1400" u="none" cap="none" strike="noStrike">
              <a:solidFill>
                <a:srgbClr val="FFFFFF"/>
              </a:solidFill>
              <a:latin typeface="Calibri"/>
              <a:ea typeface="Calibri"/>
              <a:cs typeface="Calibri"/>
              <a:sym typeface="Calibri"/>
            </a:endParaRPr>
          </a:p>
          <a:p>
            <a:pPr indent="0" lvl="0" marL="0" marR="0" rtl="0" algn="just">
              <a:lnSpc>
                <a:spcPct val="100000"/>
              </a:lnSpc>
              <a:spcBef>
                <a:spcPts val="60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Logo" id="285" name="Google Shape;285;p5">
            <a:hlinkClick r:id="rId4"/>
          </p:cNvPr>
          <p:cNvPicPr preferRelativeResize="0"/>
          <p:nvPr/>
        </p:nvPicPr>
        <p:blipFill rotWithShape="1">
          <a:blip r:embed="rId5">
            <a:alphaModFix/>
          </a:blip>
          <a:srcRect b="0" l="0" r="0" t="0"/>
          <a:stretch/>
        </p:blipFill>
        <p:spPr>
          <a:xfrm>
            <a:off x="1521879" y="4695593"/>
            <a:ext cx="1101035" cy="422773"/>
          </a:xfrm>
          <a:prstGeom prst="rect">
            <a:avLst/>
          </a:prstGeom>
          <a:noFill/>
          <a:ln>
            <a:noFill/>
          </a:ln>
        </p:spPr>
      </p:pic>
      <p:pic>
        <p:nvPicPr>
          <p:cNvPr descr="Teesside University | NCCPE" id="286" name="Google Shape;286;p5"/>
          <p:cNvPicPr preferRelativeResize="0"/>
          <p:nvPr/>
        </p:nvPicPr>
        <p:blipFill rotWithShape="1">
          <a:blip r:embed="rId6">
            <a:alphaModFix/>
          </a:blip>
          <a:srcRect b="12370" l="0" r="0" t="12783"/>
          <a:stretch/>
        </p:blipFill>
        <p:spPr>
          <a:xfrm>
            <a:off x="10210800" y="308349"/>
            <a:ext cx="1838063" cy="62736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6"/>
          <p:cNvSpPr txBox="1"/>
          <p:nvPr>
            <p:ph type="title"/>
          </p:nvPr>
        </p:nvSpPr>
        <p:spPr>
          <a:xfrm>
            <a:off x="379514" y="182215"/>
            <a:ext cx="11524432" cy="1063487"/>
          </a:xfrm>
          <a:prstGeom prst="rect">
            <a:avLst/>
          </a:prstGeom>
          <a:noFill/>
          <a:ln>
            <a:noFill/>
          </a:ln>
        </p:spPr>
        <p:txBody>
          <a:bodyPr anchorCtr="0" anchor="t" bIns="0" lIns="0" spcFirstLastPara="1" rIns="0" wrap="square" tIns="0">
            <a:normAutofit/>
          </a:bodyPr>
          <a:lstStyle/>
          <a:p>
            <a:pPr indent="0" lvl="0" marL="0" rtl="0" algn="l">
              <a:lnSpc>
                <a:spcPct val="80000"/>
              </a:lnSpc>
              <a:spcBef>
                <a:spcPts val="0"/>
              </a:spcBef>
              <a:spcAft>
                <a:spcPts val="0"/>
              </a:spcAft>
              <a:buClr>
                <a:srgbClr val="252525"/>
              </a:buClr>
              <a:buSzPts val="4000"/>
              <a:buFont typeface="Verdana"/>
              <a:buNone/>
            </a:pPr>
            <a:r>
              <a:rPr lang="en-GB"/>
              <a:t>Useful Resources: </a:t>
            </a:r>
            <a:endParaRPr/>
          </a:p>
        </p:txBody>
      </p:sp>
      <p:sp>
        <p:nvSpPr>
          <p:cNvPr id="292" name="Google Shape;292;p6"/>
          <p:cNvSpPr txBox="1"/>
          <p:nvPr>
            <p:ph idx="1" type="body"/>
          </p:nvPr>
        </p:nvSpPr>
        <p:spPr>
          <a:xfrm>
            <a:off x="597877" y="2928952"/>
            <a:ext cx="10439400" cy="3570208"/>
          </a:xfrm>
          <a:prstGeom prst="rect">
            <a:avLst/>
          </a:prstGeom>
          <a:noFill/>
          <a:ln>
            <a:noFill/>
          </a:ln>
        </p:spPr>
        <p:txBody>
          <a:bodyPr anchorCtr="0" anchor="t" bIns="0" lIns="0" spcFirstLastPara="1" rIns="0" wrap="square" tIns="0">
            <a:spAutoFit/>
          </a:bodyPr>
          <a:lstStyle/>
          <a:p>
            <a:pPr indent="-342783" lvl="0" marL="342783" rtl="0" algn="l">
              <a:spcBef>
                <a:spcPts val="0"/>
              </a:spcBef>
              <a:spcAft>
                <a:spcPts val="0"/>
              </a:spcAft>
              <a:buClr>
                <a:schemeClr val="dk1"/>
              </a:buClr>
              <a:buSzPts val="1800"/>
              <a:buChar char="•"/>
            </a:pPr>
            <a:r>
              <a:rPr b="0" lang="en-GB" sz="1800">
                <a:latin typeface="Quattrocento Sans"/>
                <a:ea typeface="Quattrocento Sans"/>
                <a:cs typeface="Quattrocento Sans"/>
                <a:sym typeface="Quattrocento Sans"/>
              </a:rPr>
              <a:t>MongoDB Documentation: </a:t>
            </a:r>
            <a:r>
              <a:rPr b="0" lang="en-GB" sz="1800" u="sng">
                <a:solidFill>
                  <a:schemeClr val="hlink"/>
                </a:solidFill>
                <a:latin typeface="Quattrocento Sans"/>
                <a:ea typeface="Quattrocento Sans"/>
                <a:cs typeface="Quattrocento Sans"/>
                <a:sym typeface="Quattrocento Sans"/>
                <a:hlinkClick r:id="rId3"/>
              </a:rPr>
              <a:t>https://www.mongodb.com/docs/compass/current/#what-is-mongodb-compass-</a:t>
            </a:r>
            <a:r>
              <a:rPr b="0" lang="en-GB" sz="1800">
                <a:latin typeface="Quattrocento Sans"/>
                <a:ea typeface="Quattrocento Sans"/>
                <a:cs typeface="Quattrocento Sans"/>
                <a:sym typeface="Quattrocento Sans"/>
              </a:rPr>
              <a:t> </a:t>
            </a:r>
            <a:endParaRPr/>
          </a:p>
          <a:p>
            <a:pPr indent="-342783" lvl="0" marL="342783" rtl="0" algn="l">
              <a:spcBef>
                <a:spcPts val="1200"/>
              </a:spcBef>
              <a:spcAft>
                <a:spcPts val="0"/>
              </a:spcAft>
              <a:buClr>
                <a:schemeClr val="dk1"/>
              </a:buClr>
              <a:buSzPts val="1800"/>
              <a:buChar char="•"/>
            </a:pPr>
            <a:r>
              <a:rPr b="0" lang="en-GB" sz="1800">
                <a:latin typeface="Quattrocento Sans"/>
                <a:ea typeface="Quattrocento Sans"/>
                <a:cs typeface="Quattrocento Sans"/>
                <a:sym typeface="Quattrocento Sans"/>
              </a:rPr>
              <a:t>MongoDB Quick Starts: </a:t>
            </a:r>
            <a:r>
              <a:rPr b="0" lang="en-GB" sz="1800" u="sng">
                <a:solidFill>
                  <a:schemeClr val="hlink"/>
                </a:solidFill>
                <a:latin typeface="Quattrocento Sans"/>
                <a:ea typeface="Quattrocento Sans"/>
                <a:cs typeface="Quattrocento Sans"/>
                <a:sym typeface="Quattrocento Sans"/>
                <a:hlinkClick r:id="rId4"/>
              </a:rPr>
              <a:t>https://www.mongodb.com/developer/quickstarts/</a:t>
            </a:r>
            <a:r>
              <a:rPr b="0" lang="en-GB" sz="1800">
                <a:latin typeface="Quattrocento Sans"/>
                <a:ea typeface="Quattrocento Sans"/>
                <a:cs typeface="Quattrocento Sans"/>
                <a:sym typeface="Quattrocento Sans"/>
              </a:rPr>
              <a:t> </a:t>
            </a:r>
            <a:endParaRPr/>
          </a:p>
          <a:p>
            <a:pPr indent="-342783" lvl="0" marL="342783" rtl="0" algn="l">
              <a:spcBef>
                <a:spcPts val="1200"/>
              </a:spcBef>
              <a:spcAft>
                <a:spcPts val="0"/>
              </a:spcAft>
              <a:buClr>
                <a:schemeClr val="dk1"/>
              </a:buClr>
              <a:buSzPts val="1800"/>
              <a:buChar char="•"/>
            </a:pPr>
            <a:r>
              <a:rPr b="0" lang="en-GB" sz="1800">
                <a:latin typeface="Quattrocento Sans"/>
                <a:ea typeface="Quattrocento Sans"/>
                <a:cs typeface="Quattrocento Sans"/>
                <a:sym typeface="Quattrocento Sans"/>
              </a:rPr>
              <a:t>MongoDB Tutorials: </a:t>
            </a:r>
            <a:r>
              <a:rPr b="0" lang="en-GB" sz="1800" u="sng">
                <a:solidFill>
                  <a:schemeClr val="hlink"/>
                </a:solidFill>
                <a:latin typeface="Quattrocento Sans"/>
                <a:ea typeface="Quattrocento Sans"/>
                <a:cs typeface="Quattrocento Sans"/>
                <a:sym typeface="Quattrocento Sans"/>
                <a:hlinkClick r:id="rId5"/>
              </a:rPr>
              <a:t>https://www.mongodb.com/developer/tutorials/</a:t>
            </a:r>
            <a:r>
              <a:rPr b="0" lang="en-GB" sz="1800">
                <a:latin typeface="Quattrocento Sans"/>
                <a:ea typeface="Quattrocento Sans"/>
                <a:cs typeface="Quattrocento Sans"/>
                <a:sym typeface="Quattrocento Sans"/>
              </a:rPr>
              <a:t> </a:t>
            </a:r>
            <a:endParaRPr/>
          </a:p>
          <a:p>
            <a:pPr indent="-342783" lvl="0" marL="342783" rtl="0" algn="l">
              <a:spcBef>
                <a:spcPts val="1200"/>
              </a:spcBef>
              <a:spcAft>
                <a:spcPts val="0"/>
              </a:spcAft>
              <a:buClr>
                <a:schemeClr val="dk1"/>
              </a:buClr>
              <a:buSzPts val="1800"/>
              <a:buChar char="•"/>
            </a:pPr>
            <a:r>
              <a:rPr b="0" lang="en-GB" sz="1800">
                <a:latin typeface="Quattrocento Sans"/>
                <a:ea typeface="Quattrocento Sans"/>
                <a:cs typeface="Quattrocento Sans"/>
                <a:sym typeface="Quattrocento Sans"/>
              </a:rPr>
              <a:t>MongoDB Videos: </a:t>
            </a:r>
            <a:r>
              <a:rPr b="0" lang="en-GB" sz="1800" u="sng">
                <a:solidFill>
                  <a:schemeClr val="hlink"/>
                </a:solidFill>
                <a:latin typeface="Quattrocento Sans"/>
                <a:ea typeface="Quattrocento Sans"/>
                <a:cs typeface="Quattrocento Sans"/>
                <a:sym typeface="Quattrocento Sans"/>
                <a:hlinkClick r:id="rId6"/>
              </a:rPr>
              <a:t>https://www.mongodb.com/developer/videos/</a:t>
            </a:r>
            <a:r>
              <a:rPr b="0" lang="en-GB" sz="1800">
                <a:latin typeface="Quattrocento Sans"/>
                <a:ea typeface="Quattrocento Sans"/>
                <a:cs typeface="Quattrocento Sans"/>
                <a:sym typeface="Quattrocento Sans"/>
              </a:rPr>
              <a:t> </a:t>
            </a:r>
            <a:endParaRPr/>
          </a:p>
          <a:p>
            <a:pPr indent="-228483" lvl="0" marL="342783" rtl="0" algn="l">
              <a:spcBef>
                <a:spcPts val="1200"/>
              </a:spcBef>
              <a:spcAft>
                <a:spcPts val="0"/>
              </a:spcAft>
              <a:buClr>
                <a:schemeClr val="dk1"/>
              </a:buClr>
              <a:buSzPts val="1800"/>
              <a:buNone/>
            </a:pPr>
            <a:r>
              <a:t/>
            </a:r>
            <a:endParaRPr b="0" sz="1800">
              <a:latin typeface="Quattrocento Sans"/>
              <a:ea typeface="Quattrocento Sans"/>
              <a:cs typeface="Quattrocento Sans"/>
              <a:sym typeface="Quattrocento Sans"/>
            </a:endParaRPr>
          </a:p>
          <a:p>
            <a:pPr indent="-342783" lvl="0" marL="342783" rtl="0" algn="l">
              <a:spcBef>
                <a:spcPts val="1200"/>
              </a:spcBef>
              <a:spcAft>
                <a:spcPts val="0"/>
              </a:spcAft>
              <a:buClr>
                <a:schemeClr val="dk1"/>
              </a:buClr>
              <a:buSzPts val="1800"/>
              <a:buChar char="•"/>
            </a:pPr>
            <a:r>
              <a:rPr b="0" lang="en-GB" sz="1800">
                <a:latin typeface="Quattrocento Sans"/>
                <a:ea typeface="Quattrocento Sans"/>
                <a:cs typeface="Quattrocento Sans"/>
                <a:sym typeface="Quattrocento Sans"/>
              </a:rPr>
              <a:t>TU MongoDB Panapto Videos: </a:t>
            </a:r>
            <a:r>
              <a:rPr b="0" lang="en-GB" sz="1800" u="sng">
                <a:solidFill>
                  <a:schemeClr val="hlink"/>
                </a:solidFill>
                <a:latin typeface="Quattrocento Sans"/>
                <a:ea typeface="Quattrocento Sans"/>
                <a:cs typeface="Quattrocento Sans"/>
                <a:sym typeface="Quattrocento Sans"/>
                <a:hlinkClick r:id="rId7"/>
              </a:rPr>
              <a:t>MongoDB : Panopto</a:t>
            </a:r>
            <a:endParaRPr b="0" sz="1800">
              <a:latin typeface="Quattrocento Sans"/>
              <a:ea typeface="Quattrocento Sans"/>
              <a:cs typeface="Quattrocento Sans"/>
              <a:sym typeface="Quattrocento Sans"/>
            </a:endParaRPr>
          </a:p>
          <a:p>
            <a:pPr indent="-342783" lvl="0" marL="342783" rtl="0" algn="l">
              <a:spcBef>
                <a:spcPts val="1200"/>
              </a:spcBef>
              <a:spcAft>
                <a:spcPts val="0"/>
              </a:spcAft>
              <a:buClr>
                <a:schemeClr val="dk1"/>
              </a:buClr>
              <a:buSzPts val="1800"/>
              <a:buChar char="•"/>
            </a:pPr>
            <a:r>
              <a:rPr b="0" lang="en-GB" sz="1800">
                <a:latin typeface="Quattrocento Sans"/>
                <a:ea typeface="Quattrocento Sans"/>
                <a:cs typeface="Quattrocento Sans"/>
                <a:sym typeface="Quattrocento Sans"/>
              </a:rPr>
              <a:t>TutorialTeacher – MongoDB: </a:t>
            </a:r>
            <a:r>
              <a:rPr b="0" lang="en-GB" sz="1800" u="sng">
                <a:solidFill>
                  <a:schemeClr val="hlink"/>
                </a:solidFill>
                <a:latin typeface="Quattrocento Sans"/>
                <a:ea typeface="Quattrocento Sans"/>
                <a:cs typeface="Quattrocento Sans"/>
                <a:sym typeface="Quattrocento Sans"/>
                <a:hlinkClick r:id="rId8"/>
              </a:rPr>
              <a:t>https://www.tutorialsteacher.com/mongodb/</a:t>
            </a:r>
            <a:r>
              <a:rPr b="0" lang="en-GB" sz="1800">
                <a:latin typeface="Quattrocento Sans"/>
                <a:ea typeface="Quattrocento Sans"/>
                <a:cs typeface="Quattrocento Sans"/>
                <a:sym typeface="Quattrocento Sans"/>
              </a:rPr>
              <a:t> </a:t>
            </a:r>
            <a:endParaRPr/>
          </a:p>
          <a:p>
            <a:pPr indent="-342783" lvl="0" marL="342783" rtl="0" algn="l">
              <a:spcBef>
                <a:spcPts val="1200"/>
              </a:spcBef>
              <a:spcAft>
                <a:spcPts val="0"/>
              </a:spcAft>
              <a:buClr>
                <a:schemeClr val="dk1"/>
              </a:buClr>
              <a:buSzPts val="1800"/>
              <a:buChar char="•"/>
            </a:pPr>
            <a:r>
              <a:rPr b="0" lang="en-GB" sz="1800">
                <a:latin typeface="Quattrocento Sans"/>
                <a:ea typeface="Quattrocento Sans"/>
                <a:cs typeface="Quattrocento Sans"/>
                <a:sym typeface="Quattrocento Sans"/>
              </a:rPr>
              <a:t>JavaPoint MongoDB: </a:t>
            </a:r>
            <a:r>
              <a:rPr b="0" lang="en-GB" sz="1800" u="sng">
                <a:solidFill>
                  <a:schemeClr val="hlink"/>
                </a:solidFill>
                <a:latin typeface="Quattrocento Sans"/>
                <a:ea typeface="Quattrocento Sans"/>
                <a:cs typeface="Quattrocento Sans"/>
                <a:sym typeface="Quattrocento Sans"/>
                <a:hlinkClick r:id="rId9"/>
              </a:rPr>
              <a:t>https://www.javatpoint.com/mongodb-tutorial</a:t>
            </a:r>
            <a:r>
              <a:rPr b="0" lang="en-GB" sz="1800">
                <a:latin typeface="Quattrocento Sans"/>
                <a:ea typeface="Quattrocento Sans"/>
                <a:cs typeface="Quattrocento Sans"/>
                <a:sym typeface="Quattrocento Sans"/>
              </a:rPr>
              <a:t> </a:t>
            </a:r>
            <a:endParaRPr/>
          </a:p>
        </p:txBody>
      </p:sp>
      <p:grpSp>
        <p:nvGrpSpPr>
          <p:cNvPr id="293" name="Google Shape;293;p6"/>
          <p:cNvGrpSpPr/>
          <p:nvPr/>
        </p:nvGrpSpPr>
        <p:grpSpPr>
          <a:xfrm>
            <a:off x="709129" y="1029665"/>
            <a:ext cx="2975186" cy="1422914"/>
            <a:chOff x="8229600" y="104565"/>
            <a:chExt cx="2975186" cy="1422914"/>
          </a:xfrm>
        </p:grpSpPr>
        <p:pic>
          <p:nvPicPr>
            <p:cNvPr id="294" name="Google Shape;294;p6">
              <a:hlinkClick r:id="rId10"/>
            </p:cNvPr>
            <p:cNvPicPr preferRelativeResize="0"/>
            <p:nvPr/>
          </p:nvPicPr>
          <p:blipFill rotWithShape="1">
            <a:blip r:embed="rId11">
              <a:alphaModFix/>
            </a:blip>
            <a:srcRect b="0" l="0" r="0" t="0"/>
            <a:stretch/>
          </p:blipFill>
          <p:spPr>
            <a:xfrm>
              <a:off x="8229600" y="216891"/>
              <a:ext cx="2975186" cy="1310588"/>
            </a:xfrm>
            <a:prstGeom prst="rect">
              <a:avLst/>
            </a:prstGeom>
            <a:noFill/>
            <a:ln>
              <a:noFill/>
            </a:ln>
          </p:spPr>
        </p:pic>
        <p:pic>
          <p:nvPicPr>
            <p:cNvPr id="295" name="Google Shape;295;p6">
              <a:hlinkClick r:id="rId12"/>
            </p:cNvPr>
            <p:cNvPicPr preferRelativeResize="0"/>
            <p:nvPr/>
          </p:nvPicPr>
          <p:blipFill rotWithShape="1">
            <a:blip r:embed="rId13">
              <a:alphaModFix/>
            </a:blip>
            <a:srcRect b="0" l="0" r="0" t="0"/>
            <a:stretch/>
          </p:blipFill>
          <p:spPr>
            <a:xfrm>
              <a:off x="8991600" y="104565"/>
              <a:ext cx="1633538" cy="431367"/>
            </a:xfrm>
            <a:prstGeom prst="rect">
              <a:avLst/>
            </a:prstGeom>
            <a:noFill/>
            <a:ln>
              <a:noFill/>
            </a:ln>
          </p:spPr>
        </p:pic>
        <p:sp>
          <p:nvSpPr>
            <p:cNvPr id="296" name="Google Shape;296;p6"/>
            <p:cNvSpPr txBox="1"/>
            <p:nvPr/>
          </p:nvSpPr>
          <p:spPr>
            <a:xfrm>
              <a:off x="9741865" y="1095460"/>
              <a:ext cx="146292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1800" u="none" cap="none" strike="noStrike">
                  <a:solidFill>
                    <a:srgbClr val="000000"/>
                  </a:solidFill>
                  <a:latin typeface="Calibri"/>
                  <a:ea typeface="Calibri"/>
                  <a:cs typeface="Calibri"/>
                  <a:sym typeface="Calibri"/>
                </a:rPr>
                <a:t>Channel</a:t>
              </a:r>
              <a:endParaRPr sz="1800">
                <a:solidFill>
                  <a:schemeClr val="dk1"/>
                </a:solidFill>
                <a:latin typeface="Calibri"/>
                <a:ea typeface="Calibri"/>
                <a:cs typeface="Calibri"/>
                <a:sym typeface="Calibri"/>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7"/>
          <p:cNvSpPr txBox="1"/>
          <p:nvPr>
            <p:ph type="title"/>
          </p:nvPr>
        </p:nvSpPr>
        <p:spPr>
          <a:xfrm>
            <a:off x="0" y="0"/>
            <a:ext cx="12192000" cy="461639"/>
          </a:xfrm>
          <a:prstGeom prst="rect">
            <a:avLst/>
          </a:prstGeom>
          <a:solidFill>
            <a:srgbClr val="007233"/>
          </a:solidFill>
          <a:ln>
            <a:noFill/>
          </a:ln>
        </p:spPr>
        <p:txBody>
          <a:bodyPr anchorCtr="0" anchor="t" bIns="45700" lIns="91400" spcFirstLastPara="1" rIns="91400" wrap="square" tIns="45700">
            <a:noAutofit/>
          </a:bodyPr>
          <a:lstStyle/>
          <a:p>
            <a:pPr indent="0" lvl="0" marL="0" rtl="0" algn="l">
              <a:lnSpc>
                <a:spcPct val="80000"/>
              </a:lnSpc>
              <a:spcBef>
                <a:spcPts val="0"/>
              </a:spcBef>
              <a:spcAft>
                <a:spcPts val="0"/>
              </a:spcAft>
              <a:buClr>
                <a:schemeClr val="lt1"/>
              </a:buClr>
              <a:buSzPts val="2800"/>
              <a:buFont typeface="Quattrocento Sans"/>
              <a:buNone/>
            </a:pPr>
            <a:r>
              <a:rPr b="1" lang="en-GB" sz="2800">
                <a:solidFill>
                  <a:schemeClr val="lt1"/>
                </a:solidFill>
                <a:latin typeface="Quattrocento Sans"/>
                <a:ea typeface="Quattrocento Sans"/>
                <a:cs typeface="Quattrocento Sans"/>
                <a:sym typeface="Quattrocento Sans"/>
              </a:rPr>
              <a:t>MongoDB Overview</a:t>
            </a:r>
            <a:endParaRPr/>
          </a:p>
        </p:txBody>
      </p:sp>
      <p:sp>
        <p:nvSpPr>
          <p:cNvPr id="303" name="Google Shape;303;p7"/>
          <p:cNvSpPr txBox="1"/>
          <p:nvPr/>
        </p:nvSpPr>
        <p:spPr>
          <a:xfrm>
            <a:off x="0" y="461639"/>
            <a:ext cx="12046857" cy="6601807"/>
          </a:xfrm>
          <a:prstGeom prst="rect">
            <a:avLst/>
          </a:prstGeom>
          <a:noFill/>
          <a:ln>
            <a:noFill/>
          </a:ln>
        </p:spPr>
        <p:txBody>
          <a:bodyPr anchorCtr="0" anchor="t" bIns="45700" lIns="91425" spcFirstLastPara="1" rIns="91425" wrap="square" tIns="45700">
            <a:spAutoFit/>
          </a:bodyPr>
          <a:lstStyle/>
          <a:p>
            <a:pPr indent="0" lvl="0" marL="270510" marR="0" rtl="0" algn="l">
              <a:spcBef>
                <a:spcPts val="0"/>
              </a:spcBef>
              <a:spcAft>
                <a:spcPts val="0"/>
              </a:spcAft>
              <a:buNone/>
            </a:pPr>
            <a:r>
              <a:rPr lang="en-GB" sz="2000">
                <a:solidFill>
                  <a:schemeClr val="dk1"/>
                </a:solidFill>
                <a:latin typeface="Calibri"/>
                <a:ea typeface="Calibri"/>
                <a:cs typeface="Calibri"/>
                <a:sym typeface="Calibri"/>
              </a:rPr>
              <a:t>To support </a:t>
            </a:r>
            <a:r>
              <a:rPr b="1" lang="en-GB" sz="2000" u="sng">
                <a:solidFill>
                  <a:schemeClr val="dk1"/>
                </a:solidFill>
                <a:latin typeface="Calibri"/>
                <a:ea typeface="Calibri"/>
                <a:cs typeface="Calibri"/>
                <a:sym typeface="Calibri"/>
                <a:hlinkClick r:id="rId3">
                  <a:extLst>
                    <a:ext uri="{A12FA001-AC4F-418D-AE19-62706E023703}">
                      <ahyp:hlinkClr val="tx"/>
                    </a:ext>
                  </a:extLst>
                </a:hlinkClick>
              </a:rPr>
              <a:t>MongoDB University: Introduction to MongoDB course </a:t>
            </a:r>
            <a:r>
              <a:rPr lang="en-GB" sz="2000">
                <a:solidFill>
                  <a:schemeClr val="dk1"/>
                </a:solidFill>
                <a:latin typeface="Calibri"/>
                <a:ea typeface="Calibri"/>
                <a:cs typeface="Calibri"/>
                <a:sym typeface="Calibri"/>
              </a:rPr>
              <a:t>provided here is a Learners Journal Portfolio as evidence of completion:  </a:t>
            </a:r>
            <a:endParaRPr/>
          </a:p>
          <a:p>
            <a:pPr indent="0" lvl="0" marL="270510" marR="0" rtl="0" algn="l">
              <a:spcBef>
                <a:spcPts val="600"/>
              </a:spcBef>
              <a:spcAft>
                <a:spcPts val="0"/>
              </a:spcAft>
              <a:buNone/>
            </a:pPr>
            <a:r>
              <a:rPr lang="en-GB" sz="2000">
                <a:solidFill>
                  <a:schemeClr val="dk1"/>
                </a:solidFill>
                <a:latin typeface="Calibri"/>
                <a:ea typeface="Calibri"/>
                <a:cs typeface="Calibri"/>
                <a:sym typeface="Calibri"/>
              </a:rPr>
              <a:t>To support the learners journal this PowerPoint will present: </a:t>
            </a:r>
            <a:endParaRPr/>
          </a:p>
          <a:p>
            <a:pPr indent="-342900" lvl="0" marL="613410" marR="0" rtl="0" algn="l">
              <a:spcBef>
                <a:spcPts val="600"/>
              </a:spcBef>
              <a:spcAft>
                <a:spcPts val="0"/>
              </a:spcAft>
              <a:buClr>
                <a:schemeClr val="dk1"/>
              </a:buClr>
              <a:buSzPts val="2000"/>
              <a:buFont typeface="Calibri"/>
              <a:buChar char="-"/>
            </a:pPr>
            <a:r>
              <a:rPr lang="en-GB" sz="2000">
                <a:solidFill>
                  <a:schemeClr val="dk1"/>
                </a:solidFill>
                <a:latin typeface="Calibri"/>
                <a:ea typeface="Calibri"/>
                <a:cs typeface="Calibri"/>
                <a:sym typeface="Calibri"/>
              </a:rPr>
              <a:t>Screenshot evidence of the In Introduction to MongoDB course </a:t>
            </a:r>
            <a:endParaRPr sz="2000">
              <a:solidFill>
                <a:schemeClr val="dk1"/>
              </a:solidFill>
              <a:latin typeface="Calibri"/>
              <a:ea typeface="Calibri"/>
              <a:cs typeface="Calibri"/>
              <a:sym typeface="Calibri"/>
            </a:endParaRPr>
          </a:p>
          <a:p>
            <a:pPr indent="-342900" lvl="0" marL="613410" marR="0" rtl="0" algn="l">
              <a:spcBef>
                <a:spcPts val="600"/>
              </a:spcBef>
              <a:spcAft>
                <a:spcPts val="0"/>
              </a:spcAft>
              <a:buClr>
                <a:schemeClr val="dk1"/>
              </a:buClr>
              <a:buSzPts val="2000"/>
              <a:buFont typeface="Calibri"/>
              <a:buChar char="-"/>
            </a:pPr>
            <a:r>
              <a:rPr lang="en-GB" sz="2000">
                <a:solidFill>
                  <a:schemeClr val="dk1"/>
                </a:solidFill>
                <a:latin typeface="Calibri"/>
                <a:ea typeface="Calibri"/>
                <a:cs typeface="Calibri"/>
                <a:sym typeface="Calibri"/>
              </a:rPr>
              <a:t>With supporting MongoDB Demo walkthrough example using one of the sample MongoDB database or alternatively one of the Kaggle Data datasets supporting the SQL Database </a:t>
            </a:r>
            <a:endParaRPr b="1" sz="20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Noto Sans Symbols"/>
              <a:buChar char="∙"/>
            </a:pPr>
            <a:r>
              <a:rPr b="1" lang="en-GB" sz="2000">
                <a:solidFill>
                  <a:schemeClr val="dk1"/>
                </a:solidFill>
                <a:latin typeface="Calibri"/>
                <a:ea typeface="Calibri"/>
                <a:cs typeface="Calibri"/>
                <a:sym typeface="Calibri"/>
              </a:rPr>
              <a:t>MongoDB Collection</a:t>
            </a:r>
            <a:r>
              <a:rPr lang="en-GB" sz="2000">
                <a:solidFill>
                  <a:schemeClr val="dk1"/>
                </a:solidFill>
                <a:latin typeface="Calibri"/>
                <a:ea typeface="Calibri"/>
                <a:cs typeface="Calibri"/>
                <a:sym typeface="Calibri"/>
              </a:rPr>
              <a:t>: Loading </a:t>
            </a:r>
            <a:r>
              <a:rPr lang="en-GB" sz="2000" u="sng">
                <a:solidFill>
                  <a:srgbClr val="0000FF"/>
                </a:solidFill>
                <a:latin typeface="Calibri"/>
                <a:ea typeface="Calibri"/>
                <a:cs typeface="Calibri"/>
                <a:sym typeface="Calibri"/>
                <a:hlinkClick r:id="rId4">
                  <a:extLst>
                    <a:ext uri="{A12FA001-AC4F-418D-AE19-62706E023703}">
                      <ahyp:hlinkClr val="tx"/>
                    </a:ext>
                  </a:extLst>
                </a:hlinkClick>
              </a:rPr>
              <a:t>sample MongoDB Collections</a:t>
            </a:r>
            <a:r>
              <a:rPr lang="en-GB" sz="2000">
                <a:solidFill>
                  <a:schemeClr val="dk1"/>
                </a:solidFill>
                <a:latin typeface="Calibri"/>
                <a:ea typeface="Calibri"/>
                <a:cs typeface="Calibri"/>
                <a:sym typeface="Calibri"/>
              </a:rPr>
              <a:t> and demonstrating them in </a:t>
            </a:r>
            <a:r>
              <a:rPr lang="en-GB" sz="2000" u="sng">
                <a:solidFill>
                  <a:srgbClr val="0000FF"/>
                </a:solidFill>
                <a:latin typeface="Calibri"/>
                <a:ea typeface="Calibri"/>
                <a:cs typeface="Calibri"/>
                <a:sym typeface="Calibri"/>
                <a:hlinkClick r:id="rId5">
                  <a:extLst>
                    <a:ext uri="{A12FA001-AC4F-418D-AE19-62706E023703}">
                      <ahyp:hlinkClr val="tx"/>
                    </a:ext>
                  </a:extLst>
                </a:hlinkClick>
              </a:rPr>
              <a:t>Compass</a:t>
            </a:r>
            <a:r>
              <a:rPr lang="en-GB" sz="2000">
                <a:solidFill>
                  <a:schemeClr val="dk1"/>
                </a:solidFill>
                <a:latin typeface="Calibri"/>
                <a:ea typeface="Calibri"/>
                <a:cs typeface="Calibri"/>
                <a:sym typeface="Calibri"/>
              </a:rPr>
              <a:t> and </a:t>
            </a:r>
            <a:r>
              <a:rPr lang="en-GB" sz="2000" u="sng">
                <a:solidFill>
                  <a:schemeClr val="dk1"/>
                </a:solidFill>
                <a:latin typeface="Calibri"/>
                <a:ea typeface="Calibri"/>
                <a:cs typeface="Calibri"/>
                <a:sym typeface="Calibri"/>
                <a:hlinkClick r:id="rId6">
                  <a:extLst>
                    <a:ext uri="{A12FA001-AC4F-418D-AE19-62706E023703}">
                      <ahyp:hlinkClr val="tx"/>
                    </a:ext>
                  </a:extLst>
                </a:hlinkClick>
              </a:rPr>
              <a:t>Atlas</a:t>
            </a:r>
            <a:r>
              <a:rPr lang="en-GB"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a:p>
            <a:pPr indent="-342900" lvl="5" marL="612775" marR="0" rtl="0" algn="l">
              <a:spcBef>
                <a:spcPts val="600"/>
              </a:spcBef>
              <a:spcAft>
                <a:spcPts val="0"/>
              </a:spcAft>
              <a:buClr>
                <a:srgbClr val="0000FF"/>
              </a:buClr>
              <a:buSzPts val="2000"/>
              <a:buFont typeface="Arial"/>
              <a:buChar char="•"/>
            </a:pPr>
            <a:r>
              <a:rPr b="0" i="0" lang="en-GB" sz="2000" u="sng" cap="none" strike="noStrike">
                <a:solidFill>
                  <a:srgbClr val="0000FF"/>
                </a:solidFill>
                <a:latin typeface="Calibri"/>
                <a:ea typeface="Calibri"/>
                <a:cs typeface="Calibri"/>
                <a:sym typeface="Calibri"/>
                <a:hlinkClick r:id="rId7">
                  <a:extLst>
                    <a:ext uri="{A12FA001-AC4F-418D-AE19-62706E023703}">
                      <ahyp:hlinkClr val="tx"/>
                    </a:ext>
                  </a:extLst>
                </a:hlinkClick>
              </a:rPr>
              <a:t>AirBnB Listings Dataset</a:t>
            </a:r>
            <a:r>
              <a:rPr b="0" i="0" lang="en-GB" sz="2000" u="none" cap="none" strike="noStrike">
                <a:solidFill>
                  <a:schemeClr val="dk1"/>
                </a:solidFill>
                <a:latin typeface="Calibri"/>
                <a:ea typeface="Calibri"/>
                <a:cs typeface="Calibri"/>
                <a:sym typeface="Calibri"/>
              </a:rPr>
              <a:t> – Contains details on </a:t>
            </a:r>
            <a:r>
              <a:rPr b="0" i="0" lang="en-GB" sz="2000" u="sng" cap="none" strike="noStrike">
                <a:solidFill>
                  <a:srgbClr val="0000FF"/>
                </a:solidFill>
                <a:latin typeface="Calibri"/>
                <a:ea typeface="Calibri"/>
                <a:cs typeface="Calibri"/>
                <a:sym typeface="Calibri"/>
                <a:hlinkClick r:id="rId8">
                  <a:extLst>
                    <a:ext uri="{A12FA001-AC4F-418D-AE19-62706E023703}">
                      <ahyp:hlinkClr val="tx"/>
                    </a:ext>
                  </a:extLst>
                </a:hlinkClick>
              </a:rPr>
              <a:t>AirBnB</a:t>
            </a:r>
            <a:r>
              <a:rPr b="0" i="0" lang="en-GB" sz="2000" u="none" cap="none" strike="noStrike">
                <a:solidFill>
                  <a:schemeClr val="dk1"/>
                </a:solidFill>
                <a:latin typeface="Calibri"/>
                <a:ea typeface="Calibri"/>
                <a:cs typeface="Calibri"/>
                <a:sym typeface="Calibri"/>
              </a:rPr>
              <a:t> listings.</a:t>
            </a:r>
            <a:endParaRPr/>
          </a:p>
          <a:p>
            <a:pPr indent="-342900" lvl="5" marL="612775" marR="0" rtl="0" algn="l">
              <a:spcBef>
                <a:spcPts val="600"/>
              </a:spcBef>
              <a:spcAft>
                <a:spcPts val="0"/>
              </a:spcAft>
              <a:buClr>
                <a:srgbClr val="0000FF"/>
              </a:buClr>
              <a:buSzPts val="2000"/>
              <a:buFont typeface="Arial"/>
              <a:buChar char="•"/>
            </a:pPr>
            <a:r>
              <a:rPr b="0" i="0" lang="en-GB" sz="2000" u="sng" cap="none" strike="noStrike">
                <a:solidFill>
                  <a:srgbClr val="0000FF"/>
                </a:solidFill>
                <a:latin typeface="Calibri"/>
                <a:ea typeface="Calibri"/>
                <a:cs typeface="Calibri"/>
                <a:sym typeface="Calibri"/>
                <a:hlinkClick r:id="rId9">
                  <a:extLst>
                    <a:ext uri="{A12FA001-AC4F-418D-AE19-62706E023703}">
                      <ahyp:hlinkClr val="tx"/>
                    </a:ext>
                  </a:extLst>
                </a:hlinkClick>
              </a:rPr>
              <a:t>Mflix Dataset</a:t>
            </a:r>
            <a:r>
              <a:rPr b="0" i="0" lang="en-GB" sz="2000" u="none" cap="none" strike="noStrike">
                <a:solidFill>
                  <a:schemeClr val="dk1"/>
                </a:solidFill>
                <a:latin typeface="Calibri"/>
                <a:ea typeface="Calibri"/>
                <a:cs typeface="Calibri"/>
                <a:sym typeface="Calibri"/>
              </a:rPr>
              <a:t> – Contains movie data.</a:t>
            </a:r>
            <a:endParaRPr/>
          </a:p>
          <a:p>
            <a:pPr indent="-342900" lvl="5" marL="612775" marR="0" rtl="0" algn="l">
              <a:spcBef>
                <a:spcPts val="600"/>
              </a:spcBef>
              <a:spcAft>
                <a:spcPts val="0"/>
              </a:spcAft>
              <a:buClr>
                <a:srgbClr val="0000FF"/>
              </a:buClr>
              <a:buSzPts val="2000"/>
              <a:buFont typeface="Arial"/>
              <a:buChar char="•"/>
            </a:pPr>
            <a:r>
              <a:rPr b="0" i="0" lang="en-GB" sz="2000" u="sng" cap="none" strike="noStrike">
                <a:solidFill>
                  <a:srgbClr val="0000FF"/>
                </a:solidFill>
                <a:latin typeface="Calibri"/>
                <a:ea typeface="Calibri"/>
                <a:cs typeface="Calibri"/>
                <a:sym typeface="Calibri"/>
                <a:hlinkClick r:id="rId10">
                  <a:extLst>
                    <a:ext uri="{A12FA001-AC4F-418D-AE19-62706E023703}">
                      <ahyp:hlinkClr val="tx"/>
                    </a:ext>
                  </a:extLst>
                </a:hlinkClick>
              </a:rPr>
              <a:t>Geospatial Dataset</a:t>
            </a:r>
            <a:r>
              <a:rPr b="0" i="0" lang="en-GB" sz="2000" u="none" cap="none" strike="noStrike">
                <a:solidFill>
                  <a:schemeClr val="dk1"/>
                </a:solidFill>
                <a:latin typeface="Calibri"/>
                <a:ea typeface="Calibri"/>
                <a:cs typeface="Calibri"/>
                <a:sym typeface="Calibri"/>
              </a:rPr>
              <a:t> - Contains shipwreck data.</a:t>
            </a:r>
            <a:endParaRPr b="0" i="0" sz="2000" u="none" cap="none" strike="noStrike">
              <a:solidFill>
                <a:schemeClr val="dk1"/>
              </a:solidFill>
              <a:latin typeface="Calibri"/>
              <a:ea typeface="Calibri"/>
              <a:cs typeface="Calibri"/>
              <a:sym typeface="Calibri"/>
            </a:endParaRPr>
          </a:p>
          <a:p>
            <a:pPr indent="0" lvl="2" marL="269875" marR="0" rtl="0" algn="l">
              <a:spcBef>
                <a:spcPts val="600"/>
              </a:spcBef>
              <a:spcAft>
                <a:spcPts val="0"/>
              </a:spcAft>
              <a:buNone/>
            </a:pPr>
            <a:r>
              <a:rPr b="0" i="0" lang="en-GB" sz="2000" u="none" cap="none" strike="noStrike">
                <a:solidFill>
                  <a:schemeClr val="dk1"/>
                </a:solidFill>
                <a:latin typeface="Calibri"/>
                <a:ea typeface="Calibri"/>
                <a:cs typeface="Calibri"/>
                <a:sym typeface="Calibri"/>
              </a:rPr>
              <a:t>Alternatively you to explore any of the MongoDB Collections or Data Science Datasets from </a:t>
            </a:r>
            <a:r>
              <a:rPr b="0" i="0" lang="en-GB" sz="2000" u="sng" cap="none" strike="noStrike">
                <a:solidFill>
                  <a:srgbClr val="0000FF"/>
                </a:solidFill>
                <a:latin typeface="Calibri"/>
                <a:ea typeface="Calibri"/>
                <a:cs typeface="Calibri"/>
                <a:sym typeface="Calibri"/>
                <a:hlinkClick r:id="rId11">
                  <a:extLst>
                    <a:ext uri="{A12FA001-AC4F-418D-AE19-62706E023703}">
                      <ahyp:hlinkClr val="tx"/>
                    </a:ext>
                  </a:extLst>
                </a:hlinkClick>
              </a:rPr>
              <a:t>Kaggle</a:t>
            </a:r>
            <a:r>
              <a:rPr b="0" i="0" lang="en-GB" sz="2000" u="none" cap="none" strike="noStrike">
                <a:solidFill>
                  <a:schemeClr val="dk1"/>
                </a:solidFill>
                <a:latin typeface="Calibri"/>
                <a:ea typeface="Calibri"/>
                <a:cs typeface="Calibri"/>
                <a:sym typeface="Calibri"/>
              </a:rPr>
              <a:t> or </a:t>
            </a:r>
            <a:r>
              <a:rPr b="0" i="0" lang="en-GB" sz="2000" u="sng" cap="none" strike="noStrike">
                <a:solidFill>
                  <a:srgbClr val="0000FF"/>
                </a:solidFill>
                <a:latin typeface="Calibri"/>
                <a:ea typeface="Calibri"/>
                <a:cs typeface="Calibri"/>
                <a:sym typeface="Calibri"/>
                <a:hlinkClick r:id="rId12">
                  <a:extLst>
                    <a:ext uri="{A12FA001-AC4F-418D-AE19-62706E023703}">
                      <ahyp:hlinkClr val="tx"/>
                    </a:ext>
                  </a:extLst>
                </a:hlinkClick>
              </a:rPr>
              <a:t>Github</a:t>
            </a:r>
            <a:r>
              <a:rPr b="0" i="0" lang="en-GB" sz="2000" u="none" cap="none" strike="noStrike">
                <a:solidFill>
                  <a:schemeClr val="dk1"/>
                </a:solidFill>
                <a:latin typeface="Calibri"/>
                <a:ea typeface="Calibri"/>
                <a:cs typeface="Calibri"/>
                <a:sym typeface="Calibri"/>
              </a:rPr>
              <a:t>.  </a:t>
            </a:r>
            <a:endParaRPr/>
          </a:p>
          <a:p>
            <a:pPr indent="-342900" lvl="2" marL="612775" marR="0" rtl="0" algn="l">
              <a:spcBef>
                <a:spcPts val="600"/>
              </a:spcBef>
              <a:spcAft>
                <a:spcPts val="0"/>
              </a:spcAft>
              <a:buClr>
                <a:srgbClr val="0000FF"/>
              </a:buClr>
              <a:buSzPts val="2000"/>
              <a:buFont typeface="Arial"/>
              <a:buChar char="•"/>
            </a:pPr>
            <a:r>
              <a:rPr b="0" i="0" lang="en-GB" sz="2000" u="sng" cap="none" strike="noStrike">
                <a:solidFill>
                  <a:srgbClr val="0000FF"/>
                </a:solidFill>
                <a:latin typeface="Calibri"/>
                <a:ea typeface="Calibri"/>
                <a:cs typeface="Calibri"/>
                <a:sym typeface="Calibri"/>
                <a:hlinkClick r:id="rId13">
                  <a:extLst>
                    <a:ext uri="{A12FA001-AC4F-418D-AE19-62706E023703}">
                      <ahyp:hlinkClr val="tx"/>
                    </a:ext>
                  </a:extLst>
                </a:hlinkClick>
              </a:rPr>
              <a:t>Olympics120 Dataset</a:t>
            </a:r>
            <a:r>
              <a:rPr b="0" i="0" lang="en-GB" sz="2000" u="none" cap="none" strike="noStrike">
                <a:solidFill>
                  <a:schemeClr val="dk1"/>
                </a:solidFill>
                <a:latin typeface="Calibri"/>
                <a:ea typeface="Calibri"/>
                <a:cs typeface="Calibri"/>
                <a:sym typeface="Calibri"/>
              </a:rPr>
              <a:t> – (Kaggle) 120 years of Olympic history: athletes and results</a:t>
            </a:r>
            <a:endParaRPr/>
          </a:p>
          <a:p>
            <a:pPr indent="-342900" lvl="2" marL="612775" marR="0" rtl="0" algn="l">
              <a:spcBef>
                <a:spcPts val="600"/>
              </a:spcBef>
              <a:spcAft>
                <a:spcPts val="0"/>
              </a:spcAft>
              <a:buClr>
                <a:schemeClr val="dk1"/>
              </a:buClr>
              <a:buSzPts val="2000"/>
              <a:buFont typeface="Arial"/>
              <a:buChar char="•"/>
            </a:pPr>
            <a:r>
              <a:rPr b="0" i="0" lang="en-GB" sz="2000" u="sng" cap="none" strike="noStrike">
                <a:solidFill>
                  <a:schemeClr val="dk1"/>
                </a:solidFill>
                <a:latin typeface="Calibri"/>
                <a:ea typeface="Calibri"/>
                <a:cs typeface="Calibri"/>
                <a:sym typeface="Calibri"/>
                <a:hlinkClick r:id="rId14">
                  <a:extLst>
                    <a:ext uri="{A12FA001-AC4F-418D-AE19-62706E023703}">
                      <ahyp:hlinkClr val="tx"/>
                    </a:ext>
                  </a:extLst>
                </a:hlinkClick>
              </a:rPr>
              <a:t>Video Game Datasets</a:t>
            </a:r>
            <a:endParaRPr b="0" i="0" sz="2000" u="none" cap="none" strike="noStrike">
              <a:solidFill>
                <a:schemeClr val="dk1"/>
              </a:solidFill>
              <a:latin typeface="Calibri"/>
              <a:ea typeface="Calibri"/>
              <a:cs typeface="Calibri"/>
              <a:sym typeface="Calibri"/>
            </a:endParaRPr>
          </a:p>
          <a:p>
            <a:pPr indent="-342900" lvl="2" marL="612775" marR="0" rtl="0" algn="l">
              <a:spcBef>
                <a:spcPts val="600"/>
              </a:spcBef>
              <a:spcAft>
                <a:spcPts val="0"/>
              </a:spcAft>
              <a:buClr>
                <a:schemeClr val="dk1"/>
              </a:buClr>
              <a:buSzPts val="2000"/>
              <a:buFont typeface="Arial"/>
              <a:buChar char="•"/>
            </a:pPr>
            <a:r>
              <a:rPr b="0" i="0" lang="en-GB" sz="2000" u="sng" cap="none" strike="noStrike">
                <a:solidFill>
                  <a:schemeClr val="dk1"/>
                </a:solidFill>
                <a:latin typeface="Calibri"/>
                <a:ea typeface="Calibri"/>
                <a:cs typeface="Calibri"/>
                <a:sym typeface="Calibri"/>
                <a:hlinkClick r:id="rId15">
                  <a:extLst>
                    <a:ext uri="{A12FA001-AC4F-418D-AE19-62706E023703}">
                      <ahyp:hlinkClr val="tx"/>
                    </a:ext>
                  </a:extLst>
                </a:hlinkClick>
              </a:rPr>
              <a:t>Football Datasets</a:t>
            </a:r>
            <a:endParaRPr b="0" i="0" sz="2000" u="none" cap="none" strike="noStrike">
              <a:solidFill>
                <a:schemeClr val="dk1"/>
              </a:solidFill>
              <a:latin typeface="Calibri"/>
              <a:ea typeface="Calibri"/>
              <a:cs typeface="Calibri"/>
              <a:sym typeface="Calibri"/>
            </a:endParaRPr>
          </a:p>
          <a:p>
            <a:pPr indent="-342900" lvl="2" marL="612775" marR="0" rtl="0" algn="l">
              <a:spcBef>
                <a:spcPts val="600"/>
              </a:spcBef>
              <a:spcAft>
                <a:spcPts val="0"/>
              </a:spcAft>
              <a:buClr>
                <a:schemeClr val="dk1"/>
              </a:buClr>
              <a:buSzPts val="2000"/>
              <a:buFont typeface="Arial"/>
              <a:buChar char="•"/>
            </a:pPr>
            <a:r>
              <a:rPr b="0" i="0" lang="en-GB" sz="2000" u="sng" cap="none" strike="noStrike">
                <a:solidFill>
                  <a:schemeClr val="dk1"/>
                </a:solidFill>
                <a:latin typeface="Calibri"/>
                <a:ea typeface="Calibri"/>
                <a:cs typeface="Calibri"/>
                <a:sym typeface="Calibri"/>
                <a:hlinkClick r:id="rId16">
                  <a:extLst>
                    <a:ext uri="{A12FA001-AC4F-418D-AE19-62706E023703}">
                      <ahyp:hlinkClr val="tx"/>
                    </a:ext>
                  </a:extLst>
                </a:hlinkClick>
              </a:rPr>
              <a:t>Cricket Datasets</a:t>
            </a:r>
            <a:endParaRPr b="0" i="0" sz="2000" u="none" cap="none" strike="noStrike">
              <a:solidFill>
                <a:schemeClr val="dk1"/>
              </a:solidFill>
              <a:latin typeface="Calibri"/>
              <a:ea typeface="Calibri"/>
              <a:cs typeface="Calibri"/>
              <a:sym typeface="Calibri"/>
            </a:endParaRPr>
          </a:p>
          <a:p>
            <a:pPr indent="-342900" lvl="2" marL="612775" marR="0" rtl="0" algn="l">
              <a:spcBef>
                <a:spcPts val="600"/>
              </a:spcBef>
              <a:spcAft>
                <a:spcPts val="0"/>
              </a:spcAft>
              <a:buClr>
                <a:schemeClr val="dk1"/>
              </a:buClr>
              <a:buSzPts val="2000"/>
              <a:buFont typeface="Arial"/>
              <a:buChar char="•"/>
            </a:pPr>
            <a:r>
              <a:rPr b="0" i="0" lang="en-GB" sz="2000" u="sng" cap="none" strike="noStrike">
                <a:solidFill>
                  <a:schemeClr val="dk1"/>
                </a:solidFill>
                <a:latin typeface="Calibri"/>
                <a:ea typeface="Calibri"/>
                <a:cs typeface="Calibri"/>
                <a:sym typeface="Calibri"/>
                <a:hlinkClick r:id="rId17">
                  <a:extLst>
                    <a:ext uri="{A12FA001-AC4F-418D-AE19-62706E023703}">
                      <ahyp:hlinkClr val="tx"/>
                    </a:ext>
                  </a:extLst>
                </a:hlinkClick>
              </a:rPr>
              <a:t>Music Sales Datasets</a:t>
            </a:r>
            <a:endParaRPr b="0" i="0" sz="2000" u="none" cap="none" strike="noStrike">
              <a:solidFill>
                <a:schemeClr val="dk1"/>
              </a:solidFill>
              <a:latin typeface="Calibri"/>
              <a:ea typeface="Calibri"/>
              <a:cs typeface="Calibri"/>
              <a:sym typeface="Calibri"/>
            </a:endParaRPr>
          </a:p>
          <a:p>
            <a:pPr indent="-342900" lvl="2" marL="612775" marR="0" rtl="0" algn="l">
              <a:spcBef>
                <a:spcPts val="600"/>
              </a:spcBef>
              <a:spcAft>
                <a:spcPts val="0"/>
              </a:spcAft>
              <a:buClr>
                <a:srgbClr val="0000FF"/>
              </a:buClr>
              <a:buSzPts val="2000"/>
              <a:buFont typeface="Arial"/>
              <a:buChar char="•"/>
            </a:pPr>
            <a:r>
              <a:rPr b="0" i="0" lang="en-GB" sz="2000" u="sng" cap="none" strike="noStrike">
                <a:solidFill>
                  <a:srgbClr val="0000FF"/>
                </a:solidFill>
                <a:latin typeface="Calibri"/>
                <a:ea typeface="Calibri"/>
                <a:cs typeface="Calibri"/>
                <a:sym typeface="Calibri"/>
                <a:hlinkClick r:id="rId18">
                  <a:extLst>
                    <a:ext uri="{A12FA001-AC4F-418D-AE19-62706E023703}">
                      <ahyp:hlinkClr val="tx"/>
                    </a:ext>
                  </a:extLst>
                </a:hlinkClick>
              </a:rPr>
              <a:t>COVID-19 data</a:t>
            </a:r>
            <a:r>
              <a:rPr b="0" i="0" lang="en-GB" sz="2000" u="none" cap="none" strike="noStrike">
                <a:solidFill>
                  <a:schemeClr val="dk1"/>
                </a:solidFill>
                <a:latin typeface="Calibri"/>
                <a:ea typeface="Calibri"/>
                <a:cs typeface="Calibri"/>
                <a:sym typeface="Calibri"/>
              </a:rPr>
              <a:t> – (Kaggle) - John Hopkins University USA</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8"/>
          <p:cNvSpPr txBox="1"/>
          <p:nvPr>
            <p:ph type="title"/>
          </p:nvPr>
        </p:nvSpPr>
        <p:spPr>
          <a:xfrm>
            <a:off x="574414" y="182216"/>
            <a:ext cx="6239100" cy="674100"/>
          </a:xfrm>
          <a:prstGeom prst="rect">
            <a:avLst/>
          </a:prstGeom>
          <a:noFill/>
          <a:ln>
            <a:noFill/>
          </a:ln>
        </p:spPr>
        <p:txBody>
          <a:bodyPr anchorCtr="0" anchor="t" bIns="45700" lIns="91400" spcFirstLastPara="1" rIns="91400" wrap="square" tIns="45700">
            <a:normAutofit/>
          </a:bodyPr>
          <a:lstStyle/>
          <a:p>
            <a:pPr indent="0" lvl="0" marL="0" rtl="0" algn="l">
              <a:lnSpc>
                <a:spcPct val="80000"/>
              </a:lnSpc>
              <a:spcBef>
                <a:spcPts val="0"/>
              </a:spcBef>
              <a:spcAft>
                <a:spcPts val="0"/>
              </a:spcAft>
              <a:buClr>
                <a:srgbClr val="001E2B"/>
              </a:buClr>
              <a:buSzPts val="4400"/>
              <a:buFont typeface="Arial"/>
              <a:buNone/>
            </a:pPr>
            <a:r>
              <a:rPr b="0" i="0" lang="en-GB" sz="3600" u="sng">
                <a:solidFill>
                  <a:srgbClr val="001E2B"/>
                </a:solidFill>
                <a:latin typeface="Arial"/>
                <a:ea typeface="Arial"/>
                <a:cs typeface="Arial"/>
                <a:sym typeface="Arial"/>
                <a:hlinkClick r:id="rId3">
                  <a:extLst>
                    <a:ext uri="{A12FA001-AC4F-418D-AE19-62706E023703}">
                      <ahyp:hlinkClr val="tx"/>
                    </a:ext>
                  </a:extLst>
                </a:hlinkClick>
              </a:rPr>
              <a:t>Introduction to MongoDB</a:t>
            </a:r>
            <a:endParaRPr sz="3600"/>
          </a:p>
        </p:txBody>
      </p:sp>
      <p:sp>
        <p:nvSpPr>
          <p:cNvPr id="309" name="Google Shape;309;p8"/>
          <p:cNvSpPr txBox="1"/>
          <p:nvPr>
            <p:ph idx="1" type="body"/>
          </p:nvPr>
        </p:nvSpPr>
        <p:spPr>
          <a:xfrm>
            <a:off x="331375" y="856352"/>
            <a:ext cx="6656100" cy="2290800"/>
          </a:xfrm>
          <a:prstGeom prst="rect">
            <a:avLst/>
          </a:prstGeom>
          <a:noFill/>
          <a:ln>
            <a:noFill/>
          </a:ln>
        </p:spPr>
        <p:txBody>
          <a:bodyPr anchorCtr="0" anchor="t" bIns="45700" lIns="91425" spcFirstLastPara="1" rIns="91425" wrap="square" tIns="45700">
            <a:noAutofit/>
          </a:bodyPr>
          <a:lstStyle/>
          <a:p>
            <a:pPr indent="-342783" lvl="0" marL="342783" rtl="0" algn="l">
              <a:spcBef>
                <a:spcPts val="0"/>
              </a:spcBef>
              <a:spcAft>
                <a:spcPts val="0"/>
              </a:spcAft>
              <a:buClr>
                <a:srgbClr val="001E2B"/>
              </a:buClr>
              <a:buSzPts val="2400"/>
              <a:buChar char="•"/>
            </a:pPr>
            <a:r>
              <a:rPr b="0" i="0" lang="en-GB" sz="2400">
                <a:solidFill>
                  <a:srgbClr val="001E2B"/>
                </a:solidFill>
                <a:latin typeface="Arial"/>
                <a:ea typeface="Arial"/>
                <a:cs typeface="Arial"/>
                <a:sym typeface="Arial"/>
              </a:rPr>
              <a:t>The Introduction to MongoDB course guides you through the foundational skills and knowledge you need to get started with MongoDB. This includes connecting to a MongoDB database, how to conduct simple CRUD operations, and key topics such as aggregation, indexing, data modeling, and transactions.</a:t>
            </a:r>
            <a:endParaRPr/>
          </a:p>
          <a:p>
            <a:pPr indent="-139583" lvl="0" marL="342783" rtl="0" algn="l">
              <a:spcBef>
                <a:spcPts val="1400"/>
              </a:spcBef>
              <a:spcAft>
                <a:spcPts val="0"/>
              </a:spcAft>
              <a:buClr>
                <a:schemeClr val="dk1"/>
              </a:buClr>
              <a:buSzPts val="3200"/>
              <a:buNone/>
            </a:pPr>
            <a:r>
              <a:t/>
            </a:r>
            <a:endParaRPr/>
          </a:p>
        </p:txBody>
      </p:sp>
      <p:pic>
        <p:nvPicPr>
          <p:cNvPr id="310" name="Google Shape;310;p8">
            <a:hlinkClick r:id="rId4"/>
          </p:cNvPr>
          <p:cNvPicPr preferRelativeResize="0"/>
          <p:nvPr/>
        </p:nvPicPr>
        <p:blipFill rotWithShape="1">
          <a:blip r:embed="rId5">
            <a:alphaModFix/>
          </a:blip>
          <a:srcRect b="0" l="0" r="0" t="0"/>
          <a:stretch/>
        </p:blipFill>
        <p:spPr>
          <a:xfrm>
            <a:off x="7035613" y="0"/>
            <a:ext cx="4868333" cy="6858000"/>
          </a:xfrm>
          <a:prstGeom prst="rect">
            <a:avLst/>
          </a:prstGeom>
          <a:noFill/>
          <a:ln>
            <a:noFill/>
          </a:ln>
        </p:spPr>
      </p:pic>
      <p:sp>
        <p:nvSpPr>
          <p:cNvPr id="311" name="Google Shape;311;p8"/>
          <p:cNvSpPr txBox="1"/>
          <p:nvPr/>
        </p:nvSpPr>
        <p:spPr>
          <a:xfrm>
            <a:off x="1652975" y="6393600"/>
            <a:ext cx="3633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1800">
                <a:solidFill>
                  <a:srgbClr val="001E2B"/>
                </a:solidFill>
                <a:latin typeface="Arial"/>
                <a:ea typeface="Arial"/>
                <a:cs typeface="Arial"/>
                <a:sym typeface="Arial"/>
              </a:rPr>
              <a:t>Introduction to MongoDB</a:t>
            </a:r>
            <a:endParaRPr/>
          </a:p>
        </p:txBody>
      </p:sp>
      <p:pic>
        <p:nvPicPr>
          <p:cNvPr id="312" name="Google Shape;312;p8">
            <a:hlinkClick r:id="rId6"/>
          </p:cNvPr>
          <p:cNvPicPr preferRelativeResize="0"/>
          <p:nvPr/>
        </p:nvPicPr>
        <p:blipFill rotWithShape="1">
          <a:blip r:embed="rId7">
            <a:alphaModFix/>
          </a:blip>
          <a:srcRect b="0" l="0" r="0" t="0"/>
          <a:stretch/>
        </p:blipFill>
        <p:spPr>
          <a:xfrm>
            <a:off x="2917944" y="4587788"/>
            <a:ext cx="3590925" cy="1238250"/>
          </a:xfrm>
          <a:prstGeom prst="rect">
            <a:avLst/>
          </a:prstGeom>
          <a:noFill/>
          <a:ln>
            <a:noFill/>
          </a:ln>
        </p:spPr>
      </p:pic>
      <p:pic>
        <p:nvPicPr>
          <p:cNvPr id="313" name="Google Shape;313;p8">
            <a:hlinkClick r:id="rId8"/>
          </p:cNvPr>
          <p:cNvPicPr preferRelativeResize="0"/>
          <p:nvPr/>
        </p:nvPicPr>
        <p:blipFill rotWithShape="1">
          <a:blip r:embed="rId9">
            <a:alphaModFix/>
          </a:blip>
          <a:srcRect b="0" l="0" r="0" t="0"/>
          <a:stretch/>
        </p:blipFill>
        <p:spPr>
          <a:xfrm>
            <a:off x="700620" y="4692563"/>
            <a:ext cx="1800225" cy="1028700"/>
          </a:xfrm>
          <a:prstGeom prst="rect">
            <a:avLst/>
          </a:prstGeom>
          <a:noFill/>
          <a:ln cap="flat" cmpd="sng" w="9525">
            <a:solidFill>
              <a:srgbClr val="FF0000"/>
            </a:solidFill>
            <a:prstDash val="solid"/>
            <a:round/>
            <a:headEnd len="sm" w="sm" type="none"/>
            <a:tailEnd len="sm" w="sm" type="none"/>
          </a:ln>
        </p:spPr>
      </p:pic>
      <p:sp>
        <p:nvSpPr>
          <p:cNvPr id="314" name="Google Shape;314;p8"/>
          <p:cNvSpPr txBox="1"/>
          <p:nvPr/>
        </p:nvSpPr>
        <p:spPr>
          <a:xfrm>
            <a:off x="904775" y="4013450"/>
            <a:ext cx="5130300" cy="461700"/>
          </a:xfrm>
          <a:prstGeom prst="rect">
            <a:avLst/>
          </a:prstGeom>
          <a:solidFill>
            <a:srgbClr val="DAE5F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GB" sz="2400">
                <a:solidFill>
                  <a:srgbClr val="1C2D38"/>
                </a:solidFill>
                <a:latin typeface="Arial"/>
                <a:ea typeface="Arial"/>
                <a:cs typeface="Arial"/>
                <a:sym typeface="Arial"/>
              </a:rPr>
              <a:t>Don't have an account?</a:t>
            </a:r>
            <a:r>
              <a:rPr b="1" i="0" lang="en-GB" sz="2400" u="sng" strike="noStrike">
                <a:solidFill>
                  <a:srgbClr val="016BF8"/>
                </a:solidFill>
                <a:latin typeface="Arial"/>
                <a:ea typeface="Arial"/>
                <a:cs typeface="Arial"/>
                <a:sym typeface="Arial"/>
                <a:hlinkClick r:id="rId10">
                  <a:extLst>
                    <a:ext uri="{A12FA001-AC4F-418D-AE19-62706E023703}">
                      <ahyp:hlinkClr val="tx"/>
                    </a:ext>
                  </a:extLst>
                </a:hlinkClick>
              </a:rPr>
              <a:t> Sign Up</a:t>
            </a:r>
            <a:endParaRPr b="1" sz="24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9"/>
          <p:cNvSpPr txBox="1"/>
          <p:nvPr>
            <p:ph type="title"/>
          </p:nvPr>
        </p:nvSpPr>
        <p:spPr>
          <a:xfrm>
            <a:off x="457200" y="381000"/>
            <a:ext cx="11277600" cy="492443"/>
          </a:xfrm>
          <a:prstGeom prst="rect">
            <a:avLst/>
          </a:prstGeom>
          <a:noFill/>
          <a:ln>
            <a:noFill/>
          </a:ln>
        </p:spPr>
        <p:txBody>
          <a:bodyPr anchorCtr="0" anchor="t" bIns="45700" lIns="91400" spcFirstLastPara="1" rIns="91400" wrap="square" tIns="45700">
            <a:normAutofit/>
          </a:bodyPr>
          <a:lstStyle/>
          <a:p>
            <a:pPr indent="0" lvl="0" marL="0" rtl="0" algn="l">
              <a:lnSpc>
                <a:spcPct val="80000"/>
              </a:lnSpc>
              <a:spcBef>
                <a:spcPts val="0"/>
              </a:spcBef>
              <a:spcAft>
                <a:spcPts val="0"/>
              </a:spcAft>
              <a:buClr>
                <a:schemeClr val="dk1"/>
              </a:buClr>
              <a:buSzPts val="3200"/>
              <a:buFont typeface="Calibri"/>
              <a:buNone/>
            </a:pPr>
            <a:r>
              <a:rPr b="1" lang="en-GB" sz="3200">
                <a:latin typeface="Calibri"/>
                <a:ea typeface="Calibri"/>
                <a:cs typeface="Calibri"/>
                <a:sym typeface="Calibri"/>
              </a:rPr>
              <a:t>CH01: What is MongoDB? </a:t>
            </a:r>
            <a:endParaRPr sz="3200"/>
          </a:p>
        </p:txBody>
      </p:sp>
      <p:sp>
        <p:nvSpPr>
          <p:cNvPr id="320" name="Google Shape;320;p9"/>
          <p:cNvSpPr txBox="1"/>
          <p:nvPr/>
        </p:nvSpPr>
        <p:spPr>
          <a:xfrm>
            <a:off x="533400" y="1143000"/>
            <a:ext cx="6096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u="sng">
                <a:solidFill>
                  <a:schemeClr val="dk1"/>
                </a:solidFill>
                <a:latin typeface="Calibri"/>
                <a:ea typeface="Calibri"/>
                <a:cs typeface="Calibri"/>
                <a:sym typeface="Calibri"/>
                <a:hlinkClick r:id="rId3">
                  <a:extLst>
                    <a:ext uri="{A12FA001-AC4F-418D-AE19-62706E023703}">
                      <ahyp:hlinkClr val="tx"/>
                    </a:ext>
                  </a:extLst>
                </a:hlinkClick>
              </a:rPr>
              <a:t>MongoDB Basics CH01</a:t>
            </a:r>
            <a:endParaRPr/>
          </a:p>
          <a:p>
            <a:pPr indent="0" lvl="0" marL="0" marR="0" rtl="0" algn="l">
              <a:spcBef>
                <a:spcPts val="0"/>
              </a:spcBef>
              <a:spcAft>
                <a:spcPts val="0"/>
              </a:spcAft>
              <a:buNone/>
            </a:pPr>
            <a:r>
              <a:rPr lang="en-GB" sz="1800" u="sng">
                <a:solidFill>
                  <a:schemeClr val="dk1"/>
                </a:solidFill>
                <a:latin typeface="Calibri"/>
                <a:ea typeface="Calibri"/>
                <a:cs typeface="Calibri"/>
                <a:sym typeface="Calibri"/>
                <a:hlinkClick r:id="rId4">
                  <a:extLst>
                    <a:ext uri="{A12FA001-AC4F-418D-AE19-62706E023703}">
                      <ahyp:hlinkClr val="tx"/>
                    </a:ext>
                  </a:extLst>
                </a:hlinkClick>
              </a:rPr>
              <a:t>01 Welcome! - MongoDB University</a:t>
            </a:r>
            <a:endParaRPr sz="1800">
              <a:solidFill>
                <a:schemeClr val="dk1"/>
              </a:solidFill>
              <a:latin typeface="Calibri"/>
              <a:ea typeface="Calibri"/>
              <a:cs typeface="Calibri"/>
              <a:sym typeface="Calibri"/>
            </a:endParaRPr>
          </a:p>
        </p:txBody>
      </p:sp>
      <p:pic>
        <p:nvPicPr>
          <p:cNvPr id="321" name="Google Shape;321;p9">
            <a:hlinkClick r:id="rId5"/>
          </p:cNvPr>
          <p:cNvPicPr preferRelativeResize="0"/>
          <p:nvPr/>
        </p:nvPicPr>
        <p:blipFill rotWithShape="1">
          <a:blip r:embed="rId6">
            <a:alphaModFix/>
          </a:blip>
          <a:srcRect b="0" l="0" r="0" t="0"/>
          <a:stretch/>
        </p:blipFill>
        <p:spPr>
          <a:xfrm>
            <a:off x="533400" y="1953517"/>
            <a:ext cx="5607150" cy="3299817"/>
          </a:xfrm>
          <a:prstGeom prst="rect">
            <a:avLst/>
          </a:prstGeom>
          <a:noFill/>
          <a:ln>
            <a:noFill/>
          </a:ln>
        </p:spPr>
      </p:pic>
      <p:pic>
        <p:nvPicPr>
          <p:cNvPr id="322" name="Google Shape;322;p9">
            <a:hlinkClick r:id="rId7"/>
          </p:cNvPr>
          <p:cNvPicPr preferRelativeResize="0"/>
          <p:nvPr/>
        </p:nvPicPr>
        <p:blipFill rotWithShape="1">
          <a:blip r:embed="rId8">
            <a:alphaModFix/>
          </a:blip>
          <a:srcRect b="0" l="0" r="78230" t="0"/>
          <a:stretch/>
        </p:blipFill>
        <p:spPr>
          <a:xfrm>
            <a:off x="7489875" y="2003597"/>
            <a:ext cx="3352800" cy="1873940"/>
          </a:xfrm>
          <a:prstGeom prst="rect">
            <a:avLst/>
          </a:prstGeom>
          <a:noFill/>
          <a:ln>
            <a:noFill/>
          </a:ln>
        </p:spPr>
      </p:pic>
      <p:sp>
        <p:nvSpPr>
          <p:cNvPr id="323" name="Google Shape;323;p9"/>
          <p:cNvSpPr txBox="1"/>
          <p:nvPr/>
        </p:nvSpPr>
        <p:spPr>
          <a:xfrm>
            <a:off x="7227277" y="1238176"/>
            <a:ext cx="4507523"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u="sng">
                <a:solidFill>
                  <a:srgbClr val="464646"/>
                </a:solidFill>
                <a:latin typeface="Arial"/>
                <a:ea typeface="Arial"/>
                <a:cs typeface="Arial"/>
                <a:sym typeface="Arial"/>
                <a:hlinkClick r:id="rId9">
                  <a:extLst>
                    <a:ext uri="{A12FA001-AC4F-418D-AE19-62706E023703}">
                      <ahyp:hlinkClr val="tx"/>
                    </a:ext>
                  </a:extLst>
                </a:hlinkClick>
              </a:rPr>
              <a:t>MongoDB Basics CH01</a:t>
            </a:r>
            <a:r>
              <a:rPr lang="en-GB" sz="1800" u="sng">
                <a:solidFill>
                  <a:srgbClr val="464646"/>
                </a:solidFill>
                <a:latin typeface="Arial"/>
                <a:ea typeface="Arial"/>
                <a:cs typeface="Arial"/>
                <a:sym typeface="Arial"/>
              </a:rPr>
              <a:t>: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GB" sz="1800" u="sng">
                <a:solidFill>
                  <a:srgbClr val="0000FF"/>
                </a:solidFill>
                <a:latin typeface="Arial"/>
                <a:ea typeface="Arial"/>
                <a:cs typeface="Arial"/>
                <a:sym typeface="Arial"/>
                <a:hlinkClick r:id="rId10">
                  <a:extLst>
                    <a:ext uri="{A12FA001-AC4F-418D-AE19-62706E023703}">
                      <ahyp:hlinkClr val="tx"/>
                    </a:ext>
                  </a:extLst>
                </a:hlinkClick>
              </a:rPr>
              <a:t>01a Explanation of MongoDB Atlas </a:t>
            </a:r>
            <a:endParaRPr sz="1800">
              <a:solidFill>
                <a:schemeClr val="dk1"/>
              </a:solidFill>
              <a:latin typeface="Calibri"/>
              <a:ea typeface="Calibri"/>
              <a:cs typeface="Calibri"/>
              <a:sym typeface="Calibri"/>
            </a:endParaRPr>
          </a:p>
        </p:txBody>
      </p:sp>
      <p:sp>
        <p:nvSpPr>
          <p:cNvPr id="324" name="Google Shape;324;p9"/>
          <p:cNvSpPr txBox="1"/>
          <p:nvPr/>
        </p:nvSpPr>
        <p:spPr>
          <a:xfrm>
            <a:off x="7086600" y="4191000"/>
            <a:ext cx="4648200" cy="1477328"/>
          </a:xfrm>
          <a:prstGeom prst="rect">
            <a:avLst/>
          </a:prstGeom>
          <a:noFill/>
          <a:ln>
            <a:noFill/>
          </a:ln>
        </p:spPr>
        <p:txBody>
          <a:bodyPr anchorCtr="0" anchor="t" bIns="45700" lIns="91425" spcFirstLastPara="1" rIns="91425" wrap="square" tIns="45700">
            <a:spAutoFit/>
          </a:bodyPr>
          <a:lstStyle/>
          <a:p>
            <a:pPr indent="0" lvl="0" marL="12065" marR="5080" rtl="0" algn="l">
              <a:lnSpc>
                <a:spcPct val="100000"/>
              </a:lnSpc>
              <a:spcBef>
                <a:spcPts val="0"/>
              </a:spcBef>
              <a:spcAft>
                <a:spcPts val="0"/>
              </a:spcAft>
              <a:buNone/>
            </a:pPr>
            <a:r>
              <a:rPr b="1" lang="en-GB" sz="1800">
                <a:solidFill>
                  <a:srgbClr val="252525"/>
                </a:solidFill>
                <a:latin typeface="Calibri"/>
                <a:ea typeface="Calibri"/>
                <a:cs typeface="Calibri"/>
                <a:sym typeface="Calibri"/>
              </a:rPr>
              <a:t>You only need to know how to create a cluster.  </a:t>
            </a:r>
            <a:endParaRPr/>
          </a:p>
          <a:p>
            <a:pPr indent="0" lvl="0" marL="12065" marR="5080" rtl="0" algn="l">
              <a:lnSpc>
                <a:spcPct val="100000"/>
              </a:lnSpc>
              <a:spcBef>
                <a:spcPts val="0"/>
              </a:spcBef>
              <a:spcAft>
                <a:spcPts val="0"/>
              </a:spcAft>
              <a:buNone/>
            </a:pPr>
            <a:r>
              <a:t/>
            </a:r>
            <a:endParaRPr sz="1800">
              <a:solidFill>
                <a:srgbClr val="252525"/>
              </a:solidFill>
              <a:latin typeface="Calibri"/>
              <a:ea typeface="Calibri"/>
              <a:cs typeface="Calibri"/>
              <a:sym typeface="Calibri"/>
            </a:endParaRPr>
          </a:p>
          <a:p>
            <a:pPr indent="0" lvl="0" marL="12065" marR="5080" rtl="0" algn="l">
              <a:lnSpc>
                <a:spcPct val="100000"/>
              </a:lnSpc>
              <a:spcBef>
                <a:spcPts val="0"/>
              </a:spcBef>
              <a:spcAft>
                <a:spcPts val="0"/>
              </a:spcAft>
              <a:buNone/>
            </a:pPr>
            <a:r>
              <a:rPr lang="en-GB" sz="1800">
                <a:solidFill>
                  <a:srgbClr val="252525"/>
                </a:solidFill>
                <a:latin typeface="Calibri"/>
                <a:ea typeface="Calibri"/>
                <a:cs typeface="Calibri"/>
                <a:sym typeface="Calibri"/>
              </a:rPr>
              <a:t>The cluster and performance management is of limited relevance for our purposes. </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10"/>
          <p:cNvSpPr txBox="1"/>
          <p:nvPr>
            <p:ph type="title"/>
          </p:nvPr>
        </p:nvSpPr>
        <p:spPr>
          <a:xfrm>
            <a:off x="379514" y="182215"/>
            <a:ext cx="11524432" cy="1063487"/>
          </a:xfrm>
          <a:prstGeom prst="rect">
            <a:avLst/>
          </a:prstGeom>
          <a:noFill/>
          <a:ln>
            <a:noFill/>
          </a:ln>
        </p:spPr>
        <p:txBody>
          <a:bodyPr anchorCtr="0" anchor="t" bIns="45700" lIns="91400" spcFirstLastPara="1" rIns="91400" wrap="square" tIns="45700">
            <a:normAutofit/>
          </a:bodyPr>
          <a:lstStyle/>
          <a:p>
            <a:pPr indent="0" lvl="0" marL="0" rtl="0" algn="l">
              <a:lnSpc>
                <a:spcPct val="80000"/>
              </a:lnSpc>
              <a:spcBef>
                <a:spcPts val="0"/>
              </a:spcBef>
              <a:spcAft>
                <a:spcPts val="0"/>
              </a:spcAft>
              <a:buClr>
                <a:srgbClr val="333333"/>
              </a:buClr>
              <a:buSzPts val="4400"/>
              <a:buFont typeface="Arial"/>
              <a:buNone/>
            </a:pPr>
            <a:r>
              <a:rPr lang="en-GB" u="sng">
                <a:solidFill>
                  <a:srgbClr val="333333"/>
                </a:solidFill>
                <a:latin typeface="Arial"/>
                <a:ea typeface="Arial"/>
                <a:cs typeface="Arial"/>
                <a:sym typeface="Arial"/>
                <a:hlinkClick r:id="rId3">
                  <a:extLst>
                    <a:ext uri="{A12FA001-AC4F-418D-AE19-62706E023703}">
                      <ahyp:hlinkClr val="tx"/>
                    </a:ext>
                  </a:extLst>
                </a:hlinkClick>
              </a:rPr>
              <a:t>Unit 0: Start Here - Intro to MongoDB</a:t>
            </a:r>
            <a:endParaRPr/>
          </a:p>
        </p:txBody>
      </p:sp>
      <p:pic>
        <p:nvPicPr>
          <p:cNvPr id="330" name="Google Shape;330;p10">
            <a:hlinkClick r:id="rId4"/>
          </p:cNvPr>
          <p:cNvPicPr preferRelativeResize="0"/>
          <p:nvPr/>
        </p:nvPicPr>
        <p:blipFill rotWithShape="1">
          <a:blip r:embed="rId5">
            <a:alphaModFix/>
          </a:blip>
          <a:srcRect b="0" l="0" r="0" t="0"/>
          <a:stretch/>
        </p:blipFill>
        <p:spPr>
          <a:xfrm>
            <a:off x="0" y="1475718"/>
            <a:ext cx="12192000" cy="390656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11"/>
          <p:cNvSpPr txBox="1"/>
          <p:nvPr/>
        </p:nvSpPr>
        <p:spPr>
          <a:xfrm>
            <a:off x="263952" y="94269"/>
            <a:ext cx="8097746"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The first lab will cover the command line interface mongosh.</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In this introductory lab the user must simply type “db.help()” into the command line. This will then display a list of commonly used commands and a brief description of each command.</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Text&#10;&#10;Description automatically generated" id="336" name="Google Shape;336;p11"/>
          <p:cNvPicPr preferRelativeResize="0"/>
          <p:nvPr/>
        </p:nvPicPr>
        <p:blipFill rotWithShape="1">
          <a:blip r:embed="rId3">
            <a:alphaModFix/>
          </a:blip>
          <a:srcRect b="0" l="0" r="0" t="0"/>
          <a:stretch/>
        </p:blipFill>
        <p:spPr>
          <a:xfrm>
            <a:off x="1442301" y="2095675"/>
            <a:ext cx="9165996" cy="4290466"/>
          </a:xfrm>
          <a:prstGeom prst="rect">
            <a:avLst/>
          </a:prstGeom>
          <a:noFill/>
          <a:ln>
            <a:noFill/>
          </a:ln>
        </p:spPr>
      </p:pic>
      <p:sp>
        <p:nvSpPr>
          <p:cNvPr id="337" name="Google Shape;337;p11"/>
          <p:cNvSpPr txBox="1"/>
          <p:nvPr/>
        </p:nvSpPr>
        <p:spPr>
          <a:xfrm>
            <a:off x="8861196" y="94269"/>
            <a:ext cx="2884602"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getName – returns the name of the database.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getUser – returns the information about the specified user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12"/>
          <p:cNvSpPr txBox="1"/>
          <p:nvPr>
            <p:ph type="title"/>
          </p:nvPr>
        </p:nvSpPr>
        <p:spPr>
          <a:xfrm>
            <a:off x="379514" y="182215"/>
            <a:ext cx="11524432" cy="1063487"/>
          </a:xfrm>
          <a:prstGeom prst="rect">
            <a:avLst/>
          </a:prstGeom>
          <a:noFill/>
          <a:ln>
            <a:noFill/>
          </a:ln>
        </p:spPr>
        <p:txBody>
          <a:bodyPr anchorCtr="0" anchor="t" bIns="45700" lIns="91400" spcFirstLastPara="1" rIns="91400" wrap="square" tIns="45700">
            <a:normAutofit/>
          </a:bodyPr>
          <a:lstStyle/>
          <a:p>
            <a:pPr indent="0" lvl="0" marL="0" rtl="0" algn="l">
              <a:lnSpc>
                <a:spcPct val="80000"/>
              </a:lnSpc>
              <a:spcBef>
                <a:spcPts val="0"/>
              </a:spcBef>
              <a:spcAft>
                <a:spcPts val="0"/>
              </a:spcAft>
              <a:buClr>
                <a:srgbClr val="333333"/>
              </a:buClr>
              <a:buSzPts val="4400"/>
              <a:buFont typeface="Arial"/>
              <a:buNone/>
            </a:pPr>
            <a:r>
              <a:rPr lang="en-GB" sz="4400" u="sng">
                <a:solidFill>
                  <a:srgbClr val="333333"/>
                </a:solidFill>
                <a:latin typeface="Arial"/>
                <a:ea typeface="Arial"/>
                <a:cs typeface="Arial"/>
                <a:sym typeface="Arial"/>
                <a:hlinkClick r:id="rId3">
                  <a:extLst>
                    <a:ext uri="{A12FA001-AC4F-418D-AE19-62706E023703}">
                      <ahyp:hlinkClr val="tx"/>
                    </a:ext>
                  </a:extLst>
                </a:hlinkClick>
              </a:rPr>
              <a:t>Unit 1: </a:t>
            </a:r>
            <a:r>
              <a:rPr b="0" i="0" lang="en-GB" sz="4400" u="sng">
                <a:solidFill>
                  <a:srgbClr val="333333"/>
                </a:solidFill>
                <a:latin typeface="Arial"/>
                <a:ea typeface="Arial"/>
                <a:cs typeface="Arial"/>
                <a:sym typeface="Arial"/>
                <a:hlinkClick r:id="rId4">
                  <a:extLst>
                    <a:ext uri="{A12FA001-AC4F-418D-AE19-62706E023703}">
                      <ahyp:hlinkClr val="tx"/>
                    </a:ext>
                  </a:extLst>
                </a:hlinkClick>
              </a:rPr>
              <a:t>Getting Started with MongoDB Atlas</a:t>
            </a:r>
            <a:endParaRPr b="0" i="0" sz="4400">
              <a:solidFill>
                <a:srgbClr val="333333"/>
              </a:solidFill>
              <a:latin typeface="Arial"/>
              <a:ea typeface="Arial"/>
              <a:cs typeface="Arial"/>
              <a:sym typeface="Arial"/>
            </a:endParaRPr>
          </a:p>
        </p:txBody>
      </p:sp>
      <p:pic>
        <p:nvPicPr>
          <p:cNvPr id="343" name="Google Shape;343;p12">
            <a:hlinkClick r:id="rId5"/>
          </p:cNvPr>
          <p:cNvPicPr preferRelativeResize="0"/>
          <p:nvPr/>
        </p:nvPicPr>
        <p:blipFill rotWithShape="1">
          <a:blip r:embed="rId6">
            <a:alphaModFix/>
          </a:blip>
          <a:srcRect b="0" l="0" r="0" t="0"/>
          <a:stretch/>
        </p:blipFill>
        <p:spPr>
          <a:xfrm>
            <a:off x="379514" y="1136325"/>
            <a:ext cx="10972800" cy="553946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pic>
        <p:nvPicPr>
          <p:cNvPr id="348" name="Google Shape;348;p13"/>
          <p:cNvPicPr preferRelativeResize="0"/>
          <p:nvPr/>
        </p:nvPicPr>
        <p:blipFill rotWithShape="1">
          <a:blip r:embed="rId3">
            <a:alphaModFix/>
          </a:blip>
          <a:srcRect b="0" l="0" r="0" t="0"/>
          <a:stretch/>
        </p:blipFill>
        <p:spPr>
          <a:xfrm>
            <a:off x="254524" y="556182"/>
            <a:ext cx="3791479" cy="4963218"/>
          </a:xfrm>
          <a:prstGeom prst="rect">
            <a:avLst/>
          </a:prstGeom>
          <a:noFill/>
          <a:ln>
            <a:noFill/>
          </a:ln>
        </p:spPr>
      </p:pic>
      <p:sp>
        <p:nvSpPr>
          <p:cNvPr id="349" name="Google Shape;349;p13"/>
          <p:cNvSpPr txBox="1"/>
          <p:nvPr/>
        </p:nvSpPr>
        <p:spPr>
          <a:xfrm>
            <a:off x="4920792" y="914398"/>
            <a:ext cx="5448693"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Signing up for a MongoDB account is a simple process.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You have the choice of using your own personal email,</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your Google account or even GitHub.</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For the following presentation I opted to use my Teesside University account and two factor authentication.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14"/>
          <p:cNvSpPr txBox="1"/>
          <p:nvPr/>
        </p:nvSpPr>
        <p:spPr>
          <a:xfrm>
            <a:off x="4147793" y="386499"/>
            <a:ext cx="4628561"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chemeClr val="dk1"/>
                </a:solidFill>
                <a:latin typeface="Calibri"/>
                <a:ea typeface="Calibri"/>
                <a:cs typeface="Calibri"/>
                <a:sym typeface="Calibri"/>
              </a:rPr>
              <a:t>Getting started with MongoDB 		Atlas</a:t>
            </a:r>
            <a:endParaRPr/>
          </a:p>
        </p:txBody>
      </p:sp>
      <p:sp>
        <p:nvSpPr>
          <p:cNvPr id="355" name="Google Shape;355;p14"/>
          <p:cNvSpPr txBox="1"/>
          <p:nvPr/>
        </p:nvSpPr>
        <p:spPr>
          <a:xfrm>
            <a:off x="113121" y="1140642"/>
            <a:ext cx="2884603" cy="123110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000">
                <a:solidFill>
                  <a:schemeClr val="dk1"/>
                </a:solidFill>
                <a:latin typeface="Calibri"/>
                <a:ea typeface="Calibri"/>
                <a:cs typeface="Calibri"/>
                <a:sym typeface="Calibri"/>
              </a:rPr>
              <a:t>Organisations – </a:t>
            </a:r>
            <a:r>
              <a:rPr lang="en-GB" sz="1800">
                <a:solidFill>
                  <a:schemeClr val="dk1"/>
                </a:solidFill>
                <a:latin typeface="Calibri"/>
                <a:ea typeface="Calibri"/>
                <a:cs typeface="Calibri"/>
                <a:sym typeface="Calibri"/>
              </a:rPr>
              <a:t>Allow you to group and define users and teams and to grant them access to projects.</a:t>
            </a:r>
            <a:endParaRPr/>
          </a:p>
        </p:txBody>
      </p:sp>
      <p:sp>
        <p:nvSpPr>
          <p:cNvPr id="356" name="Google Shape;356;p14"/>
          <p:cNvSpPr txBox="1"/>
          <p:nvPr/>
        </p:nvSpPr>
        <p:spPr>
          <a:xfrm>
            <a:off x="113121" y="2630078"/>
            <a:ext cx="2601799" cy="123110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000">
                <a:solidFill>
                  <a:schemeClr val="dk1"/>
                </a:solidFill>
                <a:latin typeface="Calibri"/>
                <a:ea typeface="Calibri"/>
                <a:cs typeface="Calibri"/>
                <a:sym typeface="Calibri"/>
              </a:rPr>
              <a:t>Projects – </a:t>
            </a:r>
            <a:r>
              <a:rPr lang="en-GB" sz="1800">
                <a:solidFill>
                  <a:schemeClr val="dk1"/>
                </a:solidFill>
                <a:latin typeface="Calibri"/>
                <a:ea typeface="Calibri"/>
                <a:cs typeface="Calibri"/>
                <a:sym typeface="Calibri"/>
              </a:rPr>
              <a:t>Allow you to organise and define resources, like database clusters.</a:t>
            </a:r>
            <a:endParaRPr/>
          </a:p>
        </p:txBody>
      </p:sp>
      <p:sp>
        <p:nvSpPr>
          <p:cNvPr id="357" name="Google Shape;357;p14"/>
          <p:cNvSpPr txBox="1"/>
          <p:nvPr/>
        </p:nvSpPr>
        <p:spPr>
          <a:xfrm>
            <a:off x="113120" y="4186915"/>
            <a:ext cx="2601799"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A common way to use this feature is to create separate projects for development, testing and production.</a:t>
            </a:r>
            <a:endParaRPr/>
          </a:p>
        </p:txBody>
      </p:sp>
      <p:pic>
        <p:nvPicPr>
          <p:cNvPr id="358" name="Google Shape;358;p14"/>
          <p:cNvPicPr preferRelativeResize="0"/>
          <p:nvPr/>
        </p:nvPicPr>
        <p:blipFill rotWithShape="1">
          <a:blip r:embed="rId3">
            <a:alphaModFix/>
          </a:blip>
          <a:srcRect b="0" l="0" r="0" t="0"/>
          <a:stretch/>
        </p:blipFill>
        <p:spPr>
          <a:xfrm>
            <a:off x="3106328" y="2168165"/>
            <a:ext cx="8011018" cy="4091356"/>
          </a:xfrm>
          <a:prstGeom prst="rect">
            <a:avLst/>
          </a:prstGeom>
          <a:noFill/>
          <a:ln>
            <a:noFill/>
          </a:ln>
        </p:spPr>
      </p:pic>
      <p:sp>
        <p:nvSpPr>
          <p:cNvPr id="359" name="Google Shape;359;p14"/>
          <p:cNvSpPr txBox="1"/>
          <p:nvPr/>
        </p:nvSpPr>
        <p:spPr>
          <a:xfrm>
            <a:off x="3770722" y="1564849"/>
            <a:ext cx="616827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Once signed up for a MongoDb account, click the ‘Build a 			Database’ button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pic>
        <p:nvPicPr>
          <p:cNvPr id="364" name="Google Shape;364;p15"/>
          <p:cNvPicPr preferRelativeResize="0"/>
          <p:nvPr/>
        </p:nvPicPr>
        <p:blipFill rotWithShape="1">
          <a:blip r:embed="rId3">
            <a:alphaModFix/>
          </a:blip>
          <a:srcRect b="0" l="0" r="0" t="0"/>
          <a:stretch/>
        </p:blipFill>
        <p:spPr>
          <a:xfrm>
            <a:off x="6096000" y="192119"/>
            <a:ext cx="5753572" cy="4309180"/>
          </a:xfrm>
          <a:prstGeom prst="rect">
            <a:avLst/>
          </a:prstGeom>
          <a:noFill/>
          <a:ln>
            <a:noFill/>
          </a:ln>
        </p:spPr>
      </p:pic>
      <p:sp>
        <p:nvSpPr>
          <p:cNvPr id="365" name="Google Shape;365;p15"/>
          <p:cNvSpPr txBox="1"/>
          <p:nvPr/>
        </p:nvSpPr>
        <p:spPr>
          <a:xfrm>
            <a:off x="6315959" y="4854804"/>
            <a:ext cx="538270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Select the Free, Shared option by clicking create.</a:t>
            </a:r>
            <a:endParaRPr/>
          </a:p>
        </p:txBody>
      </p:sp>
      <p:sp>
        <p:nvSpPr>
          <p:cNvPr id="366" name="Google Shape;366;p15"/>
          <p:cNvSpPr txBox="1"/>
          <p:nvPr/>
        </p:nvSpPr>
        <p:spPr>
          <a:xfrm>
            <a:off x="273377" y="367645"/>
            <a:ext cx="5495827" cy="563231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MongoDB has two types of deployments: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Serverless instances – Which scale on demand and are a great option for applications with highly-variable or sparce workloads over time. This is the best option if you don’t know what hardware you need, or if you just want to use a serverless architecture.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You only pay for resources that you use with Serverless.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and Clusters: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Shared – A cluster is several MongoDB servers working together.</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Shared clusters are smaller and include a free tier.</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Dedicated – Dedicated clusters are larger, can be customised to needs. Have options for low and high traffic applications that have cluster scaling enabled by default and run advanced security features.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pic>
        <p:nvPicPr>
          <p:cNvPr id="371" name="Google Shape;371;p16"/>
          <p:cNvPicPr preferRelativeResize="0"/>
          <p:nvPr/>
        </p:nvPicPr>
        <p:blipFill rotWithShape="1">
          <a:blip r:embed="rId3">
            <a:alphaModFix/>
          </a:blip>
          <a:srcRect b="0" l="0" r="0" t="0"/>
          <a:stretch/>
        </p:blipFill>
        <p:spPr>
          <a:xfrm>
            <a:off x="0" y="1949420"/>
            <a:ext cx="6371433" cy="4540935"/>
          </a:xfrm>
          <a:prstGeom prst="rect">
            <a:avLst/>
          </a:prstGeom>
          <a:noFill/>
          <a:ln>
            <a:noFill/>
          </a:ln>
        </p:spPr>
      </p:pic>
      <p:pic>
        <p:nvPicPr>
          <p:cNvPr id="372" name="Google Shape;372;p16"/>
          <p:cNvPicPr preferRelativeResize="0"/>
          <p:nvPr/>
        </p:nvPicPr>
        <p:blipFill rotWithShape="1">
          <a:blip r:embed="rId4">
            <a:alphaModFix/>
          </a:blip>
          <a:srcRect b="0" l="0" r="0" t="0"/>
          <a:stretch/>
        </p:blipFill>
        <p:spPr>
          <a:xfrm>
            <a:off x="6532775" y="1989482"/>
            <a:ext cx="5659225" cy="4540935"/>
          </a:xfrm>
          <a:prstGeom prst="rect">
            <a:avLst/>
          </a:prstGeom>
          <a:noFill/>
          <a:ln>
            <a:noFill/>
          </a:ln>
        </p:spPr>
      </p:pic>
      <p:sp>
        <p:nvSpPr>
          <p:cNvPr id="373" name="Google Shape;373;p16"/>
          <p:cNvSpPr txBox="1"/>
          <p:nvPr/>
        </p:nvSpPr>
        <p:spPr>
          <a:xfrm>
            <a:off x="631596" y="367645"/>
            <a:ext cx="10454326"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chemeClr val="dk1"/>
                </a:solidFill>
                <a:latin typeface="Calibri"/>
                <a:ea typeface="Calibri"/>
                <a:cs typeface="Calibri"/>
                <a:sym typeface="Calibri"/>
              </a:rPr>
              <a:t>Select the Free Shared (m0) option for the shared cluster and choose the cloud provider and region that is closest to you. Leave the cluster name as Cluster0. Click create cluster when ready to proceed.</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17"/>
          <p:cNvSpPr txBox="1"/>
          <p:nvPr/>
        </p:nvSpPr>
        <p:spPr>
          <a:xfrm>
            <a:off x="282804" y="216816"/>
            <a:ext cx="10991654"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By default MongoDB is created with no users and no IP address is allowed to access the database, outside of the Atlas system itself.</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Create a username and password and select ‘My Local Environment’ as the place you’d like to connect from. Then click ‘Add My Current IP Address’ to add your IP address to the Access control list and finish and close.</a:t>
            </a:r>
            <a:endParaRPr/>
          </a:p>
        </p:txBody>
      </p:sp>
      <p:pic>
        <p:nvPicPr>
          <p:cNvPr descr="Graphical user interface, text, application, email&#10;&#10;Description automatically generated" id="379" name="Google Shape;379;p17"/>
          <p:cNvPicPr preferRelativeResize="0"/>
          <p:nvPr/>
        </p:nvPicPr>
        <p:blipFill rotWithShape="1">
          <a:blip r:embed="rId3">
            <a:alphaModFix/>
          </a:blip>
          <a:srcRect b="0" l="0" r="0" t="0"/>
          <a:stretch/>
        </p:blipFill>
        <p:spPr>
          <a:xfrm>
            <a:off x="0" y="2466266"/>
            <a:ext cx="6643193" cy="4391734"/>
          </a:xfrm>
          <a:prstGeom prst="rect">
            <a:avLst/>
          </a:prstGeom>
          <a:solidFill>
            <a:schemeClr val="lt1"/>
          </a:solidFill>
          <a:ln>
            <a:noFill/>
          </a:ln>
        </p:spPr>
      </p:pic>
      <p:pic>
        <p:nvPicPr>
          <p:cNvPr descr="Graphical user interface, text, application, email&#10;&#10;Description automatically generated" id="380" name="Google Shape;380;p17"/>
          <p:cNvPicPr preferRelativeResize="0"/>
          <p:nvPr/>
        </p:nvPicPr>
        <p:blipFill rotWithShape="1">
          <a:blip r:embed="rId4">
            <a:alphaModFix/>
          </a:blip>
          <a:srcRect b="0" l="0" r="0" t="0"/>
          <a:stretch/>
        </p:blipFill>
        <p:spPr>
          <a:xfrm>
            <a:off x="5967219" y="2715356"/>
            <a:ext cx="6224781" cy="405402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pic>
        <p:nvPicPr>
          <p:cNvPr descr="Graphical user interface, application&#10;&#10;Description automatically generated" id="385" name="Google Shape;385;p18"/>
          <p:cNvPicPr preferRelativeResize="0"/>
          <p:nvPr/>
        </p:nvPicPr>
        <p:blipFill rotWithShape="1">
          <a:blip r:embed="rId3">
            <a:alphaModFix/>
          </a:blip>
          <a:srcRect b="0" l="0" r="0" t="0"/>
          <a:stretch/>
        </p:blipFill>
        <p:spPr>
          <a:xfrm>
            <a:off x="857838" y="1735871"/>
            <a:ext cx="9832157" cy="4961873"/>
          </a:xfrm>
          <a:prstGeom prst="rect">
            <a:avLst/>
          </a:prstGeom>
          <a:noFill/>
          <a:ln>
            <a:noFill/>
          </a:ln>
        </p:spPr>
      </p:pic>
      <p:sp>
        <p:nvSpPr>
          <p:cNvPr id="386" name="Google Shape;386;p18"/>
          <p:cNvSpPr txBox="1"/>
          <p:nvPr/>
        </p:nvSpPr>
        <p:spPr>
          <a:xfrm>
            <a:off x="857838" y="160256"/>
            <a:ext cx="11943760"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To add data to the sample dataset, click the ellipsis next to browser collections. Then click load sample dataset.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Once complete click on browse collections.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This will open Atlas Data Explorer, which will allow you to view, filter and modify data.</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pic>
        <p:nvPicPr>
          <p:cNvPr id="391" name="Google Shape;391;p19"/>
          <p:cNvPicPr preferRelativeResize="0"/>
          <p:nvPr/>
        </p:nvPicPr>
        <p:blipFill rotWithShape="1">
          <a:blip r:embed="rId3">
            <a:alphaModFix/>
          </a:blip>
          <a:srcRect b="0" l="0" r="0" t="0"/>
          <a:stretch/>
        </p:blipFill>
        <p:spPr>
          <a:xfrm>
            <a:off x="0" y="1594365"/>
            <a:ext cx="12192000" cy="5158705"/>
          </a:xfrm>
          <a:prstGeom prst="rect">
            <a:avLst/>
          </a:prstGeom>
          <a:noFill/>
          <a:ln>
            <a:noFill/>
          </a:ln>
        </p:spPr>
      </p:pic>
      <p:sp>
        <p:nvSpPr>
          <p:cNvPr id="392" name="Google Shape;392;p19"/>
          <p:cNvSpPr txBox="1"/>
          <p:nvPr/>
        </p:nvSpPr>
        <p:spPr>
          <a:xfrm>
            <a:off x="1300899" y="368881"/>
            <a:ext cx="12104016"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000">
                <a:solidFill>
                  <a:schemeClr val="dk1"/>
                </a:solidFill>
                <a:latin typeface="Calibri"/>
                <a:ea typeface="Calibri"/>
                <a:cs typeface="Calibri"/>
                <a:sym typeface="Calibri"/>
              </a:rPr>
              <a:t>For this course I’ll be using the sample_mflix database, which will concentrate on movies.</a:t>
            </a:r>
            <a:endParaRPr/>
          </a:p>
          <a:p>
            <a:pPr indent="0" lvl="0" marL="0" marR="0" rtl="0" algn="l">
              <a:spcBef>
                <a:spcPts val="0"/>
              </a:spcBef>
              <a:spcAft>
                <a:spcPts val="0"/>
              </a:spcAft>
              <a:buNone/>
            </a:pPr>
            <a:r>
              <a:rPr lang="en-GB" sz="2000">
                <a:solidFill>
                  <a:schemeClr val="dk1"/>
                </a:solidFill>
                <a:latin typeface="Calibri"/>
                <a:ea typeface="Calibri"/>
                <a:cs typeface="Calibri"/>
                <a:sym typeface="Calibri"/>
              </a:rPr>
              <a:t>Clicking the database will show a list of collections available in that database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pic>
        <p:nvPicPr>
          <p:cNvPr id="397" name="Google Shape;397;p20"/>
          <p:cNvPicPr preferRelativeResize="0"/>
          <p:nvPr/>
        </p:nvPicPr>
        <p:blipFill rotWithShape="1">
          <a:blip r:embed="rId3">
            <a:alphaModFix/>
          </a:blip>
          <a:srcRect b="0" l="0" r="0" t="0"/>
          <a:stretch/>
        </p:blipFill>
        <p:spPr>
          <a:xfrm>
            <a:off x="1055801" y="2544428"/>
            <a:ext cx="9495934" cy="4313572"/>
          </a:xfrm>
          <a:prstGeom prst="rect">
            <a:avLst/>
          </a:prstGeom>
          <a:noFill/>
          <a:ln>
            <a:noFill/>
          </a:ln>
        </p:spPr>
      </p:pic>
      <p:sp>
        <p:nvSpPr>
          <p:cNvPr id="398" name="Google Shape;398;p20"/>
          <p:cNvSpPr txBox="1"/>
          <p:nvPr/>
        </p:nvSpPr>
        <p:spPr>
          <a:xfrm>
            <a:off x="886120" y="197963"/>
            <a:ext cx="9665615"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Clicking movies will show a list of movies, staring from the earliest known recording.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If we want to filter through the records, we can enter a search query into the filter search bar</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The syntax for searching is {field: value}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pic>
        <p:nvPicPr>
          <p:cNvPr id="403" name="Google Shape;403;p21"/>
          <p:cNvPicPr preferRelativeResize="0"/>
          <p:nvPr/>
        </p:nvPicPr>
        <p:blipFill rotWithShape="1">
          <a:blip r:embed="rId3">
            <a:alphaModFix/>
          </a:blip>
          <a:srcRect b="0" l="0" r="0" t="0"/>
          <a:stretch/>
        </p:blipFill>
        <p:spPr>
          <a:xfrm>
            <a:off x="274888" y="1970202"/>
            <a:ext cx="11642224" cy="4887798"/>
          </a:xfrm>
          <a:prstGeom prst="rect">
            <a:avLst/>
          </a:prstGeom>
          <a:noFill/>
          <a:ln>
            <a:noFill/>
          </a:ln>
        </p:spPr>
      </p:pic>
      <p:sp>
        <p:nvSpPr>
          <p:cNvPr id="404" name="Google Shape;404;p21"/>
          <p:cNvSpPr txBox="1"/>
          <p:nvPr/>
        </p:nvSpPr>
        <p:spPr>
          <a:xfrm>
            <a:off x="274888" y="179109"/>
            <a:ext cx="10897386"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000">
                <a:solidFill>
                  <a:schemeClr val="dk1"/>
                </a:solidFill>
                <a:latin typeface="Calibri"/>
                <a:ea typeface="Calibri"/>
                <a:cs typeface="Calibri"/>
                <a:sym typeface="Calibri"/>
              </a:rPr>
              <a:t>For this search we will be filtering for films made in 1970.</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GB" sz="2000">
                <a:solidFill>
                  <a:schemeClr val="dk1"/>
                </a:solidFill>
                <a:latin typeface="Calibri"/>
                <a:ea typeface="Calibri"/>
                <a:cs typeface="Calibri"/>
                <a:sym typeface="Calibri"/>
              </a:rPr>
              <a:t>To return the desired results type {year: 1970} into the search box and a result of 1-20 of many return (the list is much larger but by default results are shown 20 per page).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22"/>
          <p:cNvSpPr txBox="1"/>
          <p:nvPr/>
        </p:nvSpPr>
        <p:spPr>
          <a:xfrm>
            <a:off x="1036948" y="245097"/>
            <a:ext cx="10407192"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000">
                <a:solidFill>
                  <a:schemeClr val="dk1"/>
                </a:solidFill>
                <a:latin typeface="Calibri"/>
                <a:ea typeface="Calibri"/>
                <a:cs typeface="Calibri"/>
                <a:sym typeface="Calibri"/>
              </a:rPr>
              <a:t>MongoDBUniversity has a variety of quizzes at the end of each chapter. While learning, I decided to write a journal of everything that I learned throughout the chapters, as I plan on using MongoDB in future projects. I found this information useful when answering the quizzes. </a:t>
            </a:r>
            <a:endParaRPr/>
          </a:p>
        </p:txBody>
      </p:sp>
      <p:pic>
        <p:nvPicPr>
          <p:cNvPr descr="Graphical user interface, text, application, email&#10;&#10;Description automatically generated" id="410" name="Google Shape;410;p22"/>
          <p:cNvPicPr preferRelativeResize="0"/>
          <p:nvPr/>
        </p:nvPicPr>
        <p:blipFill rotWithShape="1">
          <a:blip r:embed="rId3">
            <a:alphaModFix/>
          </a:blip>
          <a:srcRect b="0" l="0" r="0" t="0"/>
          <a:stretch/>
        </p:blipFill>
        <p:spPr>
          <a:xfrm>
            <a:off x="110151" y="1487078"/>
            <a:ext cx="11971698" cy="536856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pic>
        <p:nvPicPr>
          <p:cNvPr descr="Graphical user interface, text, application, email&#10;&#10;Description automatically generated" id="415" name="Google Shape;415;p23"/>
          <p:cNvPicPr preferRelativeResize="0"/>
          <p:nvPr/>
        </p:nvPicPr>
        <p:blipFill rotWithShape="1">
          <a:blip r:embed="rId3">
            <a:alphaModFix/>
          </a:blip>
          <a:srcRect b="0" l="0" r="0" t="0"/>
          <a:stretch/>
        </p:blipFill>
        <p:spPr>
          <a:xfrm>
            <a:off x="0" y="300733"/>
            <a:ext cx="8100907" cy="3013967"/>
          </a:xfrm>
          <a:prstGeom prst="rect">
            <a:avLst/>
          </a:prstGeom>
          <a:noFill/>
          <a:ln>
            <a:noFill/>
          </a:ln>
        </p:spPr>
      </p:pic>
      <p:pic>
        <p:nvPicPr>
          <p:cNvPr descr="Graphical user interface, text, application, email&#10;&#10;Description automatically generated" id="416" name="Google Shape;416;p23"/>
          <p:cNvPicPr preferRelativeResize="0"/>
          <p:nvPr/>
        </p:nvPicPr>
        <p:blipFill rotWithShape="1">
          <a:blip r:embed="rId4">
            <a:alphaModFix/>
          </a:blip>
          <a:srcRect b="0" l="0" r="0" t="0"/>
          <a:stretch/>
        </p:blipFill>
        <p:spPr>
          <a:xfrm>
            <a:off x="0" y="2576598"/>
            <a:ext cx="8100907" cy="4281402"/>
          </a:xfrm>
          <a:prstGeom prst="rect">
            <a:avLst/>
          </a:prstGeom>
          <a:noFill/>
          <a:ln>
            <a:noFill/>
          </a:ln>
        </p:spPr>
      </p:pic>
      <p:sp>
        <p:nvSpPr>
          <p:cNvPr id="417" name="Google Shape;417;p23"/>
          <p:cNvSpPr txBox="1"/>
          <p:nvPr/>
        </p:nvSpPr>
        <p:spPr>
          <a:xfrm>
            <a:off x="8100907" y="2714919"/>
            <a:ext cx="3456355"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Some quizzes are easier than others. I found being able to check on Atlas in real time a huge help.</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pic>
        <p:nvPicPr>
          <p:cNvPr descr="Graphical user interface, text, application, chat or text message&#10;&#10;Description automatically generated" id="422" name="Google Shape;422;p24"/>
          <p:cNvPicPr preferRelativeResize="0"/>
          <p:nvPr/>
        </p:nvPicPr>
        <p:blipFill rotWithShape="1">
          <a:blip r:embed="rId3">
            <a:alphaModFix/>
          </a:blip>
          <a:srcRect b="0" l="0" r="0" t="0"/>
          <a:stretch/>
        </p:blipFill>
        <p:spPr>
          <a:xfrm>
            <a:off x="1501636" y="1935428"/>
            <a:ext cx="8792802" cy="4401164"/>
          </a:xfrm>
          <a:prstGeom prst="rect">
            <a:avLst/>
          </a:prstGeom>
          <a:noFill/>
          <a:ln>
            <a:noFill/>
          </a:ln>
        </p:spPr>
      </p:pic>
      <p:sp>
        <p:nvSpPr>
          <p:cNvPr id="423" name="Google Shape;423;p24"/>
          <p:cNvSpPr txBox="1"/>
          <p:nvPr/>
        </p:nvSpPr>
        <p:spPr>
          <a:xfrm>
            <a:off x="2309567" y="339365"/>
            <a:ext cx="743774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At the end of the quiz you’re graded on the answers you’ve given. You’re also able to check answers and see which you’ve gotten wrong.</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graphicFrame>
        <p:nvGraphicFramePr>
          <p:cNvPr id="428" name="Google Shape;428;p25"/>
          <p:cNvGraphicFramePr/>
          <p:nvPr/>
        </p:nvGraphicFramePr>
        <p:xfrm>
          <a:off x="1984490" y="1371093"/>
          <a:ext cx="6996112" cy="5418137"/>
        </p:xfrm>
        <a:graphic>
          <a:graphicData uri="http://schemas.openxmlformats.org/presentationml/2006/ole">
            <mc:AlternateContent>
              <mc:Choice Requires="v">
                <p:oleObj r:id="rId4" imgH="5418137" imgW="6996112" progId="Acrobat.Document.DC" spid="_x0000_s1">
                  <p:embed/>
                </p:oleObj>
              </mc:Choice>
              <mc:Fallback>
                <p:oleObj r:id="rId5" imgH="5418137" imgW="6996112" progId="Acrobat.Document.DC">
                  <p:embed/>
                  <p:pic>
                    <p:nvPicPr>
                      <p:cNvPr id="428" name="Google Shape;428;p25"/>
                      <p:cNvPicPr preferRelativeResize="0"/>
                      <p:nvPr/>
                    </p:nvPicPr>
                    <p:blipFill rotWithShape="1">
                      <a:blip r:embed="rId6">
                        <a:alphaModFix/>
                      </a:blip>
                      <a:srcRect b="0" l="0" r="0" t="0"/>
                      <a:stretch/>
                    </p:blipFill>
                    <p:spPr>
                      <a:xfrm>
                        <a:off x="1984490" y="1371093"/>
                        <a:ext cx="6996112" cy="5418137"/>
                      </a:xfrm>
                      <a:prstGeom prst="rect">
                        <a:avLst/>
                      </a:prstGeom>
                      <a:noFill/>
                      <a:ln>
                        <a:noFill/>
                      </a:ln>
                    </p:spPr>
                  </p:pic>
                </p:oleObj>
              </mc:Fallback>
            </mc:AlternateContent>
          </a:graphicData>
        </a:graphic>
      </p:graphicFrame>
      <p:sp>
        <p:nvSpPr>
          <p:cNvPr id="429" name="Google Shape;429;p25"/>
          <p:cNvSpPr txBox="1"/>
          <p:nvPr/>
        </p:nvSpPr>
        <p:spPr>
          <a:xfrm>
            <a:off x="1555423" y="226243"/>
            <a:ext cx="7654565"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MongoDBUniversity has a section for your transcript and certificates that you pick up at the end of most chapters.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26"/>
          <p:cNvSpPr txBox="1"/>
          <p:nvPr>
            <p:ph type="title"/>
          </p:nvPr>
        </p:nvSpPr>
        <p:spPr>
          <a:xfrm>
            <a:off x="379514" y="182216"/>
            <a:ext cx="11524432" cy="635932"/>
          </a:xfrm>
          <a:prstGeom prst="rect">
            <a:avLst/>
          </a:prstGeom>
          <a:noFill/>
          <a:ln>
            <a:noFill/>
          </a:ln>
        </p:spPr>
        <p:txBody>
          <a:bodyPr anchorCtr="0" anchor="t" bIns="45700" lIns="91400" spcFirstLastPara="1" rIns="91400" wrap="square" tIns="45700">
            <a:noAutofit/>
          </a:bodyPr>
          <a:lstStyle/>
          <a:p>
            <a:pPr indent="0" lvl="0" marL="0" rtl="0" algn="l">
              <a:lnSpc>
                <a:spcPct val="80000"/>
              </a:lnSpc>
              <a:spcBef>
                <a:spcPts val="0"/>
              </a:spcBef>
              <a:spcAft>
                <a:spcPts val="0"/>
              </a:spcAft>
              <a:buClr>
                <a:srgbClr val="333333"/>
              </a:buClr>
              <a:buSzPts val="3600"/>
              <a:buFont typeface="Arial"/>
              <a:buNone/>
            </a:pPr>
            <a:r>
              <a:rPr lang="en-GB" sz="3600" u="sng">
                <a:solidFill>
                  <a:srgbClr val="333333"/>
                </a:solidFill>
                <a:latin typeface="Arial"/>
                <a:ea typeface="Arial"/>
                <a:cs typeface="Arial"/>
                <a:sym typeface="Arial"/>
                <a:hlinkClick r:id="rId3">
                  <a:extLst>
                    <a:ext uri="{A12FA001-AC4F-418D-AE19-62706E023703}">
                      <ahyp:hlinkClr val="tx"/>
                    </a:ext>
                  </a:extLst>
                </a:hlinkClick>
              </a:rPr>
              <a:t>Unit 2: </a:t>
            </a:r>
            <a:r>
              <a:rPr b="0" i="0" lang="en-GB" sz="3600" u="sng">
                <a:solidFill>
                  <a:srgbClr val="333333"/>
                </a:solidFill>
                <a:latin typeface="Arial"/>
                <a:ea typeface="Arial"/>
                <a:cs typeface="Arial"/>
                <a:sym typeface="Arial"/>
                <a:hlinkClick r:id="rId4">
                  <a:extLst>
                    <a:ext uri="{A12FA001-AC4F-418D-AE19-62706E023703}">
                      <ahyp:hlinkClr val="tx"/>
                    </a:ext>
                  </a:extLst>
                </a:hlinkClick>
              </a:rPr>
              <a:t>Overview of MongoDB and the Document Model</a:t>
            </a:r>
            <a:endParaRPr b="0" i="0" sz="3600">
              <a:solidFill>
                <a:srgbClr val="333333"/>
              </a:solidFill>
              <a:latin typeface="Arial"/>
              <a:ea typeface="Arial"/>
              <a:cs typeface="Arial"/>
              <a:sym typeface="Arial"/>
            </a:endParaRPr>
          </a:p>
        </p:txBody>
      </p:sp>
      <p:pic>
        <p:nvPicPr>
          <p:cNvPr id="435" name="Google Shape;435;p26">
            <a:hlinkClick r:id="rId5"/>
          </p:cNvPr>
          <p:cNvPicPr preferRelativeResize="0"/>
          <p:nvPr/>
        </p:nvPicPr>
        <p:blipFill rotWithShape="1">
          <a:blip r:embed="rId6">
            <a:alphaModFix/>
          </a:blip>
          <a:srcRect b="0" l="0" r="0" t="0"/>
          <a:stretch/>
        </p:blipFill>
        <p:spPr>
          <a:xfrm>
            <a:off x="0" y="1411337"/>
            <a:ext cx="12192000" cy="40353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27"/>
          <p:cNvSpPr txBox="1"/>
          <p:nvPr/>
        </p:nvSpPr>
        <p:spPr>
          <a:xfrm>
            <a:off x="0" y="194299"/>
            <a:ext cx="7079529"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MongoDB is a general purpose document database.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The MongoDB database structures data in documents, which are very similar to JSON.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This is fundamentally different to how relational data is stored in rows and columns.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Documents correspond to objects in code and match how we think in code, so make them intuitive to work with.</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Documents have drivers that allow them to be used with any major programming languages.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 </a:t>
            </a:r>
            <a:endParaRPr/>
          </a:p>
        </p:txBody>
      </p:sp>
      <p:pic>
        <p:nvPicPr>
          <p:cNvPr id="441" name="Google Shape;441;p27"/>
          <p:cNvPicPr preferRelativeResize="0"/>
          <p:nvPr/>
        </p:nvPicPr>
        <p:blipFill rotWithShape="1">
          <a:blip r:embed="rId3">
            <a:alphaModFix/>
          </a:blip>
          <a:srcRect b="0" l="0" r="0" t="0"/>
          <a:stretch/>
        </p:blipFill>
        <p:spPr>
          <a:xfrm>
            <a:off x="216817" y="4248497"/>
            <a:ext cx="2771480" cy="2389805"/>
          </a:xfrm>
          <a:prstGeom prst="rect">
            <a:avLst/>
          </a:prstGeom>
          <a:noFill/>
          <a:ln>
            <a:noFill/>
          </a:ln>
        </p:spPr>
      </p:pic>
      <p:pic>
        <p:nvPicPr>
          <p:cNvPr id="442" name="Google Shape;442;p27"/>
          <p:cNvPicPr preferRelativeResize="0"/>
          <p:nvPr/>
        </p:nvPicPr>
        <p:blipFill rotWithShape="1">
          <a:blip r:embed="rId4">
            <a:alphaModFix/>
          </a:blip>
          <a:srcRect b="0" l="0" r="0" t="0"/>
          <a:stretch/>
        </p:blipFill>
        <p:spPr>
          <a:xfrm>
            <a:off x="9240360" y="4246875"/>
            <a:ext cx="2100085" cy="2391427"/>
          </a:xfrm>
          <a:prstGeom prst="rect">
            <a:avLst/>
          </a:prstGeom>
          <a:noFill/>
          <a:ln>
            <a:noFill/>
          </a:ln>
        </p:spPr>
      </p:pic>
      <p:pic>
        <p:nvPicPr>
          <p:cNvPr id="443" name="Google Shape;443;p27"/>
          <p:cNvPicPr preferRelativeResize="0"/>
          <p:nvPr/>
        </p:nvPicPr>
        <p:blipFill rotWithShape="1">
          <a:blip r:embed="rId5">
            <a:alphaModFix/>
          </a:blip>
          <a:srcRect b="0" l="0" r="0" t="0"/>
          <a:stretch/>
        </p:blipFill>
        <p:spPr>
          <a:xfrm>
            <a:off x="3220905" y="3912124"/>
            <a:ext cx="5688228" cy="2726178"/>
          </a:xfrm>
          <a:prstGeom prst="rect">
            <a:avLst/>
          </a:prstGeom>
          <a:noFill/>
          <a:ln>
            <a:noFill/>
          </a:ln>
        </p:spPr>
      </p:pic>
      <p:sp>
        <p:nvSpPr>
          <p:cNvPr id="444" name="Google Shape;444;p27"/>
          <p:cNvSpPr txBox="1"/>
          <p:nvPr/>
        </p:nvSpPr>
        <p:spPr>
          <a:xfrm>
            <a:off x="7371761" y="0"/>
            <a:ext cx="4524866" cy="37548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000">
                <a:solidFill>
                  <a:schemeClr val="dk1"/>
                </a:solidFill>
                <a:latin typeface="Calibri"/>
                <a:ea typeface="Calibri"/>
                <a:cs typeface="Calibri"/>
                <a:sym typeface="Calibri"/>
              </a:rPr>
              <a:t>Document</a:t>
            </a:r>
            <a:r>
              <a:rPr lang="en-GB" sz="1800">
                <a:solidFill>
                  <a:schemeClr val="dk1"/>
                </a:solidFill>
                <a:latin typeface="Calibri"/>
                <a:ea typeface="Calibri"/>
                <a:cs typeface="Calibri"/>
                <a:sym typeface="Calibri"/>
              </a:rPr>
              <a:t>:</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The basic unit of data in MongoDb</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2000">
                <a:solidFill>
                  <a:schemeClr val="dk1"/>
                </a:solidFill>
                <a:latin typeface="Calibri"/>
                <a:ea typeface="Calibri"/>
                <a:cs typeface="Calibri"/>
                <a:sym typeface="Calibri"/>
              </a:rPr>
              <a:t>Collection:</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A grouping of documents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2000">
                <a:solidFill>
                  <a:schemeClr val="dk1"/>
                </a:solidFill>
                <a:latin typeface="Calibri"/>
                <a:ea typeface="Calibri"/>
                <a:cs typeface="Calibri"/>
                <a:sym typeface="Calibri"/>
              </a:rPr>
              <a:t>Database:</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A container for collections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MongoDB is a general purpose document database.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MongoDB database is at the core of Atlas.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28"/>
          <p:cNvSpPr txBox="1"/>
          <p:nvPr/>
        </p:nvSpPr>
        <p:spPr>
          <a:xfrm>
            <a:off x="461913" y="405353"/>
            <a:ext cx="208967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Now time for a quiz:</a:t>
            </a:r>
            <a:endParaRPr/>
          </a:p>
        </p:txBody>
      </p:sp>
      <p:pic>
        <p:nvPicPr>
          <p:cNvPr descr="Graphical user interface, text, application, email&#10;&#10;Description automatically generated" id="450" name="Google Shape;450;p28"/>
          <p:cNvPicPr preferRelativeResize="0"/>
          <p:nvPr/>
        </p:nvPicPr>
        <p:blipFill rotWithShape="1">
          <a:blip r:embed="rId3">
            <a:alphaModFix/>
          </a:blip>
          <a:srcRect b="0" l="0" r="0" t="0"/>
          <a:stretch/>
        </p:blipFill>
        <p:spPr>
          <a:xfrm>
            <a:off x="0" y="1413761"/>
            <a:ext cx="5166285" cy="2826398"/>
          </a:xfrm>
          <a:prstGeom prst="rect">
            <a:avLst/>
          </a:prstGeom>
          <a:noFill/>
          <a:ln>
            <a:noFill/>
          </a:ln>
        </p:spPr>
      </p:pic>
      <p:pic>
        <p:nvPicPr>
          <p:cNvPr descr="Graphical user interface, text, application, email&#10;&#10;Description automatically generated" id="451" name="Google Shape;451;p28"/>
          <p:cNvPicPr preferRelativeResize="0"/>
          <p:nvPr/>
        </p:nvPicPr>
        <p:blipFill rotWithShape="1">
          <a:blip r:embed="rId4">
            <a:alphaModFix/>
          </a:blip>
          <a:srcRect b="0" l="0" r="0" t="0"/>
          <a:stretch/>
        </p:blipFill>
        <p:spPr>
          <a:xfrm>
            <a:off x="0" y="4240159"/>
            <a:ext cx="5505254" cy="2617841"/>
          </a:xfrm>
          <a:prstGeom prst="rect">
            <a:avLst/>
          </a:prstGeom>
          <a:noFill/>
          <a:ln>
            <a:noFill/>
          </a:ln>
        </p:spPr>
      </p:pic>
      <p:pic>
        <p:nvPicPr>
          <p:cNvPr descr="Graphical user interface, text, application, email&#10;&#10;Description automatically generated" id="452" name="Google Shape;452;p28"/>
          <p:cNvPicPr preferRelativeResize="0"/>
          <p:nvPr/>
        </p:nvPicPr>
        <p:blipFill rotWithShape="1">
          <a:blip r:embed="rId5">
            <a:alphaModFix/>
          </a:blip>
          <a:srcRect b="0" l="0" r="0" t="0"/>
          <a:stretch/>
        </p:blipFill>
        <p:spPr>
          <a:xfrm>
            <a:off x="5166285" y="1413761"/>
            <a:ext cx="5036285" cy="3101678"/>
          </a:xfrm>
          <a:prstGeom prst="rect">
            <a:avLst/>
          </a:prstGeom>
          <a:noFill/>
          <a:ln>
            <a:noFill/>
          </a:ln>
        </p:spPr>
      </p:pic>
      <p:pic>
        <p:nvPicPr>
          <p:cNvPr descr="Graphical user interface, text, application, email&#10;&#10;Description automatically generated" id="453" name="Google Shape;453;p28"/>
          <p:cNvPicPr preferRelativeResize="0"/>
          <p:nvPr/>
        </p:nvPicPr>
        <p:blipFill rotWithShape="1">
          <a:blip r:embed="rId6">
            <a:alphaModFix/>
          </a:blip>
          <a:srcRect b="0" l="0" r="0" t="0"/>
          <a:stretch/>
        </p:blipFill>
        <p:spPr>
          <a:xfrm>
            <a:off x="5353353" y="4240159"/>
            <a:ext cx="4887321" cy="237804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29"/>
          <p:cNvSpPr txBox="1"/>
          <p:nvPr/>
        </p:nvSpPr>
        <p:spPr>
          <a:xfrm>
            <a:off x="245097" y="188536"/>
            <a:ext cx="4854804" cy="31393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Documents are displayed in JSON though stored in BSON (Binary JSON)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The data types supported by documents are Dates/Numbers/Object ID’s … among others.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ObjectID is a unique identifier. In the database every document requires an _idfield that acts as a primary key. If a document is inserted that doesn’t include an _idfield, MongoDB will automatically give it one. </a:t>
            </a:r>
            <a:endParaRPr/>
          </a:p>
        </p:txBody>
      </p:sp>
      <p:pic>
        <p:nvPicPr>
          <p:cNvPr id="459" name="Google Shape;459;p29"/>
          <p:cNvPicPr preferRelativeResize="0"/>
          <p:nvPr/>
        </p:nvPicPr>
        <p:blipFill rotWithShape="1">
          <a:blip r:embed="rId3">
            <a:alphaModFix/>
          </a:blip>
          <a:srcRect b="0" l="0" r="0" t="0"/>
          <a:stretch/>
        </p:blipFill>
        <p:spPr>
          <a:xfrm>
            <a:off x="367646" y="3708820"/>
            <a:ext cx="3548259" cy="2794767"/>
          </a:xfrm>
          <a:prstGeom prst="rect">
            <a:avLst/>
          </a:prstGeom>
          <a:noFill/>
          <a:ln>
            <a:noFill/>
          </a:ln>
        </p:spPr>
      </p:pic>
      <p:sp>
        <p:nvSpPr>
          <p:cNvPr id="460" name="Google Shape;460;p29"/>
          <p:cNvSpPr txBox="1"/>
          <p:nvPr/>
        </p:nvSpPr>
        <p:spPr>
          <a:xfrm>
            <a:off x="5524108" y="742534"/>
            <a:ext cx="6165130"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MongoDB supports a flexible schema model and polymorphic data.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This allows documents with different structures to be stored in the same collection together.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To make schema changes in in MongoDB, update classes to include new fields.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461" name="Google Shape;461;p29"/>
          <p:cNvPicPr preferRelativeResize="0"/>
          <p:nvPr/>
        </p:nvPicPr>
        <p:blipFill rotWithShape="1">
          <a:blip r:embed="rId4">
            <a:alphaModFix/>
          </a:blip>
          <a:srcRect b="0" l="0" r="0" t="0"/>
          <a:stretch/>
        </p:blipFill>
        <p:spPr>
          <a:xfrm>
            <a:off x="4083840" y="3910648"/>
            <a:ext cx="3219899" cy="2391109"/>
          </a:xfrm>
          <a:prstGeom prst="rect">
            <a:avLst/>
          </a:prstGeom>
          <a:noFill/>
          <a:ln>
            <a:noFill/>
          </a:ln>
        </p:spPr>
      </p:pic>
      <p:pic>
        <p:nvPicPr>
          <p:cNvPr id="462" name="Google Shape;462;p29"/>
          <p:cNvPicPr preferRelativeResize="0"/>
          <p:nvPr/>
        </p:nvPicPr>
        <p:blipFill rotWithShape="1">
          <a:blip r:embed="rId5">
            <a:alphaModFix/>
          </a:blip>
          <a:srcRect b="0" l="0" r="0" t="0"/>
          <a:stretch/>
        </p:blipFill>
        <p:spPr>
          <a:xfrm>
            <a:off x="7471674" y="3913047"/>
            <a:ext cx="3562292" cy="238870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30"/>
          <p:cNvSpPr txBox="1"/>
          <p:nvPr/>
        </p:nvSpPr>
        <p:spPr>
          <a:xfrm>
            <a:off x="395926" y="311085"/>
            <a:ext cx="282365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Time again for another quiz.</a:t>
            </a:r>
            <a:endParaRPr/>
          </a:p>
        </p:txBody>
      </p:sp>
      <p:pic>
        <p:nvPicPr>
          <p:cNvPr descr="Graphical user interface, text, application, email&#10;&#10;Description automatically generated" id="468" name="Google Shape;468;p30"/>
          <p:cNvPicPr preferRelativeResize="0"/>
          <p:nvPr/>
        </p:nvPicPr>
        <p:blipFill rotWithShape="1">
          <a:blip r:embed="rId3">
            <a:alphaModFix/>
          </a:blip>
          <a:srcRect b="0" l="0" r="0" t="0"/>
          <a:stretch/>
        </p:blipFill>
        <p:spPr>
          <a:xfrm>
            <a:off x="0" y="891428"/>
            <a:ext cx="4977307" cy="2756746"/>
          </a:xfrm>
          <a:prstGeom prst="rect">
            <a:avLst/>
          </a:prstGeom>
          <a:noFill/>
          <a:ln>
            <a:noFill/>
          </a:ln>
        </p:spPr>
      </p:pic>
      <p:pic>
        <p:nvPicPr>
          <p:cNvPr descr="Graphical user interface, text, application, email, Teams&#10;&#10;Description automatically generated" id="469" name="Google Shape;469;p30"/>
          <p:cNvPicPr preferRelativeResize="0"/>
          <p:nvPr/>
        </p:nvPicPr>
        <p:blipFill rotWithShape="1">
          <a:blip r:embed="rId4">
            <a:alphaModFix/>
          </a:blip>
          <a:srcRect b="0" l="0" r="0" t="0"/>
          <a:stretch/>
        </p:blipFill>
        <p:spPr>
          <a:xfrm>
            <a:off x="231822" y="3648174"/>
            <a:ext cx="4904926" cy="2756745"/>
          </a:xfrm>
          <a:prstGeom prst="rect">
            <a:avLst/>
          </a:prstGeom>
          <a:noFill/>
          <a:ln>
            <a:noFill/>
          </a:ln>
        </p:spPr>
      </p:pic>
      <p:pic>
        <p:nvPicPr>
          <p:cNvPr descr="Graphical user interface, text, application, email&#10;&#10;Description automatically generated" id="470" name="Google Shape;470;p30"/>
          <p:cNvPicPr preferRelativeResize="0"/>
          <p:nvPr/>
        </p:nvPicPr>
        <p:blipFill rotWithShape="1">
          <a:blip r:embed="rId5">
            <a:alphaModFix/>
          </a:blip>
          <a:srcRect b="0" l="0" r="0" t="0"/>
          <a:stretch/>
        </p:blipFill>
        <p:spPr>
          <a:xfrm>
            <a:off x="4977307" y="973433"/>
            <a:ext cx="6694122" cy="1788621"/>
          </a:xfrm>
          <a:prstGeom prst="rect">
            <a:avLst/>
          </a:prstGeom>
          <a:noFill/>
          <a:ln>
            <a:noFill/>
          </a:ln>
        </p:spPr>
      </p:pic>
      <p:pic>
        <p:nvPicPr>
          <p:cNvPr descr="Graphical user interface, text, application, chat or text message&#10;&#10;Description automatically generated" id="471" name="Google Shape;471;p30"/>
          <p:cNvPicPr preferRelativeResize="0"/>
          <p:nvPr/>
        </p:nvPicPr>
        <p:blipFill rotWithShape="1">
          <a:blip r:embed="rId6">
            <a:alphaModFix/>
          </a:blip>
          <a:srcRect b="0" l="0" r="0" t="0"/>
          <a:stretch/>
        </p:blipFill>
        <p:spPr>
          <a:xfrm>
            <a:off x="5136748" y="3407721"/>
            <a:ext cx="5734850" cy="247684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31"/>
          <p:cNvSpPr txBox="1"/>
          <p:nvPr/>
        </p:nvSpPr>
        <p:spPr>
          <a:xfrm>
            <a:off x="207389" y="179109"/>
            <a:ext cx="2559419"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000">
                <a:solidFill>
                  <a:schemeClr val="dk1"/>
                </a:solidFill>
                <a:latin typeface="Calibri"/>
                <a:ea typeface="Calibri"/>
                <a:cs typeface="Calibri"/>
                <a:sym typeface="Calibri"/>
              </a:rPr>
              <a:t>Create a new database</a:t>
            </a:r>
            <a:endParaRPr/>
          </a:p>
        </p:txBody>
      </p:sp>
      <p:pic>
        <p:nvPicPr>
          <p:cNvPr id="477" name="Google Shape;477;p31"/>
          <p:cNvPicPr preferRelativeResize="0"/>
          <p:nvPr/>
        </p:nvPicPr>
        <p:blipFill rotWithShape="1">
          <a:blip r:embed="rId3">
            <a:alphaModFix/>
          </a:blip>
          <a:srcRect b="0" l="0" r="0" t="0"/>
          <a:stretch/>
        </p:blipFill>
        <p:spPr>
          <a:xfrm>
            <a:off x="207389" y="2931736"/>
            <a:ext cx="4267372" cy="3452018"/>
          </a:xfrm>
          <a:prstGeom prst="rect">
            <a:avLst/>
          </a:prstGeom>
          <a:noFill/>
          <a:ln>
            <a:noFill/>
          </a:ln>
        </p:spPr>
      </p:pic>
      <p:sp>
        <p:nvSpPr>
          <p:cNvPr id="478" name="Google Shape;478;p31"/>
          <p:cNvSpPr txBox="1"/>
          <p:nvPr/>
        </p:nvSpPr>
        <p:spPr>
          <a:xfrm>
            <a:off x="329938" y="904972"/>
            <a:ext cx="4267372"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In collections click + Create Database and enter ‘blog’ as the Database name.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Then for the Collection Name type ‘posts’</a:t>
            </a:r>
            <a:endParaRPr/>
          </a:p>
        </p:txBody>
      </p:sp>
      <p:pic>
        <p:nvPicPr>
          <p:cNvPr descr="Graphical user interface, application, table, Excel&#10;&#10;Description automatically generated" id="479" name="Google Shape;479;p31"/>
          <p:cNvPicPr preferRelativeResize="0"/>
          <p:nvPr/>
        </p:nvPicPr>
        <p:blipFill rotWithShape="1">
          <a:blip r:embed="rId4">
            <a:alphaModFix/>
          </a:blip>
          <a:srcRect b="0" l="0" r="0" t="0"/>
          <a:stretch/>
        </p:blipFill>
        <p:spPr>
          <a:xfrm>
            <a:off x="5091964" y="179109"/>
            <a:ext cx="6647291" cy="2474873"/>
          </a:xfrm>
          <a:prstGeom prst="rect">
            <a:avLst/>
          </a:prstGeom>
          <a:noFill/>
          <a:ln>
            <a:noFill/>
          </a:ln>
        </p:spPr>
      </p:pic>
      <p:sp>
        <p:nvSpPr>
          <p:cNvPr id="480" name="Google Shape;480;p31"/>
          <p:cNvSpPr txBox="1"/>
          <p:nvPr/>
        </p:nvSpPr>
        <p:spPr>
          <a:xfrm>
            <a:off x="4705464" y="3008113"/>
            <a:ext cx="7351417"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Next click Create Collection and in the Collection Name and type comments.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Then click on posts and click on Insert Document. Add the fields name: as a String and age: as an Int32 and input data to both. We now have a database and have given it some data.</a:t>
            </a:r>
            <a:endParaRPr/>
          </a:p>
        </p:txBody>
      </p:sp>
      <p:pic>
        <p:nvPicPr>
          <p:cNvPr descr="Graphical user interface, text, application&#10;&#10;Description automatically generated" id="481" name="Google Shape;481;p31"/>
          <p:cNvPicPr preferRelativeResize="0"/>
          <p:nvPr/>
        </p:nvPicPr>
        <p:blipFill rotWithShape="1">
          <a:blip r:embed="rId5">
            <a:alphaModFix/>
          </a:blip>
          <a:srcRect b="0" l="0" r="0" t="0"/>
          <a:stretch/>
        </p:blipFill>
        <p:spPr>
          <a:xfrm>
            <a:off x="5851070" y="4562573"/>
            <a:ext cx="4866479" cy="221449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32"/>
          <p:cNvSpPr txBox="1"/>
          <p:nvPr/>
        </p:nvSpPr>
        <p:spPr>
          <a:xfrm>
            <a:off x="273377" y="273377"/>
            <a:ext cx="448715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Time for another test.</a:t>
            </a:r>
            <a:endParaRPr/>
          </a:p>
        </p:txBody>
      </p:sp>
      <p:pic>
        <p:nvPicPr>
          <p:cNvPr descr="Graphical user interface, text, application, email&#10;&#10;Description automatically generated" id="487" name="Google Shape;487;p32"/>
          <p:cNvPicPr preferRelativeResize="0"/>
          <p:nvPr/>
        </p:nvPicPr>
        <p:blipFill rotWithShape="1">
          <a:blip r:embed="rId3">
            <a:alphaModFix/>
          </a:blip>
          <a:srcRect b="0" l="0" r="0" t="0"/>
          <a:stretch/>
        </p:blipFill>
        <p:spPr>
          <a:xfrm>
            <a:off x="97938" y="974975"/>
            <a:ext cx="4841707" cy="2862224"/>
          </a:xfrm>
          <a:prstGeom prst="rect">
            <a:avLst/>
          </a:prstGeom>
          <a:noFill/>
          <a:ln>
            <a:noFill/>
          </a:ln>
        </p:spPr>
      </p:pic>
      <p:pic>
        <p:nvPicPr>
          <p:cNvPr descr="Graphical user interface, text, application, email&#10;&#10;Description automatically generated" id="488" name="Google Shape;488;p32"/>
          <p:cNvPicPr preferRelativeResize="0"/>
          <p:nvPr/>
        </p:nvPicPr>
        <p:blipFill rotWithShape="1">
          <a:blip r:embed="rId4">
            <a:alphaModFix/>
          </a:blip>
          <a:srcRect b="0" l="0" r="0" t="0"/>
          <a:stretch/>
        </p:blipFill>
        <p:spPr>
          <a:xfrm>
            <a:off x="97938" y="3837199"/>
            <a:ext cx="4904429" cy="2862223"/>
          </a:xfrm>
          <a:prstGeom prst="rect">
            <a:avLst/>
          </a:prstGeom>
          <a:noFill/>
          <a:ln>
            <a:noFill/>
          </a:ln>
        </p:spPr>
      </p:pic>
      <p:pic>
        <p:nvPicPr>
          <p:cNvPr descr="Graphical user interface, text, application, chat or text message&#10;&#10;Description automatically generated" id="489" name="Google Shape;489;p32"/>
          <p:cNvPicPr preferRelativeResize="0"/>
          <p:nvPr/>
        </p:nvPicPr>
        <p:blipFill rotWithShape="1">
          <a:blip r:embed="rId5">
            <a:alphaModFix/>
          </a:blip>
          <a:srcRect b="0" l="0" r="0" t="0"/>
          <a:stretch/>
        </p:blipFill>
        <p:spPr>
          <a:xfrm>
            <a:off x="5178529" y="2114366"/>
            <a:ext cx="6001588" cy="2629267"/>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33"/>
          <p:cNvSpPr txBox="1"/>
          <p:nvPr/>
        </p:nvSpPr>
        <p:spPr>
          <a:xfrm>
            <a:off x="282804" y="273377"/>
            <a:ext cx="3648173"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000">
                <a:solidFill>
                  <a:schemeClr val="dk1"/>
                </a:solidFill>
                <a:latin typeface="Calibri"/>
                <a:ea typeface="Calibri"/>
                <a:cs typeface="Calibri"/>
                <a:sym typeface="Calibri"/>
              </a:rPr>
              <a:t>Let’s try making another database.</a:t>
            </a:r>
            <a:endParaRPr/>
          </a:p>
        </p:txBody>
      </p:sp>
      <p:sp>
        <p:nvSpPr>
          <p:cNvPr id="495" name="Google Shape;495;p33"/>
          <p:cNvSpPr txBox="1"/>
          <p:nvPr/>
        </p:nvSpPr>
        <p:spPr>
          <a:xfrm>
            <a:off x="282804" y="1168924"/>
            <a:ext cx="611428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In Collections, click +Create Database </a:t>
            </a:r>
            <a:endParaRPr/>
          </a:p>
        </p:txBody>
      </p:sp>
      <p:pic>
        <p:nvPicPr>
          <p:cNvPr descr="Graphical user interface, text, application, chat or text message&#10;&#10;Description automatically generated" id="496" name="Google Shape;496;p33"/>
          <p:cNvPicPr preferRelativeResize="0"/>
          <p:nvPr/>
        </p:nvPicPr>
        <p:blipFill rotWithShape="1">
          <a:blip r:embed="rId3">
            <a:alphaModFix/>
          </a:blip>
          <a:srcRect b="0" l="0" r="0" t="0"/>
          <a:stretch/>
        </p:blipFill>
        <p:spPr>
          <a:xfrm>
            <a:off x="8767210" y="1353590"/>
            <a:ext cx="2939883" cy="2472898"/>
          </a:xfrm>
          <a:prstGeom prst="rect">
            <a:avLst/>
          </a:prstGeom>
          <a:noFill/>
          <a:ln>
            <a:noFill/>
          </a:ln>
        </p:spPr>
      </p:pic>
      <p:pic>
        <p:nvPicPr>
          <p:cNvPr descr="Graphical user interface, text, application, email&#10;&#10;Description automatically generated" id="497" name="Google Shape;497;p33"/>
          <p:cNvPicPr preferRelativeResize="0"/>
          <p:nvPr/>
        </p:nvPicPr>
        <p:blipFill rotWithShape="1">
          <a:blip r:embed="rId4">
            <a:alphaModFix/>
          </a:blip>
          <a:srcRect b="0" l="0" r="0" t="0"/>
          <a:stretch/>
        </p:blipFill>
        <p:spPr>
          <a:xfrm>
            <a:off x="506617" y="1725917"/>
            <a:ext cx="6114286" cy="2285714"/>
          </a:xfrm>
          <a:prstGeom prst="rect">
            <a:avLst/>
          </a:prstGeom>
          <a:noFill/>
          <a:ln>
            <a:noFill/>
          </a:ln>
        </p:spPr>
      </p:pic>
      <p:sp>
        <p:nvSpPr>
          <p:cNvPr id="498" name="Google Shape;498;p33"/>
          <p:cNvSpPr txBox="1"/>
          <p:nvPr/>
        </p:nvSpPr>
        <p:spPr>
          <a:xfrm>
            <a:off x="6909848" y="273377"/>
            <a:ext cx="253581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Enter ‘library’ for the Database name and ‘books’ for the Collection name</a:t>
            </a:r>
            <a:endParaRPr/>
          </a:p>
        </p:txBody>
      </p:sp>
      <p:pic>
        <p:nvPicPr>
          <p:cNvPr descr="Graphical user interface, text, application, email&#10;&#10;Description automatically generated" id="499" name="Google Shape;499;p33"/>
          <p:cNvPicPr preferRelativeResize="0"/>
          <p:nvPr/>
        </p:nvPicPr>
        <p:blipFill rotWithShape="1">
          <a:blip r:embed="rId5">
            <a:alphaModFix/>
          </a:blip>
          <a:srcRect b="0" l="0" r="0" t="0"/>
          <a:stretch/>
        </p:blipFill>
        <p:spPr>
          <a:xfrm>
            <a:off x="1124904" y="3995323"/>
            <a:ext cx="9112248" cy="254014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34"/>
          <p:cNvSpPr txBox="1"/>
          <p:nvPr/>
        </p:nvSpPr>
        <p:spPr>
          <a:xfrm>
            <a:off x="3751868" y="904973"/>
            <a:ext cx="350820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000">
                <a:solidFill>
                  <a:schemeClr val="dk1"/>
                </a:solidFill>
                <a:latin typeface="Calibri"/>
                <a:ea typeface="Calibri"/>
                <a:cs typeface="Calibri"/>
                <a:sym typeface="Calibri"/>
              </a:rPr>
              <a:t>A test of our observational skills</a:t>
            </a:r>
            <a:endParaRPr/>
          </a:p>
        </p:txBody>
      </p:sp>
      <p:pic>
        <p:nvPicPr>
          <p:cNvPr descr="Graphical user interface, text, application, email&#10;&#10;Description automatically generated" id="505" name="Google Shape;505;p34"/>
          <p:cNvPicPr preferRelativeResize="0"/>
          <p:nvPr/>
        </p:nvPicPr>
        <p:blipFill rotWithShape="1">
          <a:blip r:embed="rId3">
            <a:alphaModFix/>
          </a:blip>
          <a:srcRect b="0" l="0" r="0" t="0"/>
          <a:stretch/>
        </p:blipFill>
        <p:spPr>
          <a:xfrm>
            <a:off x="211358" y="2294841"/>
            <a:ext cx="6066996" cy="2955889"/>
          </a:xfrm>
          <a:prstGeom prst="rect">
            <a:avLst/>
          </a:prstGeom>
          <a:noFill/>
          <a:ln>
            <a:noFill/>
          </a:ln>
        </p:spPr>
      </p:pic>
      <p:pic>
        <p:nvPicPr>
          <p:cNvPr descr="A screenshot of a computer&#10;&#10;Description automatically generated with medium confidence" id="506" name="Google Shape;506;p34"/>
          <p:cNvPicPr preferRelativeResize="0"/>
          <p:nvPr/>
        </p:nvPicPr>
        <p:blipFill rotWithShape="1">
          <a:blip r:embed="rId4">
            <a:alphaModFix/>
          </a:blip>
          <a:srcRect b="0" l="0" r="0" t="0"/>
          <a:stretch/>
        </p:blipFill>
        <p:spPr>
          <a:xfrm>
            <a:off x="6625057" y="2618880"/>
            <a:ext cx="4962189" cy="2676627"/>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pic>
        <p:nvPicPr>
          <p:cNvPr descr="Graphical user interface, text, application&#10;&#10;Description automatically generated" id="511" name="Google Shape;511;p35"/>
          <p:cNvPicPr preferRelativeResize="0"/>
          <p:nvPr/>
        </p:nvPicPr>
        <p:blipFill rotWithShape="1">
          <a:blip r:embed="rId3">
            <a:alphaModFix/>
          </a:blip>
          <a:srcRect b="0" l="0" r="0" t="0"/>
          <a:stretch/>
        </p:blipFill>
        <p:spPr>
          <a:xfrm>
            <a:off x="355106" y="2481301"/>
            <a:ext cx="10821910" cy="3667637"/>
          </a:xfrm>
          <a:prstGeom prst="rect">
            <a:avLst/>
          </a:prstGeom>
          <a:noFill/>
          <a:ln>
            <a:noFill/>
          </a:ln>
        </p:spPr>
      </p:pic>
      <p:sp>
        <p:nvSpPr>
          <p:cNvPr id="512" name="Google Shape;512;p35"/>
          <p:cNvSpPr txBox="1"/>
          <p:nvPr/>
        </p:nvSpPr>
        <p:spPr>
          <a:xfrm>
            <a:off x="1291472" y="1432874"/>
            <a:ext cx="88140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Click Create Collection and enter magazines as the collection. We now have two collections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pic>
        <p:nvPicPr>
          <p:cNvPr descr="Graphical user interface, text, application, email&#10;&#10;Description automatically generated" id="517" name="Google Shape;517;p36"/>
          <p:cNvPicPr preferRelativeResize="0"/>
          <p:nvPr/>
        </p:nvPicPr>
        <p:blipFill rotWithShape="1">
          <a:blip r:embed="rId3">
            <a:alphaModFix/>
          </a:blip>
          <a:srcRect b="0" l="0" r="0" t="0"/>
          <a:stretch/>
        </p:blipFill>
        <p:spPr>
          <a:xfrm>
            <a:off x="0" y="2281932"/>
            <a:ext cx="6355058" cy="3619248"/>
          </a:xfrm>
          <a:prstGeom prst="rect">
            <a:avLst/>
          </a:prstGeom>
          <a:noFill/>
          <a:ln>
            <a:noFill/>
          </a:ln>
        </p:spPr>
      </p:pic>
      <p:pic>
        <p:nvPicPr>
          <p:cNvPr descr="Graphical user interface, text, application, chat or text message&#10;&#10;Description automatically generated" id="518" name="Google Shape;518;p36"/>
          <p:cNvPicPr preferRelativeResize="0"/>
          <p:nvPr/>
        </p:nvPicPr>
        <p:blipFill rotWithShape="1">
          <a:blip r:embed="rId4">
            <a:alphaModFix/>
          </a:blip>
          <a:srcRect b="0" l="0" r="0" t="0"/>
          <a:stretch/>
        </p:blipFill>
        <p:spPr>
          <a:xfrm>
            <a:off x="6096000" y="2281932"/>
            <a:ext cx="4377179" cy="2827396"/>
          </a:xfrm>
          <a:prstGeom prst="rect">
            <a:avLst/>
          </a:prstGeom>
          <a:noFill/>
          <a:ln>
            <a:noFill/>
          </a:ln>
        </p:spPr>
      </p:pic>
      <p:sp>
        <p:nvSpPr>
          <p:cNvPr id="519" name="Google Shape;519;p36"/>
          <p:cNvSpPr txBox="1"/>
          <p:nvPr/>
        </p:nvSpPr>
        <p:spPr>
          <a:xfrm>
            <a:off x="3431357" y="1305414"/>
            <a:ext cx="44777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One final quiz ends the Unit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graphicFrame>
        <p:nvGraphicFramePr>
          <p:cNvPr id="524" name="Google Shape;524;p37"/>
          <p:cNvGraphicFramePr/>
          <p:nvPr/>
        </p:nvGraphicFramePr>
        <p:xfrm>
          <a:off x="2381127" y="1439863"/>
          <a:ext cx="6996113" cy="5418137"/>
        </p:xfrm>
        <a:graphic>
          <a:graphicData uri="http://schemas.openxmlformats.org/presentationml/2006/ole">
            <mc:AlternateContent>
              <mc:Choice Requires="v">
                <p:oleObj r:id="rId4" imgH="5418137" imgW="6996113" progId="Acrobat.Document.DC" spid="_x0000_s1">
                  <p:embed/>
                </p:oleObj>
              </mc:Choice>
              <mc:Fallback>
                <p:oleObj r:id="rId5" imgH="5418137" imgW="6996113" progId="Acrobat.Document.DC">
                  <p:embed/>
                  <p:pic>
                    <p:nvPicPr>
                      <p:cNvPr id="524" name="Google Shape;524;p37"/>
                      <p:cNvPicPr preferRelativeResize="0"/>
                      <p:nvPr/>
                    </p:nvPicPr>
                    <p:blipFill rotWithShape="1">
                      <a:blip r:embed="rId6">
                        <a:alphaModFix/>
                      </a:blip>
                      <a:srcRect b="0" l="0" r="0" t="0"/>
                      <a:stretch/>
                    </p:blipFill>
                    <p:spPr>
                      <a:xfrm>
                        <a:off x="2381127" y="1439863"/>
                        <a:ext cx="6996113" cy="5418137"/>
                      </a:xfrm>
                      <a:prstGeom prst="rect">
                        <a:avLst/>
                      </a:prstGeom>
                      <a:noFill/>
                      <a:ln>
                        <a:noFill/>
                      </a:ln>
                    </p:spPr>
                  </p:pic>
                </p:oleObj>
              </mc:Fallback>
            </mc:AlternateContent>
          </a:graphicData>
        </a:graphic>
      </p:graphicFrame>
      <p:sp>
        <p:nvSpPr>
          <p:cNvPr id="525" name="Google Shape;525;p37"/>
          <p:cNvSpPr txBox="1"/>
          <p:nvPr/>
        </p:nvSpPr>
        <p:spPr>
          <a:xfrm>
            <a:off x="4449452" y="772998"/>
            <a:ext cx="234378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Unit 2 is now complete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38"/>
          <p:cNvSpPr txBox="1"/>
          <p:nvPr>
            <p:ph type="title"/>
          </p:nvPr>
        </p:nvSpPr>
        <p:spPr>
          <a:xfrm>
            <a:off x="379514" y="182216"/>
            <a:ext cx="11524432" cy="635932"/>
          </a:xfrm>
          <a:prstGeom prst="rect">
            <a:avLst/>
          </a:prstGeom>
          <a:noFill/>
          <a:ln>
            <a:noFill/>
          </a:ln>
        </p:spPr>
        <p:txBody>
          <a:bodyPr anchorCtr="0" anchor="t" bIns="45700" lIns="91400" spcFirstLastPara="1" rIns="91400" wrap="square" tIns="45700">
            <a:noAutofit/>
          </a:bodyPr>
          <a:lstStyle/>
          <a:p>
            <a:pPr indent="0" lvl="0" marL="0" rtl="0" algn="l">
              <a:lnSpc>
                <a:spcPct val="80000"/>
              </a:lnSpc>
              <a:spcBef>
                <a:spcPts val="0"/>
              </a:spcBef>
              <a:spcAft>
                <a:spcPts val="0"/>
              </a:spcAft>
              <a:buClr>
                <a:srgbClr val="333333"/>
              </a:buClr>
              <a:buSzPts val="3600"/>
              <a:buFont typeface="Arial"/>
              <a:buNone/>
            </a:pPr>
            <a:r>
              <a:rPr lang="en-GB" sz="3600" u="sng">
                <a:solidFill>
                  <a:srgbClr val="333333"/>
                </a:solidFill>
                <a:latin typeface="Arial"/>
                <a:ea typeface="Arial"/>
                <a:cs typeface="Arial"/>
                <a:sym typeface="Arial"/>
                <a:hlinkClick r:id="rId3">
                  <a:extLst>
                    <a:ext uri="{A12FA001-AC4F-418D-AE19-62706E023703}">
                      <ahyp:hlinkClr val="tx"/>
                    </a:ext>
                  </a:extLst>
                </a:hlinkClick>
              </a:rPr>
              <a:t>Unit 3: </a:t>
            </a:r>
            <a:r>
              <a:rPr b="0" i="0" lang="en-GB" sz="3600" u="sng">
                <a:solidFill>
                  <a:srgbClr val="333333"/>
                </a:solidFill>
                <a:latin typeface="Arial"/>
                <a:ea typeface="Arial"/>
                <a:cs typeface="Arial"/>
                <a:sym typeface="Arial"/>
                <a:hlinkClick r:id="rId4">
                  <a:extLst>
                    <a:ext uri="{A12FA001-AC4F-418D-AE19-62706E023703}">
                      <ahyp:hlinkClr val="tx"/>
                    </a:ext>
                  </a:extLst>
                </a:hlinkClick>
              </a:rPr>
              <a:t>Connecting to a MongoDB Database</a:t>
            </a:r>
            <a:endParaRPr b="0" i="0" sz="3600">
              <a:solidFill>
                <a:srgbClr val="333333"/>
              </a:solidFill>
              <a:latin typeface="Arial"/>
              <a:ea typeface="Arial"/>
              <a:cs typeface="Arial"/>
              <a:sym typeface="Arial"/>
            </a:endParaRPr>
          </a:p>
        </p:txBody>
      </p:sp>
      <p:pic>
        <p:nvPicPr>
          <p:cNvPr id="531" name="Google Shape;531;p38">
            <a:hlinkClick r:id="rId5"/>
          </p:cNvPr>
          <p:cNvPicPr preferRelativeResize="0"/>
          <p:nvPr/>
        </p:nvPicPr>
        <p:blipFill rotWithShape="1">
          <a:blip r:embed="rId6">
            <a:alphaModFix/>
          </a:blip>
          <a:srcRect b="0" l="0" r="0" t="0"/>
          <a:stretch/>
        </p:blipFill>
        <p:spPr>
          <a:xfrm>
            <a:off x="0" y="1252142"/>
            <a:ext cx="12192000" cy="435371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39"/>
          <p:cNvSpPr txBox="1"/>
          <p:nvPr/>
        </p:nvSpPr>
        <p:spPr>
          <a:xfrm>
            <a:off x="254524" y="273377"/>
            <a:ext cx="6881567"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The MongoDB connection string allows us to connect with our clusters and work with our data.</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The connection string can be used to connect to MongoShell, Compass or other applications.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MongoDB provides two formats for the connection string:</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Standard Format – Used to connect to standalone clusters, replica sets or shared clusters.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DNS Seed List Format – Provides DNS server list to our connection string. Gives more flexibility of deployment. With the ability to change servers in rotation, without reconfiguring clients.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7" name="Google Shape;537;p39"/>
          <p:cNvSpPr txBox="1"/>
          <p:nvPr/>
        </p:nvSpPr>
        <p:spPr>
          <a:xfrm>
            <a:off x="7447175" y="414779"/>
            <a:ext cx="4628561"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To see the connection string click on the connect button in database deployments.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For this example I’ll be using Compass. </a:t>
            </a:r>
            <a:endParaRPr/>
          </a:p>
        </p:txBody>
      </p:sp>
      <p:pic>
        <p:nvPicPr>
          <p:cNvPr id="538" name="Google Shape;538;p39"/>
          <p:cNvPicPr preferRelativeResize="0"/>
          <p:nvPr/>
        </p:nvPicPr>
        <p:blipFill rotWithShape="1">
          <a:blip r:embed="rId3">
            <a:alphaModFix/>
          </a:blip>
          <a:srcRect b="0" l="0" r="0" t="0"/>
          <a:stretch/>
        </p:blipFill>
        <p:spPr>
          <a:xfrm>
            <a:off x="7136091" y="2073897"/>
            <a:ext cx="4896260" cy="4258458"/>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pic>
        <p:nvPicPr>
          <p:cNvPr id="543" name="Google Shape;543;p40"/>
          <p:cNvPicPr preferRelativeResize="0"/>
          <p:nvPr/>
        </p:nvPicPr>
        <p:blipFill rotWithShape="1">
          <a:blip r:embed="rId3">
            <a:alphaModFix/>
          </a:blip>
          <a:srcRect b="0" l="0" r="0" t="0"/>
          <a:stretch/>
        </p:blipFill>
        <p:spPr>
          <a:xfrm>
            <a:off x="970203" y="107841"/>
            <a:ext cx="9554908" cy="1562318"/>
          </a:xfrm>
          <a:prstGeom prst="rect">
            <a:avLst/>
          </a:prstGeom>
          <a:noFill/>
          <a:ln>
            <a:noFill/>
          </a:ln>
        </p:spPr>
      </p:pic>
      <p:sp>
        <p:nvSpPr>
          <p:cNvPr id="544" name="Google Shape;544;p40"/>
          <p:cNvSpPr txBox="1"/>
          <p:nvPr/>
        </p:nvSpPr>
        <p:spPr>
          <a:xfrm>
            <a:off x="624114" y="2365829"/>
            <a:ext cx="11161486"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To break down the Connection String:</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mogodb = Identifies the type of string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srv = sets TLS Security to true and tells MongoDB to use the DNS seed list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&lt;username:password&gt; = same un &amp; pw for Atlas dashboard</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@cluster0.usqsf.mongodb.net = host and optional port numbers to our datatbase</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			     if not specified, Mongo will default to port: 27017</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?retryWrites=true&amp;w=majority = any options we want to include (connection timeout, TLS &amp; SSL, connection pooling </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			       and read and write concerns)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pic>
        <p:nvPicPr>
          <p:cNvPr id="549" name="Google Shape;549;p41"/>
          <p:cNvPicPr preferRelativeResize="0"/>
          <p:nvPr/>
        </p:nvPicPr>
        <p:blipFill rotWithShape="1">
          <a:blip r:embed="rId3">
            <a:alphaModFix/>
          </a:blip>
          <a:srcRect b="0" l="0" r="0" t="0"/>
          <a:stretch/>
        </p:blipFill>
        <p:spPr>
          <a:xfrm>
            <a:off x="0" y="0"/>
            <a:ext cx="7449590" cy="3648584"/>
          </a:xfrm>
          <a:prstGeom prst="rect">
            <a:avLst/>
          </a:prstGeom>
          <a:noFill/>
          <a:ln>
            <a:noFill/>
          </a:ln>
        </p:spPr>
      </p:pic>
      <p:pic>
        <p:nvPicPr>
          <p:cNvPr id="550" name="Google Shape;550;p41"/>
          <p:cNvPicPr preferRelativeResize="0"/>
          <p:nvPr/>
        </p:nvPicPr>
        <p:blipFill rotWithShape="1">
          <a:blip r:embed="rId4">
            <a:alphaModFix/>
          </a:blip>
          <a:srcRect b="0" l="0" r="0" t="0"/>
          <a:stretch/>
        </p:blipFill>
        <p:spPr>
          <a:xfrm>
            <a:off x="-32601" y="3233180"/>
            <a:ext cx="6970171" cy="3624820"/>
          </a:xfrm>
          <a:prstGeom prst="rect">
            <a:avLst/>
          </a:prstGeom>
          <a:noFill/>
          <a:ln>
            <a:noFill/>
          </a:ln>
        </p:spPr>
      </p:pic>
      <p:sp>
        <p:nvSpPr>
          <p:cNvPr id="551" name="Google Shape;551;p41"/>
          <p:cNvSpPr txBox="1"/>
          <p:nvPr/>
        </p:nvSpPr>
        <p:spPr>
          <a:xfrm>
            <a:off x="7686644" y="2721114"/>
            <a:ext cx="3933371"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000">
                <a:solidFill>
                  <a:schemeClr val="dk1"/>
                </a:solidFill>
                <a:latin typeface="Calibri"/>
                <a:ea typeface="Calibri"/>
                <a:cs typeface="Calibri"/>
                <a:sym typeface="Calibri"/>
              </a:rPr>
              <a:t>Here we see the connection string and Compass connected.</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42"/>
          <p:cNvSpPr txBox="1"/>
          <p:nvPr/>
        </p:nvSpPr>
        <p:spPr>
          <a:xfrm>
            <a:off x="420914" y="362857"/>
            <a:ext cx="175772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Quiz time again..</a:t>
            </a:r>
            <a:endParaRPr/>
          </a:p>
        </p:txBody>
      </p:sp>
      <p:pic>
        <p:nvPicPr>
          <p:cNvPr id="557" name="Google Shape;557;p42"/>
          <p:cNvPicPr preferRelativeResize="0"/>
          <p:nvPr/>
        </p:nvPicPr>
        <p:blipFill rotWithShape="1">
          <a:blip r:embed="rId3">
            <a:alphaModFix/>
          </a:blip>
          <a:srcRect b="0" l="0" r="0" t="0"/>
          <a:stretch/>
        </p:blipFill>
        <p:spPr>
          <a:xfrm>
            <a:off x="141401" y="2295054"/>
            <a:ext cx="5408465" cy="3097077"/>
          </a:xfrm>
          <a:prstGeom prst="rect">
            <a:avLst/>
          </a:prstGeom>
          <a:noFill/>
          <a:ln>
            <a:noFill/>
          </a:ln>
        </p:spPr>
      </p:pic>
      <p:pic>
        <p:nvPicPr>
          <p:cNvPr id="558" name="Google Shape;558;p42"/>
          <p:cNvPicPr preferRelativeResize="0"/>
          <p:nvPr/>
        </p:nvPicPr>
        <p:blipFill rotWithShape="1">
          <a:blip r:embed="rId4">
            <a:alphaModFix/>
          </a:blip>
          <a:srcRect b="0" l="0" r="0" t="0"/>
          <a:stretch/>
        </p:blipFill>
        <p:spPr>
          <a:xfrm>
            <a:off x="6174557" y="1737677"/>
            <a:ext cx="5624922" cy="3928591"/>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43"/>
          <p:cNvSpPr txBox="1"/>
          <p:nvPr/>
        </p:nvSpPr>
        <p:spPr>
          <a:xfrm>
            <a:off x="593889" y="301658"/>
            <a:ext cx="222201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And for Mongo Shell..</a:t>
            </a:r>
            <a:endParaRPr/>
          </a:p>
        </p:txBody>
      </p:sp>
      <p:pic>
        <p:nvPicPr>
          <p:cNvPr id="564" name="Google Shape;564;p43"/>
          <p:cNvPicPr preferRelativeResize="0"/>
          <p:nvPr/>
        </p:nvPicPr>
        <p:blipFill rotWithShape="1">
          <a:blip r:embed="rId3">
            <a:alphaModFix/>
          </a:blip>
          <a:srcRect b="0" l="0" r="0" t="0"/>
          <a:stretch/>
        </p:blipFill>
        <p:spPr>
          <a:xfrm>
            <a:off x="0" y="983140"/>
            <a:ext cx="5467289" cy="3239004"/>
          </a:xfrm>
          <a:prstGeom prst="rect">
            <a:avLst/>
          </a:prstGeom>
          <a:noFill/>
          <a:ln>
            <a:noFill/>
          </a:ln>
        </p:spPr>
      </p:pic>
      <p:pic>
        <p:nvPicPr>
          <p:cNvPr id="565" name="Google Shape;565;p43"/>
          <p:cNvPicPr preferRelativeResize="0"/>
          <p:nvPr/>
        </p:nvPicPr>
        <p:blipFill rotWithShape="1">
          <a:blip r:embed="rId4">
            <a:alphaModFix/>
          </a:blip>
          <a:srcRect b="0" l="0" r="0" t="0"/>
          <a:stretch/>
        </p:blipFill>
        <p:spPr>
          <a:xfrm>
            <a:off x="5467289" y="1204805"/>
            <a:ext cx="6260989" cy="3239004"/>
          </a:xfrm>
          <a:prstGeom prst="rect">
            <a:avLst/>
          </a:prstGeom>
          <a:noFill/>
          <a:ln>
            <a:noFill/>
          </a:ln>
        </p:spPr>
      </p:pic>
      <p:pic>
        <p:nvPicPr>
          <p:cNvPr id="566" name="Google Shape;566;p43"/>
          <p:cNvPicPr preferRelativeResize="0"/>
          <p:nvPr/>
        </p:nvPicPr>
        <p:blipFill rotWithShape="1">
          <a:blip r:embed="rId5">
            <a:alphaModFix/>
          </a:blip>
          <a:srcRect b="0" l="0" r="0" t="0"/>
          <a:stretch/>
        </p:blipFill>
        <p:spPr>
          <a:xfrm>
            <a:off x="3447394" y="4665474"/>
            <a:ext cx="4039789" cy="1924869"/>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pic>
        <p:nvPicPr>
          <p:cNvPr id="571" name="Google Shape;571;p44"/>
          <p:cNvPicPr preferRelativeResize="0"/>
          <p:nvPr/>
        </p:nvPicPr>
        <p:blipFill rotWithShape="1">
          <a:blip r:embed="rId3">
            <a:alphaModFix/>
          </a:blip>
          <a:srcRect b="0" l="0" r="0" t="0"/>
          <a:stretch/>
        </p:blipFill>
        <p:spPr>
          <a:xfrm>
            <a:off x="1395167" y="3675055"/>
            <a:ext cx="8059193" cy="3182945"/>
          </a:xfrm>
          <a:prstGeom prst="rect">
            <a:avLst/>
          </a:prstGeom>
          <a:noFill/>
          <a:ln>
            <a:noFill/>
          </a:ln>
        </p:spPr>
      </p:pic>
      <p:sp>
        <p:nvSpPr>
          <p:cNvPr id="572" name="Google Shape;572;p44"/>
          <p:cNvSpPr txBox="1"/>
          <p:nvPr/>
        </p:nvSpPr>
        <p:spPr>
          <a:xfrm>
            <a:off x="414779" y="197963"/>
            <a:ext cx="11170763"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000">
                <a:solidFill>
                  <a:schemeClr val="dk1"/>
                </a:solidFill>
                <a:latin typeface="Calibri"/>
                <a:ea typeface="Calibri"/>
                <a:cs typeface="Calibri"/>
                <a:sym typeface="Calibri"/>
              </a:rPr>
              <a:t>Compass has quite a few additional tabs to Atlas: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Aggregations: Allow the user to compose aggregation statements to run against the collections.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Schema: Will help the user to analyse the structure of their documents.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Explain Plan: Helps to understand the performance of the specific queries that you’re running against your database.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Indexes: Allows the user to see indexes running on specific collections and understand the performance of queries.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Validation: Allows the creation of rules to enforce the structure of documents on update and insert statements.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45"/>
          <p:cNvSpPr txBox="1"/>
          <p:nvPr/>
        </p:nvSpPr>
        <p:spPr>
          <a:xfrm>
            <a:off x="358219" y="311085"/>
            <a:ext cx="259237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Time for a quiz:</a:t>
            </a:r>
            <a:endParaRPr/>
          </a:p>
        </p:txBody>
      </p:sp>
      <p:pic>
        <p:nvPicPr>
          <p:cNvPr id="578" name="Google Shape;578;p45"/>
          <p:cNvPicPr preferRelativeResize="0"/>
          <p:nvPr/>
        </p:nvPicPr>
        <p:blipFill rotWithShape="1">
          <a:blip r:embed="rId3">
            <a:alphaModFix/>
          </a:blip>
          <a:srcRect b="0" l="0" r="0" t="0"/>
          <a:stretch/>
        </p:blipFill>
        <p:spPr>
          <a:xfrm>
            <a:off x="0" y="861654"/>
            <a:ext cx="5510982" cy="2567346"/>
          </a:xfrm>
          <a:prstGeom prst="rect">
            <a:avLst/>
          </a:prstGeom>
          <a:noFill/>
          <a:ln>
            <a:noFill/>
          </a:ln>
        </p:spPr>
      </p:pic>
      <p:pic>
        <p:nvPicPr>
          <p:cNvPr id="579" name="Google Shape;579;p45"/>
          <p:cNvPicPr preferRelativeResize="0"/>
          <p:nvPr/>
        </p:nvPicPr>
        <p:blipFill rotWithShape="1">
          <a:blip r:embed="rId4">
            <a:alphaModFix/>
          </a:blip>
          <a:srcRect b="0" l="0" r="0" t="0"/>
          <a:stretch/>
        </p:blipFill>
        <p:spPr>
          <a:xfrm>
            <a:off x="127900" y="3507500"/>
            <a:ext cx="6553120" cy="3267899"/>
          </a:xfrm>
          <a:prstGeom prst="rect">
            <a:avLst/>
          </a:prstGeom>
          <a:noFill/>
          <a:ln>
            <a:noFill/>
          </a:ln>
        </p:spPr>
      </p:pic>
      <p:pic>
        <p:nvPicPr>
          <p:cNvPr id="580" name="Google Shape;580;p45"/>
          <p:cNvPicPr preferRelativeResize="0"/>
          <p:nvPr/>
        </p:nvPicPr>
        <p:blipFill rotWithShape="1">
          <a:blip r:embed="rId5">
            <a:alphaModFix/>
          </a:blip>
          <a:srcRect b="0" l="0" r="0" t="0"/>
          <a:stretch/>
        </p:blipFill>
        <p:spPr>
          <a:xfrm>
            <a:off x="6752038" y="2414930"/>
            <a:ext cx="4344006" cy="2838846"/>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46"/>
          <p:cNvSpPr txBox="1"/>
          <p:nvPr/>
        </p:nvSpPr>
        <p:spPr>
          <a:xfrm>
            <a:off x="443060" y="263951"/>
            <a:ext cx="408233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And a quiz on Compass and Applications..</a:t>
            </a:r>
            <a:endParaRPr/>
          </a:p>
        </p:txBody>
      </p:sp>
      <p:pic>
        <p:nvPicPr>
          <p:cNvPr id="586" name="Google Shape;586;p46"/>
          <p:cNvPicPr preferRelativeResize="0"/>
          <p:nvPr/>
        </p:nvPicPr>
        <p:blipFill rotWithShape="1">
          <a:blip r:embed="rId3">
            <a:alphaModFix/>
          </a:blip>
          <a:srcRect b="0" l="0" r="0" t="0"/>
          <a:stretch/>
        </p:blipFill>
        <p:spPr>
          <a:xfrm>
            <a:off x="122992" y="849966"/>
            <a:ext cx="4279326" cy="2695907"/>
          </a:xfrm>
          <a:prstGeom prst="rect">
            <a:avLst/>
          </a:prstGeom>
          <a:noFill/>
          <a:ln>
            <a:noFill/>
          </a:ln>
        </p:spPr>
      </p:pic>
      <p:pic>
        <p:nvPicPr>
          <p:cNvPr id="587" name="Google Shape;587;p46"/>
          <p:cNvPicPr preferRelativeResize="0"/>
          <p:nvPr/>
        </p:nvPicPr>
        <p:blipFill rotWithShape="1">
          <a:blip r:embed="rId4">
            <a:alphaModFix/>
          </a:blip>
          <a:srcRect b="0" l="0" r="0" t="0"/>
          <a:stretch/>
        </p:blipFill>
        <p:spPr>
          <a:xfrm>
            <a:off x="0" y="3312127"/>
            <a:ext cx="5611792" cy="2695907"/>
          </a:xfrm>
          <a:prstGeom prst="rect">
            <a:avLst/>
          </a:prstGeom>
          <a:noFill/>
          <a:ln>
            <a:noFill/>
          </a:ln>
        </p:spPr>
      </p:pic>
      <p:pic>
        <p:nvPicPr>
          <p:cNvPr id="588" name="Google Shape;588;p46"/>
          <p:cNvPicPr preferRelativeResize="0"/>
          <p:nvPr/>
        </p:nvPicPr>
        <p:blipFill rotWithShape="1">
          <a:blip r:embed="rId5">
            <a:alphaModFix/>
          </a:blip>
          <a:srcRect b="0" l="0" r="0" t="0"/>
          <a:stretch/>
        </p:blipFill>
        <p:spPr>
          <a:xfrm>
            <a:off x="6500585" y="1840286"/>
            <a:ext cx="4658375" cy="2819794"/>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pic>
        <p:nvPicPr>
          <p:cNvPr id="593" name="Google Shape;593;p47"/>
          <p:cNvPicPr preferRelativeResize="0"/>
          <p:nvPr/>
        </p:nvPicPr>
        <p:blipFill rotWithShape="1">
          <a:blip r:embed="rId3">
            <a:alphaModFix/>
          </a:blip>
          <a:srcRect b="0" l="0" r="0" t="0"/>
          <a:stretch/>
        </p:blipFill>
        <p:spPr>
          <a:xfrm>
            <a:off x="2232126" y="0"/>
            <a:ext cx="6763070" cy="4122335"/>
          </a:xfrm>
          <a:prstGeom prst="rect">
            <a:avLst/>
          </a:prstGeom>
          <a:noFill/>
          <a:ln>
            <a:noFill/>
          </a:ln>
        </p:spPr>
      </p:pic>
      <p:sp>
        <p:nvSpPr>
          <p:cNvPr id="594" name="Google Shape;594;p47"/>
          <p:cNvSpPr txBox="1"/>
          <p:nvPr/>
        </p:nvSpPr>
        <p:spPr>
          <a:xfrm>
            <a:off x="2232126" y="4122335"/>
            <a:ext cx="6763070"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Most connection errors are caused by human error (wrong username or password)</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Other common reasons are Network Access errors.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These can be that the user doesn’t have their IP address in the Access control list. This can be done from the Atlas dashboard.</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48"/>
          <p:cNvSpPr txBox="1"/>
          <p:nvPr/>
        </p:nvSpPr>
        <p:spPr>
          <a:xfrm>
            <a:off x="122548" y="169682"/>
            <a:ext cx="1175522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Connection error quiz…</a:t>
            </a:r>
            <a:endParaRPr/>
          </a:p>
        </p:txBody>
      </p:sp>
      <p:pic>
        <p:nvPicPr>
          <p:cNvPr id="600" name="Google Shape;600;p48"/>
          <p:cNvPicPr preferRelativeResize="0"/>
          <p:nvPr/>
        </p:nvPicPr>
        <p:blipFill rotWithShape="1">
          <a:blip r:embed="rId3">
            <a:alphaModFix/>
          </a:blip>
          <a:srcRect b="0" l="0" r="0" t="0"/>
          <a:stretch/>
        </p:blipFill>
        <p:spPr>
          <a:xfrm>
            <a:off x="122548" y="621235"/>
            <a:ext cx="7915021" cy="3036366"/>
          </a:xfrm>
          <a:prstGeom prst="rect">
            <a:avLst/>
          </a:prstGeom>
          <a:noFill/>
          <a:ln>
            <a:noFill/>
          </a:ln>
        </p:spPr>
      </p:pic>
      <p:pic>
        <p:nvPicPr>
          <p:cNvPr id="601" name="Google Shape;601;p48"/>
          <p:cNvPicPr preferRelativeResize="0"/>
          <p:nvPr/>
        </p:nvPicPr>
        <p:blipFill rotWithShape="1">
          <a:blip r:embed="rId4">
            <a:alphaModFix/>
          </a:blip>
          <a:srcRect b="0" l="0" r="0" t="0"/>
          <a:stretch/>
        </p:blipFill>
        <p:spPr>
          <a:xfrm>
            <a:off x="194553" y="3805343"/>
            <a:ext cx="6866124" cy="2843850"/>
          </a:xfrm>
          <a:prstGeom prst="rect">
            <a:avLst/>
          </a:prstGeom>
          <a:noFill/>
          <a:ln>
            <a:noFill/>
          </a:ln>
        </p:spPr>
      </p:pic>
      <p:pic>
        <p:nvPicPr>
          <p:cNvPr id="602" name="Google Shape;602;p48"/>
          <p:cNvPicPr preferRelativeResize="0"/>
          <p:nvPr/>
        </p:nvPicPr>
        <p:blipFill rotWithShape="1">
          <a:blip r:embed="rId5">
            <a:alphaModFix/>
          </a:blip>
          <a:srcRect b="0" l="0" r="0" t="0"/>
          <a:stretch/>
        </p:blipFill>
        <p:spPr>
          <a:xfrm>
            <a:off x="7807256" y="3533548"/>
            <a:ext cx="3553321" cy="254353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graphicFrame>
        <p:nvGraphicFramePr>
          <p:cNvPr id="607" name="Google Shape;607;p49"/>
          <p:cNvGraphicFramePr/>
          <p:nvPr/>
        </p:nvGraphicFramePr>
        <p:xfrm>
          <a:off x="2176299" y="1439863"/>
          <a:ext cx="6996112" cy="5418137"/>
        </p:xfrm>
        <a:graphic>
          <a:graphicData uri="http://schemas.openxmlformats.org/presentationml/2006/ole">
            <mc:AlternateContent>
              <mc:Choice Requires="v">
                <p:oleObj r:id="rId4" imgH="5418137" imgW="6996112" progId="Acrobat.Document.DC" spid="_x0000_s1">
                  <p:embed/>
                </p:oleObj>
              </mc:Choice>
              <mc:Fallback>
                <p:oleObj r:id="rId5" imgH="5418137" imgW="6996112" progId="Acrobat.Document.DC">
                  <p:embed/>
                  <p:pic>
                    <p:nvPicPr>
                      <p:cNvPr id="607" name="Google Shape;607;p49"/>
                      <p:cNvPicPr preferRelativeResize="0"/>
                      <p:nvPr/>
                    </p:nvPicPr>
                    <p:blipFill rotWithShape="1">
                      <a:blip r:embed="rId6">
                        <a:alphaModFix/>
                      </a:blip>
                      <a:srcRect b="0" l="0" r="0" t="0"/>
                      <a:stretch/>
                    </p:blipFill>
                    <p:spPr>
                      <a:xfrm>
                        <a:off x="2176299" y="1439863"/>
                        <a:ext cx="6996112" cy="5418137"/>
                      </a:xfrm>
                      <a:prstGeom prst="rect">
                        <a:avLst/>
                      </a:prstGeom>
                      <a:noFill/>
                      <a:ln>
                        <a:noFill/>
                      </a:ln>
                    </p:spPr>
                  </p:pic>
                </p:oleObj>
              </mc:Fallback>
            </mc:AlternateContent>
          </a:graphicData>
        </a:graphic>
      </p:graphicFrame>
      <p:sp>
        <p:nvSpPr>
          <p:cNvPr id="608" name="Google Shape;608;p49"/>
          <p:cNvSpPr txBox="1"/>
          <p:nvPr/>
        </p:nvSpPr>
        <p:spPr>
          <a:xfrm>
            <a:off x="4326903" y="377073"/>
            <a:ext cx="2396297"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000">
                <a:solidFill>
                  <a:schemeClr val="dk1"/>
                </a:solidFill>
                <a:latin typeface="Calibri"/>
                <a:ea typeface="Calibri"/>
                <a:cs typeface="Calibri"/>
                <a:sym typeface="Calibri"/>
              </a:rPr>
              <a:t>This concludes Unit 3</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50"/>
          <p:cNvSpPr txBox="1"/>
          <p:nvPr>
            <p:ph type="title"/>
          </p:nvPr>
        </p:nvSpPr>
        <p:spPr>
          <a:xfrm>
            <a:off x="144379" y="182216"/>
            <a:ext cx="11923295" cy="635932"/>
          </a:xfrm>
          <a:prstGeom prst="rect">
            <a:avLst/>
          </a:prstGeom>
          <a:noFill/>
          <a:ln>
            <a:noFill/>
          </a:ln>
        </p:spPr>
        <p:txBody>
          <a:bodyPr anchorCtr="0" anchor="t" bIns="45700" lIns="91400" spcFirstLastPara="1" rIns="91400" wrap="square" tIns="45700">
            <a:noAutofit/>
          </a:bodyPr>
          <a:lstStyle/>
          <a:p>
            <a:pPr indent="0" lvl="0" marL="0" rtl="0" algn="l">
              <a:lnSpc>
                <a:spcPct val="80000"/>
              </a:lnSpc>
              <a:spcBef>
                <a:spcPts val="0"/>
              </a:spcBef>
              <a:spcAft>
                <a:spcPts val="0"/>
              </a:spcAft>
              <a:buClr>
                <a:srgbClr val="333333"/>
              </a:buClr>
              <a:buSzPts val="3600"/>
              <a:buFont typeface="Arial"/>
              <a:buNone/>
            </a:pPr>
            <a:r>
              <a:rPr lang="en-GB" sz="3600" u="sng">
                <a:solidFill>
                  <a:srgbClr val="333333"/>
                </a:solidFill>
                <a:latin typeface="Arial"/>
                <a:ea typeface="Arial"/>
                <a:cs typeface="Arial"/>
                <a:sym typeface="Arial"/>
                <a:hlinkClick r:id="rId3">
                  <a:extLst>
                    <a:ext uri="{A12FA001-AC4F-418D-AE19-62706E023703}">
                      <ahyp:hlinkClr val="tx"/>
                    </a:ext>
                  </a:extLst>
                </a:hlinkClick>
              </a:rPr>
              <a:t>Unit 4: </a:t>
            </a:r>
            <a:r>
              <a:rPr b="0" i="0" lang="en-GB" sz="3600" u="sng">
                <a:solidFill>
                  <a:srgbClr val="333333"/>
                </a:solidFill>
                <a:latin typeface="Arial"/>
                <a:ea typeface="Arial"/>
                <a:cs typeface="Arial"/>
                <a:sym typeface="Arial"/>
                <a:hlinkClick r:id="rId4">
                  <a:extLst>
                    <a:ext uri="{A12FA001-AC4F-418D-AE19-62706E023703}">
                      <ahyp:hlinkClr val="tx"/>
                    </a:ext>
                  </a:extLst>
                </a:hlinkClick>
              </a:rPr>
              <a:t>MongoDB CRUD Operations: Insert &amp; Find Documents</a:t>
            </a:r>
            <a:endParaRPr b="0" i="0" sz="3600">
              <a:solidFill>
                <a:srgbClr val="333333"/>
              </a:solidFill>
              <a:latin typeface="Arial"/>
              <a:ea typeface="Arial"/>
              <a:cs typeface="Arial"/>
              <a:sym typeface="Arial"/>
            </a:endParaRPr>
          </a:p>
        </p:txBody>
      </p:sp>
      <p:pic>
        <p:nvPicPr>
          <p:cNvPr id="614" name="Google Shape;614;p50">
            <a:hlinkClick r:id="rId5"/>
          </p:cNvPr>
          <p:cNvPicPr preferRelativeResize="0"/>
          <p:nvPr/>
        </p:nvPicPr>
        <p:blipFill rotWithShape="1">
          <a:blip r:embed="rId6">
            <a:alphaModFix/>
          </a:blip>
          <a:srcRect b="0" l="0" r="0" t="0"/>
          <a:stretch/>
        </p:blipFill>
        <p:spPr>
          <a:xfrm>
            <a:off x="0" y="1281857"/>
            <a:ext cx="12192000" cy="429428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51"/>
          <p:cNvSpPr txBox="1"/>
          <p:nvPr/>
        </p:nvSpPr>
        <p:spPr>
          <a:xfrm>
            <a:off x="94268" y="216816"/>
            <a:ext cx="5561815"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000">
                <a:solidFill>
                  <a:schemeClr val="dk1"/>
                </a:solidFill>
                <a:latin typeface="Calibri"/>
                <a:ea typeface="Calibri"/>
                <a:cs typeface="Calibri"/>
                <a:sym typeface="Calibri"/>
              </a:rPr>
              <a:t>insertOne()</a:t>
            </a:r>
            <a:endParaRPr/>
          </a:p>
        </p:txBody>
      </p:sp>
      <p:sp>
        <p:nvSpPr>
          <p:cNvPr id="620" name="Google Shape;620;p51"/>
          <p:cNvSpPr txBox="1"/>
          <p:nvPr/>
        </p:nvSpPr>
        <p:spPr>
          <a:xfrm>
            <a:off x="94268" y="1150071"/>
            <a:ext cx="3478491"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db.&lt;collection&gt;.insertOne()</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db.grades.insertOne()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If the collection doesn’t exist, MongoDB will create it for you when you use insertOne()</a:t>
            </a:r>
            <a:endParaRPr/>
          </a:p>
        </p:txBody>
      </p:sp>
      <p:pic>
        <p:nvPicPr>
          <p:cNvPr id="621" name="Google Shape;621;p51"/>
          <p:cNvPicPr preferRelativeResize="0"/>
          <p:nvPr/>
        </p:nvPicPr>
        <p:blipFill rotWithShape="1">
          <a:blip r:embed="rId3">
            <a:alphaModFix/>
          </a:blip>
          <a:srcRect b="0" l="0" r="0" t="0"/>
          <a:stretch/>
        </p:blipFill>
        <p:spPr>
          <a:xfrm>
            <a:off x="3685881" y="743093"/>
            <a:ext cx="6130491" cy="3431245"/>
          </a:xfrm>
          <a:prstGeom prst="rect">
            <a:avLst/>
          </a:prstGeom>
          <a:noFill/>
          <a:ln>
            <a:noFill/>
          </a:ln>
        </p:spPr>
      </p:pic>
      <p:sp>
        <p:nvSpPr>
          <p:cNvPr id="622" name="Google Shape;622;p51"/>
          <p:cNvSpPr txBox="1"/>
          <p:nvPr/>
        </p:nvSpPr>
        <p:spPr>
          <a:xfrm>
            <a:off x="4298624" y="4421171"/>
            <a:ext cx="5363852"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Pass the document that you want to insert as a parameter inside of the insertOne() method. Running the command shows that it was successful and an automatically generated ObjectId is returned.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52"/>
          <p:cNvSpPr txBox="1"/>
          <p:nvPr/>
        </p:nvSpPr>
        <p:spPr>
          <a:xfrm>
            <a:off x="263951" y="273377"/>
            <a:ext cx="214931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000">
                <a:solidFill>
                  <a:schemeClr val="dk1"/>
                </a:solidFill>
                <a:latin typeface="Calibri"/>
                <a:ea typeface="Calibri"/>
                <a:cs typeface="Calibri"/>
                <a:sym typeface="Calibri"/>
              </a:rPr>
              <a:t>insertMany</a:t>
            </a:r>
            <a:r>
              <a:rPr lang="en-GB" sz="1800">
                <a:solidFill>
                  <a:schemeClr val="dk1"/>
                </a:solidFill>
                <a:latin typeface="Calibri"/>
                <a:ea typeface="Calibri"/>
                <a:cs typeface="Calibri"/>
                <a:sym typeface="Calibri"/>
              </a:rPr>
              <a:t>()</a:t>
            </a:r>
            <a:endParaRPr/>
          </a:p>
        </p:txBody>
      </p:sp>
      <p:sp>
        <p:nvSpPr>
          <p:cNvPr id="628" name="Google Shape;628;p52"/>
          <p:cNvSpPr txBox="1"/>
          <p:nvPr/>
        </p:nvSpPr>
        <p:spPr>
          <a:xfrm>
            <a:off x="263951" y="810705"/>
            <a:ext cx="2960016"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db.&lt;collection&gt;.insertMany([</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&lt;document 1&gt;,</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&lt;document 2&gt;,</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&lt;document 3&gt;</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a:t>
            </a:r>
            <a:endParaRPr/>
          </a:p>
        </p:txBody>
      </p:sp>
      <p:pic>
        <p:nvPicPr>
          <p:cNvPr id="629" name="Google Shape;629;p52"/>
          <p:cNvPicPr preferRelativeResize="0"/>
          <p:nvPr/>
        </p:nvPicPr>
        <p:blipFill rotWithShape="1">
          <a:blip r:embed="rId3">
            <a:alphaModFix/>
          </a:blip>
          <a:srcRect b="0" l="0" r="0" t="0"/>
          <a:stretch/>
        </p:blipFill>
        <p:spPr>
          <a:xfrm>
            <a:off x="766995" y="2288033"/>
            <a:ext cx="4913944" cy="4273393"/>
          </a:xfrm>
          <a:prstGeom prst="rect">
            <a:avLst/>
          </a:prstGeom>
          <a:noFill/>
          <a:ln>
            <a:noFill/>
          </a:ln>
        </p:spPr>
      </p:pic>
      <p:pic>
        <p:nvPicPr>
          <p:cNvPr id="630" name="Google Shape;630;p52"/>
          <p:cNvPicPr preferRelativeResize="0"/>
          <p:nvPr/>
        </p:nvPicPr>
        <p:blipFill rotWithShape="1">
          <a:blip r:embed="rId4">
            <a:alphaModFix/>
          </a:blip>
          <a:srcRect b="0" l="0" r="0" t="0"/>
          <a:stretch/>
        </p:blipFill>
        <p:spPr>
          <a:xfrm>
            <a:off x="6537228" y="1395167"/>
            <a:ext cx="5087857" cy="2673383"/>
          </a:xfrm>
          <a:prstGeom prst="rect">
            <a:avLst/>
          </a:prstGeom>
          <a:noFill/>
          <a:ln>
            <a:noFill/>
          </a:ln>
        </p:spPr>
      </p:pic>
      <p:sp>
        <p:nvSpPr>
          <p:cNvPr id="631" name="Google Shape;631;p52"/>
          <p:cNvSpPr txBox="1"/>
          <p:nvPr/>
        </p:nvSpPr>
        <p:spPr>
          <a:xfrm>
            <a:off x="6946990" y="4967925"/>
            <a:ext cx="403523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Running the command shows three ObjectId’s have been generated</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53"/>
          <p:cNvSpPr txBox="1"/>
          <p:nvPr/>
        </p:nvSpPr>
        <p:spPr>
          <a:xfrm>
            <a:off x="329938" y="311085"/>
            <a:ext cx="262712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Lab: inserting a document</a:t>
            </a:r>
            <a:endParaRPr/>
          </a:p>
        </p:txBody>
      </p:sp>
      <p:pic>
        <p:nvPicPr>
          <p:cNvPr id="637" name="Google Shape;637;p53"/>
          <p:cNvPicPr preferRelativeResize="0"/>
          <p:nvPr/>
        </p:nvPicPr>
        <p:blipFill rotWithShape="1">
          <a:blip r:embed="rId3">
            <a:alphaModFix/>
          </a:blip>
          <a:srcRect b="0" l="0" r="0" t="0"/>
          <a:stretch/>
        </p:blipFill>
        <p:spPr>
          <a:xfrm>
            <a:off x="490193" y="1087399"/>
            <a:ext cx="8533531" cy="5229955"/>
          </a:xfrm>
          <a:prstGeom prst="rect">
            <a:avLst/>
          </a:prstGeom>
          <a:noFill/>
          <a:ln>
            <a:noFill/>
          </a:ln>
        </p:spPr>
      </p:pic>
      <p:sp>
        <p:nvSpPr>
          <p:cNvPr id="638" name="Google Shape;638;p53"/>
          <p:cNvSpPr txBox="1"/>
          <p:nvPr/>
        </p:nvSpPr>
        <p:spPr>
          <a:xfrm>
            <a:off x="9379670" y="1414021"/>
            <a:ext cx="2648932"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Insert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0" i="0" lang="en-GB" sz="1800">
                <a:solidFill>
                  <a:srgbClr val="393F67"/>
                </a:solidFill>
                <a:latin typeface="Libre Franklin"/>
                <a:ea typeface="Libre Franklin"/>
                <a:cs typeface="Libre Franklin"/>
                <a:sym typeface="Libre Franklin"/>
              </a:rPr>
              <a:t>{ "account_id": 111333, "limit": 12000, "products": [ "Commodity", "Brokerage" ], "last_updated": new Date() }</a:t>
            </a:r>
            <a:endParaRPr/>
          </a:p>
          <a:p>
            <a:pPr indent="0" lvl="0" marL="0" marR="0" rtl="0" algn="l">
              <a:spcBef>
                <a:spcPts val="0"/>
              </a:spcBef>
              <a:spcAft>
                <a:spcPts val="0"/>
              </a:spcAft>
              <a:buNone/>
            </a:pPr>
            <a:r>
              <a:t/>
            </a:r>
            <a:endParaRPr sz="1800">
              <a:solidFill>
                <a:srgbClr val="393F67"/>
              </a:solidFill>
              <a:latin typeface="Libre Franklin"/>
              <a:ea typeface="Libre Franklin"/>
              <a:cs typeface="Libre Franklin"/>
              <a:sym typeface="Libre Franklin"/>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Into the accounts collection</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pic>
        <p:nvPicPr>
          <p:cNvPr id="643" name="Google Shape;643;p54"/>
          <p:cNvPicPr preferRelativeResize="0"/>
          <p:nvPr/>
        </p:nvPicPr>
        <p:blipFill rotWithShape="1">
          <a:blip r:embed="rId3">
            <a:alphaModFix/>
          </a:blip>
          <a:srcRect b="0" l="0" r="0" t="0"/>
          <a:stretch/>
        </p:blipFill>
        <p:spPr>
          <a:xfrm>
            <a:off x="5739573" y="170995"/>
            <a:ext cx="5973009" cy="6516009"/>
          </a:xfrm>
          <a:prstGeom prst="rect">
            <a:avLst/>
          </a:prstGeom>
          <a:noFill/>
          <a:ln>
            <a:noFill/>
          </a:ln>
        </p:spPr>
      </p:pic>
      <p:sp>
        <p:nvSpPr>
          <p:cNvPr id="644" name="Google Shape;644;p54"/>
          <p:cNvSpPr txBox="1"/>
          <p:nvPr/>
        </p:nvSpPr>
        <p:spPr>
          <a:xfrm>
            <a:off x="169682" y="282804"/>
            <a:ext cx="320511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Lab: insert many documents</a:t>
            </a:r>
            <a:endParaRPr/>
          </a:p>
        </p:txBody>
      </p:sp>
      <p:sp>
        <p:nvSpPr>
          <p:cNvPr id="645" name="Google Shape;645;p54"/>
          <p:cNvSpPr txBox="1"/>
          <p:nvPr/>
        </p:nvSpPr>
        <p:spPr>
          <a:xfrm>
            <a:off x="169682" y="980387"/>
            <a:ext cx="4194928"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Insert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0" i="0" lang="en-GB" sz="1800">
                <a:solidFill>
                  <a:srgbClr val="393F67"/>
                </a:solidFill>
                <a:latin typeface="Libre Franklin"/>
                <a:ea typeface="Libre Franklin"/>
                <a:cs typeface="Libre Franklin"/>
                <a:sym typeface="Libre Franklin"/>
              </a:rPr>
              <a:t>{ "account_id": 111333, "limit": 12000, "products": [ "Commodity", "Brokerage" ], "last_updated": new Date() }, { "account_id": 678943, "limit": 8000, "products": [ "CurrencyService", "Brokerage", "InvestmentStock" ], "last_updated": new Date() }, { "account_id": 321654, "limit": 10000, "products": [ "Commodity", "CurrencyService" ], "last_updated": new Date() },</a:t>
            </a:r>
            <a:endParaRPr/>
          </a:p>
          <a:p>
            <a:pPr indent="0" lvl="0" marL="0" marR="0" rtl="0" algn="l">
              <a:spcBef>
                <a:spcPts val="0"/>
              </a:spcBef>
              <a:spcAft>
                <a:spcPts val="0"/>
              </a:spcAft>
              <a:buNone/>
            </a:pPr>
            <a:r>
              <a:t/>
            </a:r>
            <a:endParaRPr sz="1800">
              <a:solidFill>
                <a:srgbClr val="393F67"/>
              </a:solidFill>
              <a:latin typeface="Libre Franklin"/>
              <a:ea typeface="Libre Franklin"/>
              <a:cs typeface="Libre Franklin"/>
              <a:sym typeface="Libre Franklin"/>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Into the accounts collection</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55"/>
          <p:cNvSpPr txBox="1"/>
          <p:nvPr/>
        </p:nvSpPr>
        <p:spPr>
          <a:xfrm>
            <a:off x="386499" y="320511"/>
            <a:ext cx="235670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Time for a quiz..</a:t>
            </a:r>
            <a:endParaRPr/>
          </a:p>
        </p:txBody>
      </p:sp>
      <p:pic>
        <p:nvPicPr>
          <p:cNvPr id="651" name="Google Shape;651;p55"/>
          <p:cNvPicPr preferRelativeResize="0"/>
          <p:nvPr/>
        </p:nvPicPr>
        <p:blipFill rotWithShape="1">
          <a:blip r:embed="rId3">
            <a:alphaModFix/>
          </a:blip>
          <a:srcRect b="0" l="0" r="0" t="0"/>
          <a:stretch/>
        </p:blipFill>
        <p:spPr>
          <a:xfrm>
            <a:off x="140403" y="1014487"/>
            <a:ext cx="6835432" cy="2401317"/>
          </a:xfrm>
          <a:prstGeom prst="rect">
            <a:avLst/>
          </a:prstGeom>
          <a:noFill/>
          <a:ln>
            <a:noFill/>
          </a:ln>
        </p:spPr>
      </p:pic>
      <p:pic>
        <p:nvPicPr>
          <p:cNvPr id="652" name="Google Shape;652;p55"/>
          <p:cNvPicPr preferRelativeResize="0"/>
          <p:nvPr/>
        </p:nvPicPr>
        <p:blipFill rotWithShape="1">
          <a:blip r:embed="rId4">
            <a:alphaModFix/>
          </a:blip>
          <a:srcRect b="0" l="0" r="0" t="0"/>
          <a:stretch/>
        </p:blipFill>
        <p:spPr>
          <a:xfrm>
            <a:off x="226700" y="3442197"/>
            <a:ext cx="7823943" cy="3415803"/>
          </a:xfrm>
          <a:prstGeom prst="rect">
            <a:avLst/>
          </a:prstGeom>
          <a:noFill/>
          <a:ln>
            <a:noFill/>
          </a:ln>
        </p:spPr>
      </p:pic>
      <p:pic>
        <p:nvPicPr>
          <p:cNvPr id="653" name="Google Shape;653;p55"/>
          <p:cNvPicPr preferRelativeResize="0"/>
          <p:nvPr/>
        </p:nvPicPr>
        <p:blipFill rotWithShape="1">
          <a:blip r:embed="rId5">
            <a:alphaModFix/>
          </a:blip>
          <a:srcRect b="0" l="0" r="0" t="0"/>
          <a:stretch/>
        </p:blipFill>
        <p:spPr>
          <a:xfrm>
            <a:off x="7227619" y="1642727"/>
            <a:ext cx="4267796" cy="268642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56"/>
          <p:cNvSpPr txBox="1"/>
          <p:nvPr/>
        </p:nvSpPr>
        <p:spPr>
          <a:xfrm>
            <a:off x="131976" y="207390"/>
            <a:ext cx="230014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000">
                <a:solidFill>
                  <a:schemeClr val="dk1"/>
                </a:solidFill>
                <a:latin typeface="Calibri"/>
                <a:ea typeface="Calibri"/>
                <a:cs typeface="Calibri"/>
                <a:sym typeface="Calibri"/>
              </a:rPr>
              <a:t>Find()</a:t>
            </a:r>
            <a:endParaRPr/>
          </a:p>
        </p:txBody>
      </p:sp>
      <p:sp>
        <p:nvSpPr>
          <p:cNvPr id="659" name="Google Shape;659;p56"/>
          <p:cNvSpPr txBox="1"/>
          <p:nvPr/>
        </p:nvSpPr>
        <p:spPr>
          <a:xfrm>
            <a:off x="131976" y="663746"/>
            <a:ext cx="4764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$in</a:t>
            </a:r>
            <a:endParaRPr/>
          </a:p>
        </p:txBody>
      </p:sp>
      <p:sp>
        <p:nvSpPr>
          <p:cNvPr id="660" name="Google Shape;660;p56"/>
          <p:cNvSpPr txBox="1"/>
          <p:nvPr/>
        </p:nvSpPr>
        <p:spPr>
          <a:xfrm>
            <a:off x="131976" y="1089324"/>
            <a:ext cx="270549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db.&lt;collection&gt;.find()</a:t>
            </a:r>
            <a:endParaRPr/>
          </a:p>
        </p:txBody>
      </p:sp>
      <p:sp>
        <p:nvSpPr>
          <p:cNvPr id="661" name="Google Shape;661;p56"/>
          <p:cNvSpPr txBox="1"/>
          <p:nvPr/>
        </p:nvSpPr>
        <p:spPr>
          <a:xfrm flipH="1">
            <a:off x="131975" y="1571148"/>
            <a:ext cx="3440783" cy="3693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To find a specific document use: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{field: {$eq:&lt;value&gt;}}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Or</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{field:&lt;value&gt;}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Example:</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Sample_mflix</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db.movies.find({rated: “G”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To find all “G” rated movies </a:t>
            </a:r>
            <a:endParaRPr/>
          </a:p>
        </p:txBody>
      </p:sp>
      <p:pic>
        <p:nvPicPr>
          <p:cNvPr id="662" name="Google Shape;662;p56"/>
          <p:cNvPicPr preferRelativeResize="0"/>
          <p:nvPr/>
        </p:nvPicPr>
        <p:blipFill rotWithShape="1">
          <a:blip r:embed="rId3">
            <a:alphaModFix/>
          </a:blip>
          <a:srcRect b="0" l="0" r="0" t="0"/>
          <a:stretch/>
        </p:blipFill>
        <p:spPr>
          <a:xfrm>
            <a:off x="8290669" y="36528"/>
            <a:ext cx="3444363" cy="2474923"/>
          </a:xfrm>
          <a:prstGeom prst="rect">
            <a:avLst/>
          </a:prstGeom>
          <a:noFill/>
          <a:ln>
            <a:noFill/>
          </a:ln>
        </p:spPr>
      </p:pic>
      <p:sp>
        <p:nvSpPr>
          <p:cNvPr id="663" name="Google Shape;663;p56"/>
          <p:cNvSpPr txBox="1"/>
          <p:nvPr/>
        </p:nvSpPr>
        <p:spPr>
          <a:xfrm>
            <a:off x="4552865" y="83312"/>
            <a:ext cx="3440783"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Specify the field we’re interested in, followed by $in and an array of values that we want to match.</a:t>
            </a:r>
            <a:endParaRPr/>
          </a:p>
        </p:txBody>
      </p:sp>
      <p:sp>
        <p:nvSpPr>
          <p:cNvPr id="664" name="Google Shape;664;p56"/>
          <p:cNvSpPr txBox="1"/>
          <p:nvPr/>
        </p:nvSpPr>
        <p:spPr>
          <a:xfrm>
            <a:off x="7130501" y="2662669"/>
            <a:ext cx="5764697"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Example: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db.movies.find({rated: { $in: [“TV-PG”, “G”] }} )</a:t>
            </a:r>
            <a:endParaRPr/>
          </a:p>
        </p:txBody>
      </p:sp>
      <p:pic>
        <p:nvPicPr>
          <p:cNvPr id="665" name="Google Shape;665;p56"/>
          <p:cNvPicPr preferRelativeResize="0"/>
          <p:nvPr/>
        </p:nvPicPr>
        <p:blipFill rotWithShape="1">
          <a:blip r:embed="rId4">
            <a:alphaModFix/>
          </a:blip>
          <a:srcRect b="0" l="0" r="0" t="0"/>
          <a:stretch/>
        </p:blipFill>
        <p:spPr>
          <a:xfrm>
            <a:off x="3001619" y="1970290"/>
            <a:ext cx="3980371" cy="3646880"/>
          </a:xfrm>
          <a:prstGeom prst="rect">
            <a:avLst/>
          </a:prstGeom>
          <a:noFill/>
          <a:ln>
            <a:noFill/>
          </a:ln>
        </p:spPr>
      </p:pic>
      <p:pic>
        <p:nvPicPr>
          <p:cNvPr id="666" name="Google Shape;666;p56"/>
          <p:cNvPicPr preferRelativeResize="0"/>
          <p:nvPr/>
        </p:nvPicPr>
        <p:blipFill rotWithShape="1">
          <a:blip r:embed="rId5">
            <a:alphaModFix/>
          </a:blip>
          <a:srcRect b="0" l="0" r="0" t="0"/>
          <a:stretch/>
        </p:blipFill>
        <p:spPr>
          <a:xfrm>
            <a:off x="7215089" y="3845174"/>
            <a:ext cx="4654720" cy="2745826"/>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57"/>
          <p:cNvSpPr txBox="1"/>
          <p:nvPr/>
        </p:nvSpPr>
        <p:spPr>
          <a:xfrm>
            <a:off x="339365" y="301658"/>
            <a:ext cx="5774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Lab:</a:t>
            </a:r>
            <a:endParaRPr/>
          </a:p>
        </p:txBody>
      </p:sp>
      <p:pic>
        <p:nvPicPr>
          <p:cNvPr id="672" name="Google Shape;672;p57"/>
          <p:cNvPicPr preferRelativeResize="0"/>
          <p:nvPr/>
        </p:nvPicPr>
        <p:blipFill rotWithShape="1">
          <a:blip r:embed="rId3">
            <a:alphaModFix/>
          </a:blip>
          <a:srcRect b="0" l="0" r="0" t="0"/>
          <a:stretch/>
        </p:blipFill>
        <p:spPr>
          <a:xfrm>
            <a:off x="1168611" y="229113"/>
            <a:ext cx="3067478" cy="514422"/>
          </a:xfrm>
          <a:prstGeom prst="rect">
            <a:avLst/>
          </a:prstGeom>
          <a:noFill/>
          <a:ln>
            <a:noFill/>
          </a:ln>
        </p:spPr>
      </p:pic>
      <p:pic>
        <p:nvPicPr>
          <p:cNvPr id="673" name="Google Shape;673;p57"/>
          <p:cNvPicPr preferRelativeResize="0"/>
          <p:nvPr/>
        </p:nvPicPr>
        <p:blipFill rotWithShape="1">
          <a:blip r:embed="rId4">
            <a:alphaModFix/>
          </a:blip>
          <a:srcRect b="0" l="0" r="0" t="0"/>
          <a:stretch/>
        </p:blipFill>
        <p:spPr>
          <a:xfrm>
            <a:off x="430763" y="1090132"/>
            <a:ext cx="5451564" cy="5073038"/>
          </a:xfrm>
          <a:prstGeom prst="rect">
            <a:avLst/>
          </a:prstGeom>
          <a:noFill/>
          <a:ln>
            <a:noFill/>
          </a:ln>
        </p:spPr>
      </p:pic>
      <p:pic>
        <p:nvPicPr>
          <p:cNvPr id="674" name="Google Shape;674;p57"/>
          <p:cNvPicPr preferRelativeResize="0"/>
          <p:nvPr/>
        </p:nvPicPr>
        <p:blipFill rotWithShape="1">
          <a:blip r:embed="rId5">
            <a:alphaModFix/>
          </a:blip>
          <a:srcRect b="0" l="0" r="0" t="0"/>
          <a:stretch/>
        </p:blipFill>
        <p:spPr>
          <a:xfrm>
            <a:off x="7545098" y="229113"/>
            <a:ext cx="3210373" cy="543001"/>
          </a:xfrm>
          <a:prstGeom prst="rect">
            <a:avLst/>
          </a:prstGeom>
          <a:noFill/>
          <a:ln>
            <a:noFill/>
          </a:ln>
        </p:spPr>
      </p:pic>
      <p:pic>
        <p:nvPicPr>
          <p:cNvPr id="675" name="Google Shape;675;p57"/>
          <p:cNvPicPr preferRelativeResize="0"/>
          <p:nvPr/>
        </p:nvPicPr>
        <p:blipFill rotWithShape="1">
          <a:blip r:embed="rId6">
            <a:alphaModFix/>
          </a:blip>
          <a:srcRect b="0" l="0" r="0" t="0"/>
          <a:stretch/>
        </p:blipFill>
        <p:spPr>
          <a:xfrm>
            <a:off x="6309675" y="1090132"/>
            <a:ext cx="5711237" cy="5073038"/>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58"/>
          <p:cNvSpPr txBox="1"/>
          <p:nvPr/>
        </p:nvSpPr>
        <p:spPr>
          <a:xfrm>
            <a:off x="339365" y="216816"/>
            <a:ext cx="142344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Quiz time..</a:t>
            </a:r>
            <a:endParaRPr/>
          </a:p>
        </p:txBody>
      </p:sp>
      <p:pic>
        <p:nvPicPr>
          <p:cNvPr id="681" name="Google Shape;681;p58"/>
          <p:cNvPicPr preferRelativeResize="0"/>
          <p:nvPr/>
        </p:nvPicPr>
        <p:blipFill rotWithShape="1">
          <a:blip r:embed="rId3">
            <a:alphaModFix/>
          </a:blip>
          <a:srcRect b="0" l="0" r="0" t="0"/>
          <a:stretch/>
        </p:blipFill>
        <p:spPr>
          <a:xfrm>
            <a:off x="0" y="972800"/>
            <a:ext cx="5477641" cy="2305372"/>
          </a:xfrm>
          <a:prstGeom prst="rect">
            <a:avLst/>
          </a:prstGeom>
          <a:noFill/>
          <a:ln>
            <a:noFill/>
          </a:ln>
        </p:spPr>
      </p:pic>
      <p:pic>
        <p:nvPicPr>
          <p:cNvPr id="682" name="Google Shape;682;p58"/>
          <p:cNvPicPr preferRelativeResize="0"/>
          <p:nvPr/>
        </p:nvPicPr>
        <p:blipFill rotWithShape="1">
          <a:blip r:embed="rId4">
            <a:alphaModFix/>
          </a:blip>
          <a:srcRect b="0" l="0" r="0" t="0"/>
          <a:stretch/>
        </p:blipFill>
        <p:spPr>
          <a:xfrm>
            <a:off x="0" y="3445497"/>
            <a:ext cx="7301847" cy="2331164"/>
          </a:xfrm>
          <a:prstGeom prst="rect">
            <a:avLst/>
          </a:prstGeom>
          <a:noFill/>
          <a:ln>
            <a:noFill/>
          </a:ln>
        </p:spPr>
      </p:pic>
      <p:pic>
        <p:nvPicPr>
          <p:cNvPr id="683" name="Google Shape;683;p58"/>
          <p:cNvPicPr preferRelativeResize="0"/>
          <p:nvPr/>
        </p:nvPicPr>
        <p:blipFill rotWithShape="1">
          <a:blip r:embed="rId5">
            <a:alphaModFix/>
          </a:blip>
          <a:srcRect b="0" l="0" r="0" t="0"/>
          <a:stretch/>
        </p:blipFill>
        <p:spPr>
          <a:xfrm>
            <a:off x="7530397" y="886892"/>
            <a:ext cx="4220164" cy="301032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59"/>
          <p:cNvSpPr txBox="1"/>
          <p:nvPr/>
        </p:nvSpPr>
        <p:spPr>
          <a:xfrm>
            <a:off x="273379" y="282804"/>
            <a:ext cx="4958498" cy="784830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 gt (Greater Than)</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 lt (Less Than)</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$lte (Less Than Or Equal To)</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$gte (Greater Than Or Equal To)</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&lt;field&gt;: {&lt;operator&gt;:&lt;value&gt;}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Example:</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db.movies.find({“runtime”: {$gt:65}})</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For all movies with a runtime over 65 minutes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db.movies.find({“runtime”: {$lt:65}})</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For all movies with a runtime under 65 minutes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db.movies.find({“runtime”: {$lte:65}})</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For all movies with a runtime 65 minutes or under</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db.movies.find({“runtime”: {$gte:65}})</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For all movies with a runtime 65 minutes or over</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689" name="Google Shape;689;p59"/>
          <p:cNvPicPr preferRelativeResize="0"/>
          <p:nvPr/>
        </p:nvPicPr>
        <p:blipFill rotWithShape="1">
          <a:blip r:embed="rId3">
            <a:alphaModFix/>
          </a:blip>
          <a:srcRect b="0" l="0" r="0" t="0"/>
          <a:stretch/>
        </p:blipFill>
        <p:spPr>
          <a:xfrm>
            <a:off x="4712621" y="282804"/>
            <a:ext cx="3682519" cy="2950590"/>
          </a:xfrm>
          <a:prstGeom prst="rect">
            <a:avLst/>
          </a:prstGeom>
          <a:noFill/>
          <a:ln>
            <a:noFill/>
          </a:ln>
        </p:spPr>
      </p:pic>
      <p:pic>
        <p:nvPicPr>
          <p:cNvPr id="690" name="Google Shape;690;p59"/>
          <p:cNvPicPr preferRelativeResize="0"/>
          <p:nvPr/>
        </p:nvPicPr>
        <p:blipFill rotWithShape="1">
          <a:blip r:embed="rId4">
            <a:alphaModFix/>
          </a:blip>
          <a:srcRect b="0" l="0" r="0" t="0"/>
          <a:stretch/>
        </p:blipFill>
        <p:spPr>
          <a:xfrm>
            <a:off x="8638384" y="282804"/>
            <a:ext cx="3280237" cy="3038583"/>
          </a:xfrm>
          <a:prstGeom prst="rect">
            <a:avLst/>
          </a:prstGeom>
          <a:noFill/>
          <a:ln>
            <a:noFill/>
          </a:ln>
        </p:spPr>
      </p:pic>
      <p:pic>
        <p:nvPicPr>
          <p:cNvPr id="691" name="Google Shape;691;p59"/>
          <p:cNvPicPr preferRelativeResize="0"/>
          <p:nvPr/>
        </p:nvPicPr>
        <p:blipFill rotWithShape="1">
          <a:blip r:embed="rId5">
            <a:alphaModFix/>
          </a:blip>
          <a:srcRect b="0" l="0" r="0" t="0"/>
          <a:stretch/>
        </p:blipFill>
        <p:spPr>
          <a:xfrm>
            <a:off x="5183962" y="3321387"/>
            <a:ext cx="3023174" cy="3479712"/>
          </a:xfrm>
          <a:prstGeom prst="rect">
            <a:avLst/>
          </a:prstGeom>
          <a:noFill/>
          <a:ln>
            <a:noFill/>
          </a:ln>
        </p:spPr>
      </p:pic>
      <p:pic>
        <p:nvPicPr>
          <p:cNvPr id="692" name="Google Shape;692;p59"/>
          <p:cNvPicPr preferRelativeResize="0"/>
          <p:nvPr/>
        </p:nvPicPr>
        <p:blipFill rotWithShape="1">
          <a:blip r:embed="rId6">
            <a:alphaModFix/>
          </a:blip>
          <a:srcRect b="0" l="0" r="0" t="0"/>
          <a:stretch/>
        </p:blipFill>
        <p:spPr>
          <a:xfrm>
            <a:off x="8737635" y="3536614"/>
            <a:ext cx="3081734" cy="3015733"/>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60"/>
          <p:cNvSpPr txBox="1"/>
          <p:nvPr/>
        </p:nvSpPr>
        <p:spPr>
          <a:xfrm>
            <a:off x="348792" y="216816"/>
            <a:ext cx="5774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Lab:</a:t>
            </a:r>
            <a:endParaRPr/>
          </a:p>
        </p:txBody>
      </p:sp>
      <p:pic>
        <p:nvPicPr>
          <p:cNvPr id="698" name="Google Shape;698;p60"/>
          <p:cNvPicPr preferRelativeResize="0"/>
          <p:nvPr/>
        </p:nvPicPr>
        <p:blipFill rotWithShape="1">
          <a:blip r:embed="rId3">
            <a:alphaModFix/>
          </a:blip>
          <a:srcRect b="0" l="0" r="0" t="0"/>
          <a:stretch/>
        </p:blipFill>
        <p:spPr>
          <a:xfrm>
            <a:off x="1236477" y="205095"/>
            <a:ext cx="2751062" cy="580699"/>
          </a:xfrm>
          <a:prstGeom prst="rect">
            <a:avLst/>
          </a:prstGeom>
          <a:noFill/>
          <a:ln>
            <a:noFill/>
          </a:ln>
        </p:spPr>
      </p:pic>
      <p:pic>
        <p:nvPicPr>
          <p:cNvPr id="699" name="Google Shape;699;p60"/>
          <p:cNvPicPr preferRelativeResize="0"/>
          <p:nvPr/>
        </p:nvPicPr>
        <p:blipFill rotWithShape="1">
          <a:blip r:embed="rId4">
            <a:alphaModFix/>
          </a:blip>
          <a:srcRect b="0" l="0" r="0" t="0"/>
          <a:stretch/>
        </p:blipFill>
        <p:spPr>
          <a:xfrm>
            <a:off x="205925" y="1189289"/>
            <a:ext cx="5957673" cy="139890"/>
          </a:xfrm>
          <a:prstGeom prst="rect">
            <a:avLst/>
          </a:prstGeom>
          <a:noFill/>
          <a:ln>
            <a:noFill/>
          </a:ln>
        </p:spPr>
      </p:pic>
      <p:pic>
        <p:nvPicPr>
          <p:cNvPr id="700" name="Google Shape;700;p60"/>
          <p:cNvPicPr preferRelativeResize="0"/>
          <p:nvPr/>
        </p:nvPicPr>
        <p:blipFill rotWithShape="1">
          <a:blip r:embed="rId5">
            <a:alphaModFix/>
          </a:blip>
          <a:srcRect b="0" l="0" r="0" t="0"/>
          <a:stretch/>
        </p:blipFill>
        <p:spPr>
          <a:xfrm>
            <a:off x="637493" y="1652908"/>
            <a:ext cx="4348137" cy="4089239"/>
          </a:xfrm>
          <a:prstGeom prst="rect">
            <a:avLst/>
          </a:prstGeom>
          <a:noFill/>
          <a:ln>
            <a:noFill/>
          </a:ln>
        </p:spPr>
      </p:pic>
      <p:pic>
        <p:nvPicPr>
          <p:cNvPr id="701" name="Google Shape;701;p60"/>
          <p:cNvPicPr preferRelativeResize="0"/>
          <p:nvPr/>
        </p:nvPicPr>
        <p:blipFill rotWithShape="1">
          <a:blip r:embed="rId6">
            <a:alphaModFix/>
          </a:blip>
          <a:srcRect b="0" l="0" r="0" t="0"/>
          <a:stretch/>
        </p:blipFill>
        <p:spPr>
          <a:xfrm>
            <a:off x="7039818" y="205095"/>
            <a:ext cx="3391373" cy="447737"/>
          </a:xfrm>
          <a:prstGeom prst="rect">
            <a:avLst/>
          </a:prstGeom>
          <a:noFill/>
          <a:ln>
            <a:noFill/>
          </a:ln>
        </p:spPr>
      </p:pic>
      <p:pic>
        <p:nvPicPr>
          <p:cNvPr id="702" name="Google Shape;702;p60"/>
          <p:cNvPicPr preferRelativeResize="0"/>
          <p:nvPr/>
        </p:nvPicPr>
        <p:blipFill rotWithShape="1">
          <a:blip r:embed="rId7">
            <a:alphaModFix/>
          </a:blip>
          <a:srcRect b="0" l="0" r="0" t="0"/>
          <a:stretch/>
        </p:blipFill>
        <p:spPr>
          <a:xfrm>
            <a:off x="6607388" y="847826"/>
            <a:ext cx="5147615" cy="273963"/>
          </a:xfrm>
          <a:prstGeom prst="rect">
            <a:avLst/>
          </a:prstGeom>
          <a:noFill/>
          <a:ln>
            <a:noFill/>
          </a:ln>
        </p:spPr>
      </p:pic>
      <p:pic>
        <p:nvPicPr>
          <p:cNvPr id="703" name="Google Shape;703;p60"/>
          <p:cNvPicPr preferRelativeResize="0"/>
          <p:nvPr/>
        </p:nvPicPr>
        <p:blipFill rotWithShape="1">
          <a:blip r:embed="rId8">
            <a:alphaModFix/>
          </a:blip>
          <a:srcRect b="0" l="0" r="0" t="0"/>
          <a:stretch/>
        </p:blipFill>
        <p:spPr>
          <a:xfrm>
            <a:off x="6607387" y="1652908"/>
            <a:ext cx="5133053" cy="4135149"/>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61"/>
          <p:cNvSpPr txBox="1"/>
          <p:nvPr/>
        </p:nvSpPr>
        <p:spPr>
          <a:xfrm>
            <a:off x="461913" y="292231"/>
            <a:ext cx="5774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Lab:</a:t>
            </a:r>
            <a:endParaRPr/>
          </a:p>
        </p:txBody>
      </p:sp>
      <p:pic>
        <p:nvPicPr>
          <p:cNvPr id="709" name="Google Shape;709;p61"/>
          <p:cNvPicPr preferRelativeResize="0"/>
          <p:nvPr/>
        </p:nvPicPr>
        <p:blipFill rotWithShape="1">
          <a:blip r:embed="rId3">
            <a:alphaModFix/>
          </a:blip>
          <a:srcRect b="0" l="0" r="0" t="0"/>
          <a:stretch/>
        </p:blipFill>
        <p:spPr>
          <a:xfrm>
            <a:off x="1161261" y="292231"/>
            <a:ext cx="3572374" cy="543001"/>
          </a:xfrm>
          <a:prstGeom prst="rect">
            <a:avLst/>
          </a:prstGeom>
          <a:noFill/>
          <a:ln>
            <a:noFill/>
          </a:ln>
        </p:spPr>
      </p:pic>
      <p:pic>
        <p:nvPicPr>
          <p:cNvPr id="710" name="Google Shape;710;p61"/>
          <p:cNvPicPr preferRelativeResize="0"/>
          <p:nvPr/>
        </p:nvPicPr>
        <p:blipFill rotWithShape="1">
          <a:blip r:embed="rId4">
            <a:alphaModFix/>
          </a:blip>
          <a:srcRect b="0" l="0" r="0" t="0"/>
          <a:stretch/>
        </p:blipFill>
        <p:spPr>
          <a:xfrm>
            <a:off x="130115" y="1188193"/>
            <a:ext cx="6166992" cy="328569"/>
          </a:xfrm>
          <a:prstGeom prst="rect">
            <a:avLst/>
          </a:prstGeom>
          <a:noFill/>
          <a:ln>
            <a:noFill/>
          </a:ln>
        </p:spPr>
      </p:pic>
      <p:pic>
        <p:nvPicPr>
          <p:cNvPr id="711" name="Google Shape;711;p61"/>
          <p:cNvPicPr preferRelativeResize="0"/>
          <p:nvPr/>
        </p:nvPicPr>
        <p:blipFill rotWithShape="1">
          <a:blip r:embed="rId5">
            <a:alphaModFix/>
          </a:blip>
          <a:srcRect b="0" l="0" r="0" t="0"/>
          <a:stretch/>
        </p:blipFill>
        <p:spPr>
          <a:xfrm>
            <a:off x="130115" y="1869723"/>
            <a:ext cx="4667901" cy="4134427"/>
          </a:xfrm>
          <a:prstGeom prst="rect">
            <a:avLst/>
          </a:prstGeom>
          <a:noFill/>
          <a:ln>
            <a:noFill/>
          </a:ln>
        </p:spPr>
      </p:pic>
      <p:pic>
        <p:nvPicPr>
          <p:cNvPr id="712" name="Google Shape;712;p61"/>
          <p:cNvPicPr preferRelativeResize="0"/>
          <p:nvPr/>
        </p:nvPicPr>
        <p:blipFill rotWithShape="1">
          <a:blip r:embed="rId6">
            <a:alphaModFix/>
          </a:blip>
          <a:srcRect b="0" l="0" r="0" t="0"/>
          <a:stretch/>
        </p:blipFill>
        <p:spPr>
          <a:xfrm>
            <a:off x="6860410" y="292231"/>
            <a:ext cx="3448531" cy="514422"/>
          </a:xfrm>
          <a:prstGeom prst="rect">
            <a:avLst/>
          </a:prstGeom>
          <a:noFill/>
          <a:ln>
            <a:noFill/>
          </a:ln>
        </p:spPr>
      </p:pic>
      <p:pic>
        <p:nvPicPr>
          <p:cNvPr id="713" name="Google Shape;713;p61"/>
          <p:cNvPicPr preferRelativeResize="0"/>
          <p:nvPr/>
        </p:nvPicPr>
        <p:blipFill rotWithShape="1">
          <a:blip r:embed="rId7">
            <a:alphaModFix/>
          </a:blip>
          <a:srcRect b="0" l="0" r="0" t="0"/>
          <a:stretch/>
        </p:blipFill>
        <p:spPr>
          <a:xfrm>
            <a:off x="5234977" y="1550158"/>
            <a:ext cx="6501394" cy="286169"/>
          </a:xfrm>
          <a:prstGeom prst="rect">
            <a:avLst/>
          </a:prstGeom>
          <a:noFill/>
          <a:ln>
            <a:noFill/>
          </a:ln>
        </p:spPr>
      </p:pic>
      <p:pic>
        <p:nvPicPr>
          <p:cNvPr id="714" name="Google Shape;714;p61"/>
          <p:cNvPicPr preferRelativeResize="0"/>
          <p:nvPr/>
        </p:nvPicPr>
        <p:blipFill rotWithShape="1">
          <a:blip r:embed="rId8">
            <a:alphaModFix/>
          </a:blip>
          <a:srcRect b="0" l="0" r="0" t="0"/>
          <a:stretch/>
        </p:blipFill>
        <p:spPr>
          <a:xfrm>
            <a:off x="6562607" y="1992271"/>
            <a:ext cx="3846134" cy="477624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62"/>
          <p:cNvSpPr txBox="1"/>
          <p:nvPr/>
        </p:nvSpPr>
        <p:spPr>
          <a:xfrm>
            <a:off x="207390" y="216816"/>
            <a:ext cx="357275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Quiz time..</a:t>
            </a:r>
            <a:endParaRPr/>
          </a:p>
        </p:txBody>
      </p:sp>
      <p:pic>
        <p:nvPicPr>
          <p:cNvPr id="720" name="Google Shape;720;p62"/>
          <p:cNvPicPr preferRelativeResize="0"/>
          <p:nvPr/>
        </p:nvPicPr>
        <p:blipFill rotWithShape="1">
          <a:blip r:embed="rId3">
            <a:alphaModFix/>
          </a:blip>
          <a:srcRect b="0" l="0" r="0" t="0"/>
          <a:stretch/>
        </p:blipFill>
        <p:spPr>
          <a:xfrm>
            <a:off x="124099" y="912344"/>
            <a:ext cx="5550837" cy="3207475"/>
          </a:xfrm>
          <a:prstGeom prst="rect">
            <a:avLst/>
          </a:prstGeom>
          <a:noFill/>
          <a:ln>
            <a:noFill/>
          </a:ln>
        </p:spPr>
      </p:pic>
      <p:pic>
        <p:nvPicPr>
          <p:cNvPr id="721" name="Google Shape;721;p62"/>
          <p:cNvPicPr preferRelativeResize="0"/>
          <p:nvPr/>
        </p:nvPicPr>
        <p:blipFill rotWithShape="1">
          <a:blip r:embed="rId4">
            <a:alphaModFix/>
          </a:blip>
          <a:srcRect b="0" l="0" r="0" t="0"/>
          <a:stretch/>
        </p:blipFill>
        <p:spPr>
          <a:xfrm>
            <a:off x="263950" y="4334846"/>
            <a:ext cx="9381730" cy="2301630"/>
          </a:xfrm>
          <a:prstGeom prst="rect">
            <a:avLst/>
          </a:prstGeom>
          <a:noFill/>
          <a:ln>
            <a:noFill/>
          </a:ln>
        </p:spPr>
      </p:pic>
      <p:pic>
        <p:nvPicPr>
          <p:cNvPr id="722" name="Google Shape;722;p62"/>
          <p:cNvPicPr preferRelativeResize="0"/>
          <p:nvPr/>
        </p:nvPicPr>
        <p:blipFill rotWithShape="1">
          <a:blip r:embed="rId5">
            <a:alphaModFix/>
          </a:blip>
          <a:srcRect b="0" l="0" r="0" t="0"/>
          <a:stretch/>
        </p:blipFill>
        <p:spPr>
          <a:xfrm>
            <a:off x="6662135" y="793818"/>
            <a:ext cx="4410691" cy="2781688"/>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pic>
        <p:nvPicPr>
          <p:cNvPr id="727" name="Google Shape;727;p63"/>
          <p:cNvPicPr preferRelativeResize="0"/>
          <p:nvPr/>
        </p:nvPicPr>
        <p:blipFill rotWithShape="1">
          <a:blip r:embed="rId3">
            <a:alphaModFix/>
          </a:blip>
          <a:srcRect b="0" l="0" r="0" t="0"/>
          <a:stretch/>
        </p:blipFill>
        <p:spPr>
          <a:xfrm>
            <a:off x="179109" y="2576722"/>
            <a:ext cx="3817116" cy="4215140"/>
          </a:xfrm>
          <a:prstGeom prst="rect">
            <a:avLst/>
          </a:prstGeom>
          <a:noFill/>
          <a:ln>
            <a:noFill/>
          </a:ln>
        </p:spPr>
      </p:pic>
      <p:sp>
        <p:nvSpPr>
          <p:cNvPr id="728" name="Google Shape;728;p63"/>
          <p:cNvSpPr txBox="1"/>
          <p:nvPr/>
        </p:nvSpPr>
        <p:spPr>
          <a:xfrm>
            <a:off x="179109" y="154033"/>
            <a:ext cx="5099901" cy="212365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000">
                <a:solidFill>
                  <a:schemeClr val="dk1"/>
                </a:solidFill>
                <a:latin typeface="Calibri"/>
                <a:ea typeface="Calibri"/>
                <a:cs typeface="Calibri"/>
                <a:sym typeface="Calibri"/>
              </a:rPr>
              <a:t>Query Arrays in documents</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Searching for every document with a field we specify</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db.movies.find({cast: “Marlon Brando”})</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Returns all documents with “Marlon Brando”</a:t>
            </a:r>
            <a:endParaRPr/>
          </a:p>
        </p:txBody>
      </p:sp>
      <p:pic>
        <p:nvPicPr>
          <p:cNvPr id="729" name="Google Shape;729;p63"/>
          <p:cNvPicPr preferRelativeResize="0"/>
          <p:nvPr/>
        </p:nvPicPr>
        <p:blipFill rotWithShape="1">
          <a:blip r:embed="rId4">
            <a:alphaModFix/>
          </a:blip>
          <a:srcRect b="0" l="0" r="0" t="0"/>
          <a:stretch/>
        </p:blipFill>
        <p:spPr>
          <a:xfrm>
            <a:off x="6367615" y="2576722"/>
            <a:ext cx="4320830" cy="4215140"/>
          </a:xfrm>
          <a:prstGeom prst="rect">
            <a:avLst/>
          </a:prstGeom>
          <a:noFill/>
          <a:ln>
            <a:noFill/>
          </a:ln>
        </p:spPr>
      </p:pic>
      <p:sp>
        <p:nvSpPr>
          <p:cNvPr id="730" name="Google Shape;730;p63"/>
          <p:cNvSpPr txBox="1"/>
          <p:nvPr/>
        </p:nvSpPr>
        <p:spPr>
          <a:xfrm>
            <a:off x="6367615" y="154032"/>
            <a:ext cx="5274488" cy="20928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000">
                <a:solidFill>
                  <a:schemeClr val="dk1"/>
                </a:solidFill>
                <a:latin typeface="Calibri"/>
                <a:ea typeface="Calibri"/>
                <a:cs typeface="Calibri"/>
                <a:sym typeface="Calibri"/>
              </a:rPr>
              <a:t>Search for a value within an Array</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db.movies.find({cast:{$elemMatch:{$eq:”Leslie Phillips”}}})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Returns all documents within an array with an element equal to “Leslie Phillips”</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64"/>
          <p:cNvSpPr/>
          <p:nvPr/>
        </p:nvSpPr>
        <p:spPr>
          <a:xfrm>
            <a:off x="0" y="74712"/>
            <a:ext cx="65" cy="307777"/>
          </a:xfrm>
          <a:prstGeom prst="rect">
            <a:avLst/>
          </a:prstGeom>
          <a:solidFill>
            <a:srgbClr val="EFECF4"/>
          </a:solid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Calibri"/>
              <a:ea typeface="Calibri"/>
              <a:cs typeface="Calibri"/>
              <a:sym typeface="Calibri"/>
            </a:endParaRPr>
          </a:p>
        </p:txBody>
      </p:sp>
      <p:sp>
        <p:nvSpPr>
          <p:cNvPr id="736" name="Google Shape;736;p64"/>
          <p:cNvSpPr txBox="1"/>
          <p:nvPr/>
        </p:nvSpPr>
        <p:spPr>
          <a:xfrm>
            <a:off x="6438507" y="2505670"/>
            <a:ext cx="4609707"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Searching within an Array for multiple conditions.</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(Has to be an Array and not an Object)</a:t>
            </a:r>
            <a:endParaRPr/>
          </a:p>
        </p:txBody>
      </p:sp>
      <p:sp>
        <p:nvSpPr>
          <p:cNvPr id="737" name="Google Shape;737;p64"/>
          <p:cNvSpPr txBox="1"/>
          <p:nvPr/>
        </p:nvSpPr>
        <p:spPr>
          <a:xfrm>
            <a:off x="103695" y="179109"/>
            <a:ext cx="572207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Using sample_restaurants to find all restaurants with a grade of “A” and score greater or equal to 5 by searching withing the grades Array</a:t>
            </a:r>
            <a:endParaRPr/>
          </a:p>
        </p:txBody>
      </p:sp>
      <p:pic>
        <p:nvPicPr>
          <p:cNvPr id="738" name="Google Shape;738;p64"/>
          <p:cNvPicPr preferRelativeResize="0"/>
          <p:nvPr/>
        </p:nvPicPr>
        <p:blipFill rotWithShape="1">
          <a:blip r:embed="rId3">
            <a:alphaModFix/>
          </a:blip>
          <a:srcRect b="0" l="0" r="0" t="0"/>
          <a:stretch/>
        </p:blipFill>
        <p:spPr>
          <a:xfrm>
            <a:off x="384198" y="1102439"/>
            <a:ext cx="5002603" cy="5387419"/>
          </a:xfrm>
          <a:prstGeom prst="rect">
            <a:avLst/>
          </a:prstGeom>
          <a:noFill/>
          <a:ln>
            <a:noFill/>
          </a:ln>
        </p:spPr>
      </p:pic>
      <p:sp>
        <p:nvSpPr>
          <p:cNvPr id="739" name="Google Shape;739;p64"/>
          <p:cNvSpPr txBox="1"/>
          <p:nvPr/>
        </p:nvSpPr>
        <p:spPr>
          <a:xfrm>
            <a:off x="6994689" y="4411744"/>
            <a:ext cx="236612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Hint: Ctrl + L clears screen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65"/>
          <p:cNvSpPr txBox="1"/>
          <p:nvPr/>
        </p:nvSpPr>
        <p:spPr>
          <a:xfrm>
            <a:off x="141402" y="245097"/>
            <a:ext cx="319568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Lab</a:t>
            </a:r>
            <a:endParaRPr/>
          </a:p>
        </p:txBody>
      </p:sp>
      <p:pic>
        <p:nvPicPr>
          <p:cNvPr id="746" name="Google Shape;746;p65"/>
          <p:cNvPicPr preferRelativeResize="0"/>
          <p:nvPr/>
        </p:nvPicPr>
        <p:blipFill rotWithShape="1">
          <a:blip r:embed="rId3">
            <a:alphaModFix/>
          </a:blip>
          <a:srcRect b="0" l="0" r="0" t="0"/>
          <a:stretch/>
        </p:blipFill>
        <p:spPr>
          <a:xfrm>
            <a:off x="851755" y="200033"/>
            <a:ext cx="3496163" cy="828791"/>
          </a:xfrm>
          <a:prstGeom prst="rect">
            <a:avLst/>
          </a:prstGeom>
          <a:noFill/>
          <a:ln>
            <a:noFill/>
          </a:ln>
        </p:spPr>
      </p:pic>
      <p:pic>
        <p:nvPicPr>
          <p:cNvPr id="747" name="Google Shape;747;p65"/>
          <p:cNvPicPr preferRelativeResize="0"/>
          <p:nvPr/>
        </p:nvPicPr>
        <p:blipFill rotWithShape="1">
          <a:blip r:embed="rId4">
            <a:alphaModFix/>
          </a:blip>
          <a:srcRect b="0" l="0" r="0" t="0"/>
          <a:stretch/>
        </p:blipFill>
        <p:spPr>
          <a:xfrm>
            <a:off x="1084082" y="1393736"/>
            <a:ext cx="7824247" cy="474039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66"/>
          <p:cNvSpPr txBox="1"/>
          <p:nvPr/>
        </p:nvSpPr>
        <p:spPr>
          <a:xfrm>
            <a:off x="263951" y="254524"/>
            <a:ext cx="214931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Quiz</a:t>
            </a:r>
            <a:endParaRPr/>
          </a:p>
        </p:txBody>
      </p:sp>
      <p:pic>
        <p:nvPicPr>
          <p:cNvPr id="753" name="Google Shape;753;p66"/>
          <p:cNvPicPr preferRelativeResize="0"/>
          <p:nvPr/>
        </p:nvPicPr>
        <p:blipFill rotWithShape="1">
          <a:blip r:embed="rId3">
            <a:alphaModFix/>
          </a:blip>
          <a:srcRect b="0" l="0" r="0" t="0"/>
          <a:stretch/>
        </p:blipFill>
        <p:spPr>
          <a:xfrm>
            <a:off x="174903" y="855114"/>
            <a:ext cx="5311498" cy="2206244"/>
          </a:xfrm>
          <a:prstGeom prst="rect">
            <a:avLst/>
          </a:prstGeom>
          <a:noFill/>
          <a:ln>
            <a:noFill/>
          </a:ln>
        </p:spPr>
      </p:pic>
      <p:pic>
        <p:nvPicPr>
          <p:cNvPr id="754" name="Google Shape;754;p66"/>
          <p:cNvPicPr preferRelativeResize="0"/>
          <p:nvPr/>
        </p:nvPicPr>
        <p:blipFill rotWithShape="1">
          <a:blip r:embed="rId4">
            <a:alphaModFix/>
          </a:blip>
          <a:srcRect b="0" l="0" r="0" t="0"/>
          <a:stretch/>
        </p:blipFill>
        <p:spPr>
          <a:xfrm>
            <a:off x="362842" y="3292616"/>
            <a:ext cx="6971212" cy="2532278"/>
          </a:xfrm>
          <a:prstGeom prst="rect">
            <a:avLst/>
          </a:prstGeom>
          <a:noFill/>
          <a:ln>
            <a:noFill/>
          </a:ln>
        </p:spPr>
      </p:pic>
      <p:pic>
        <p:nvPicPr>
          <p:cNvPr id="755" name="Google Shape;755;p66"/>
          <p:cNvPicPr preferRelativeResize="0"/>
          <p:nvPr/>
        </p:nvPicPr>
        <p:blipFill rotWithShape="1">
          <a:blip r:embed="rId5">
            <a:alphaModFix/>
          </a:blip>
          <a:srcRect b="0" l="0" r="0" t="0"/>
          <a:stretch/>
        </p:blipFill>
        <p:spPr>
          <a:xfrm>
            <a:off x="7039008" y="439190"/>
            <a:ext cx="4448796" cy="3324689"/>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67"/>
          <p:cNvSpPr txBox="1"/>
          <p:nvPr/>
        </p:nvSpPr>
        <p:spPr>
          <a:xfrm>
            <a:off x="226243" y="207390"/>
            <a:ext cx="2224726"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$and</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db.&lt;collection&gt;.find({</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$and: [</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{&lt;expression&gt;},</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{&lt;expression&gt;},</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If any one of the criteria isn’t met in a given document, the document will not be included in the results.</a:t>
            </a:r>
            <a:endParaRPr/>
          </a:p>
        </p:txBody>
      </p:sp>
      <p:pic>
        <p:nvPicPr>
          <p:cNvPr id="761" name="Google Shape;761;p67"/>
          <p:cNvPicPr preferRelativeResize="0"/>
          <p:nvPr/>
        </p:nvPicPr>
        <p:blipFill rotWithShape="1">
          <a:blip r:embed="rId3">
            <a:alphaModFix/>
          </a:blip>
          <a:srcRect b="0" l="0" r="0" t="0"/>
          <a:stretch/>
        </p:blipFill>
        <p:spPr>
          <a:xfrm>
            <a:off x="3689687" y="1630657"/>
            <a:ext cx="5596833" cy="4814625"/>
          </a:xfrm>
          <a:prstGeom prst="rect">
            <a:avLst/>
          </a:prstGeom>
          <a:noFill/>
          <a:ln>
            <a:noFill/>
          </a:ln>
        </p:spPr>
      </p:pic>
      <p:sp>
        <p:nvSpPr>
          <p:cNvPr id="762" name="Google Shape;762;p67"/>
          <p:cNvSpPr txBox="1"/>
          <p:nvPr/>
        </p:nvSpPr>
        <p:spPr>
          <a:xfrm>
            <a:off x="3689687" y="631595"/>
            <a:ext cx="530729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Searching for all documents that match the genre horror and director Alfred Hitchcock</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68"/>
          <p:cNvSpPr txBox="1"/>
          <p:nvPr/>
        </p:nvSpPr>
        <p:spPr>
          <a:xfrm>
            <a:off x="263951" y="207390"/>
            <a:ext cx="2611224"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$or</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db.&lt;collection 1&gt;.find({</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$or: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{&lt;expression 1&gt;},</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{&lt;expression 2&gt;},</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a:t>
            </a:r>
            <a:endParaRPr/>
          </a:p>
        </p:txBody>
      </p:sp>
      <p:pic>
        <p:nvPicPr>
          <p:cNvPr id="768" name="Google Shape;768;p68"/>
          <p:cNvPicPr preferRelativeResize="0"/>
          <p:nvPr/>
        </p:nvPicPr>
        <p:blipFill rotWithShape="1">
          <a:blip r:embed="rId3">
            <a:alphaModFix/>
          </a:blip>
          <a:srcRect b="0" l="0" r="0" t="0"/>
          <a:stretch/>
        </p:blipFill>
        <p:spPr>
          <a:xfrm>
            <a:off x="3883843" y="1277700"/>
            <a:ext cx="5674978" cy="5518857"/>
          </a:xfrm>
          <a:prstGeom prst="rect">
            <a:avLst/>
          </a:prstGeom>
          <a:noFill/>
          <a:ln>
            <a:noFill/>
          </a:ln>
        </p:spPr>
      </p:pic>
      <p:sp>
        <p:nvSpPr>
          <p:cNvPr id="769" name="Google Shape;769;p68"/>
          <p:cNvSpPr txBox="1"/>
          <p:nvPr/>
        </p:nvSpPr>
        <p:spPr>
          <a:xfrm>
            <a:off x="3883843" y="207390"/>
            <a:ext cx="599544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Searching for documents by the year 1980 or 1970</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69"/>
          <p:cNvSpPr txBox="1"/>
          <p:nvPr/>
        </p:nvSpPr>
        <p:spPr>
          <a:xfrm>
            <a:off x="216816" y="226243"/>
            <a:ext cx="32993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Using $and + $or</a:t>
            </a:r>
            <a:endParaRPr/>
          </a:p>
        </p:txBody>
      </p:sp>
      <p:pic>
        <p:nvPicPr>
          <p:cNvPr id="775" name="Google Shape;775;p69"/>
          <p:cNvPicPr preferRelativeResize="0"/>
          <p:nvPr/>
        </p:nvPicPr>
        <p:blipFill rotWithShape="1">
          <a:blip r:embed="rId3">
            <a:alphaModFix/>
          </a:blip>
          <a:srcRect b="0" l="0" r="0" t="0"/>
          <a:stretch/>
        </p:blipFill>
        <p:spPr>
          <a:xfrm>
            <a:off x="1553240" y="689155"/>
            <a:ext cx="9085519" cy="5942602"/>
          </a:xfrm>
          <a:prstGeom prst="rect">
            <a:avLst/>
          </a:prstGeom>
          <a:noFill/>
          <a:ln>
            <a:noFill/>
          </a:ln>
        </p:spPr>
      </p:pic>
      <p:sp>
        <p:nvSpPr>
          <p:cNvPr id="776" name="Google Shape;776;p69"/>
          <p:cNvSpPr txBox="1"/>
          <p:nvPr/>
        </p:nvSpPr>
        <p:spPr>
          <a:xfrm>
            <a:off x="2111603" y="226243"/>
            <a:ext cx="945508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Searching for movies with the year 1970 or 1980 and cast of Clint Eastwood or Charles Bronson</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pic>
        <p:nvPicPr>
          <p:cNvPr id="781" name="Google Shape;781;p70"/>
          <p:cNvPicPr preferRelativeResize="0"/>
          <p:nvPr/>
        </p:nvPicPr>
        <p:blipFill rotWithShape="1">
          <a:blip r:embed="rId3">
            <a:alphaModFix/>
          </a:blip>
          <a:srcRect b="0" l="0" r="0" t="0"/>
          <a:stretch/>
        </p:blipFill>
        <p:spPr>
          <a:xfrm>
            <a:off x="263723" y="828852"/>
            <a:ext cx="3953427" cy="2391109"/>
          </a:xfrm>
          <a:prstGeom prst="rect">
            <a:avLst/>
          </a:prstGeom>
          <a:noFill/>
          <a:ln>
            <a:noFill/>
          </a:ln>
        </p:spPr>
      </p:pic>
      <p:sp>
        <p:nvSpPr>
          <p:cNvPr id="782" name="Google Shape;782;p70"/>
          <p:cNvSpPr txBox="1"/>
          <p:nvPr/>
        </p:nvSpPr>
        <p:spPr>
          <a:xfrm>
            <a:off x="367645" y="188536"/>
            <a:ext cx="305428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Lab</a:t>
            </a:r>
            <a:endParaRPr/>
          </a:p>
        </p:txBody>
      </p:sp>
      <p:pic>
        <p:nvPicPr>
          <p:cNvPr id="783" name="Google Shape;783;p70"/>
          <p:cNvPicPr preferRelativeResize="0"/>
          <p:nvPr/>
        </p:nvPicPr>
        <p:blipFill rotWithShape="1">
          <a:blip r:embed="rId4">
            <a:alphaModFix/>
          </a:blip>
          <a:srcRect b="0" l="0" r="0" t="0"/>
          <a:stretch/>
        </p:blipFill>
        <p:spPr>
          <a:xfrm>
            <a:off x="105460" y="3343563"/>
            <a:ext cx="5267819" cy="3425605"/>
          </a:xfrm>
          <a:prstGeom prst="rect">
            <a:avLst/>
          </a:prstGeom>
          <a:noFill/>
          <a:ln>
            <a:noFill/>
          </a:ln>
        </p:spPr>
      </p:pic>
      <p:pic>
        <p:nvPicPr>
          <p:cNvPr id="784" name="Google Shape;784;p70"/>
          <p:cNvPicPr preferRelativeResize="0"/>
          <p:nvPr/>
        </p:nvPicPr>
        <p:blipFill rotWithShape="1">
          <a:blip r:embed="rId5">
            <a:alphaModFix/>
          </a:blip>
          <a:srcRect b="0" l="0" r="0" t="0"/>
          <a:stretch/>
        </p:blipFill>
        <p:spPr>
          <a:xfrm>
            <a:off x="6504267" y="600996"/>
            <a:ext cx="3953427" cy="1743318"/>
          </a:xfrm>
          <a:prstGeom prst="rect">
            <a:avLst/>
          </a:prstGeom>
          <a:noFill/>
          <a:ln>
            <a:noFill/>
          </a:ln>
        </p:spPr>
      </p:pic>
      <p:pic>
        <p:nvPicPr>
          <p:cNvPr id="785" name="Google Shape;785;p70"/>
          <p:cNvPicPr preferRelativeResize="0"/>
          <p:nvPr/>
        </p:nvPicPr>
        <p:blipFill rotWithShape="1">
          <a:blip r:embed="rId6">
            <a:alphaModFix/>
          </a:blip>
          <a:srcRect b="0" l="0" r="0" t="0"/>
          <a:stretch/>
        </p:blipFill>
        <p:spPr>
          <a:xfrm>
            <a:off x="4496586" y="2900005"/>
            <a:ext cx="7431691" cy="162846"/>
          </a:xfrm>
          <a:prstGeom prst="rect">
            <a:avLst/>
          </a:prstGeom>
          <a:noFill/>
          <a:ln>
            <a:noFill/>
          </a:ln>
        </p:spPr>
      </p:pic>
      <p:pic>
        <p:nvPicPr>
          <p:cNvPr id="786" name="Google Shape;786;p70"/>
          <p:cNvPicPr preferRelativeResize="0"/>
          <p:nvPr/>
        </p:nvPicPr>
        <p:blipFill rotWithShape="1">
          <a:blip r:embed="rId7">
            <a:alphaModFix/>
          </a:blip>
          <a:srcRect b="0" l="0" r="0" t="0"/>
          <a:stretch/>
        </p:blipFill>
        <p:spPr>
          <a:xfrm>
            <a:off x="6818723" y="3093300"/>
            <a:ext cx="2979790" cy="3675868"/>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71"/>
          <p:cNvSpPr txBox="1"/>
          <p:nvPr/>
        </p:nvSpPr>
        <p:spPr>
          <a:xfrm>
            <a:off x="235670" y="197963"/>
            <a:ext cx="14517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Quiz</a:t>
            </a:r>
            <a:endParaRPr/>
          </a:p>
        </p:txBody>
      </p:sp>
      <p:pic>
        <p:nvPicPr>
          <p:cNvPr id="792" name="Google Shape;792;p71"/>
          <p:cNvPicPr preferRelativeResize="0"/>
          <p:nvPr/>
        </p:nvPicPr>
        <p:blipFill rotWithShape="1">
          <a:blip r:embed="rId3">
            <a:alphaModFix/>
          </a:blip>
          <a:srcRect b="0" l="0" r="0" t="0"/>
          <a:stretch/>
        </p:blipFill>
        <p:spPr>
          <a:xfrm>
            <a:off x="97298" y="867313"/>
            <a:ext cx="6166582" cy="2667739"/>
          </a:xfrm>
          <a:prstGeom prst="rect">
            <a:avLst/>
          </a:prstGeom>
          <a:noFill/>
          <a:ln>
            <a:noFill/>
          </a:ln>
        </p:spPr>
      </p:pic>
      <p:pic>
        <p:nvPicPr>
          <p:cNvPr id="793" name="Google Shape;793;p71"/>
          <p:cNvPicPr preferRelativeResize="0"/>
          <p:nvPr/>
        </p:nvPicPr>
        <p:blipFill rotWithShape="1">
          <a:blip r:embed="rId4">
            <a:alphaModFix/>
          </a:blip>
          <a:srcRect b="0" l="0" r="0" t="0"/>
          <a:stretch/>
        </p:blipFill>
        <p:spPr>
          <a:xfrm>
            <a:off x="235670" y="3535052"/>
            <a:ext cx="7999232" cy="2359096"/>
          </a:xfrm>
          <a:prstGeom prst="rect">
            <a:avLst/>
          </a:prstGeom>
          <a:noFill/>
          <a:ln>
            <a:noFill/>
          </a:ln>
        </p:spPr>
      </p:pic>
      <p:pic>
        <p:nvPicPr>
          <p:cNvPr id="794" name="Google Shape;794;p71"/>
          <p:cNvPicPr preferRelativeResize="0"/>
          <p:nvPr/>
        </p:nvPicPr>
        <p:blipFill rotWithShape="1">
          <a:blip r:embed="rId5">
            <a:alphaModFix/>
          </a:blip>
          <a:srcRect b="0" l="0" r="0" t="0"/>
          <a:stretch/>
        </p:blipFill>
        <p:spPr>
          <a:xfrm>
            <a:off x="7763991" y="197963"/>
            <a:ext cx="3715268" cy="2505425"/>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graphicFrame>
        <p:nvGraphicFramePr>
          <p:cNvPr id="799" name="Google Shape;799;p72"/>
          <p:cNvGraphicFramePr/>
          <p:nvPr/>
        </p:nvGraphicFramePr>
        <p:xfrm>
          <a:off x="1411968" y="1"/>
          <a:ext cx="8855321" cy="6858000"/>
        </p:xfrm>
        <a:graphic>
          <a:graphicData uri="http://schemas.openxmlformats.org/presentationml/2006/ole">
            <mc:AlternateContent>
              <mc:Choice Requires="v">
                <p:oleObj r:id="rId4" imgH="6858000" imgW="8855321" progId="Acrobat.Document.DC" spid="_x0000_s1">
                  <p:embed/>
                </p:oleObj>
              </mc:Choice>
              <mc:Fallback>
                <p:oleObj r:id="rId5" imgH="6858000" imgW="8855321" progId="Acrobat.Document.DC">
                  <p:embed/>
                  <p:pic>
                    <p:nvPicPr>
                      <p:cNvPr id="799" name="Google Shape;799;p72"/>
                      <p:cNvPicPr preferRelativeResize="0"/>
                      <p:nvPr/>
                    </p:nvPicPr>
                    <p:blipFill rotWithShape="1">
                      <a:blip r:embed="rId6">
                        <a:alphaModFix/>
                      </a:blip>
                      <a:srcRect b="0" l="0" r="0" t="0"/>
                      <a:stretch/>
                    </p:blipFill>
                    <p:spPr>
                      <a:xfrm>
                        <a:off x="1411968" y="1"/>
                        <a:ext cx="8855321" cy="6858000"/>
                      </a:xfrm>
                      <a:prstGeom prst="rect">
                        <a:avLst/>
                      </a:prstGeom>
                      <a:noFill/>
                      <a:ln>
                        <a:noFill/>
                      </a:ln>
                    </p:spPr>
                  </p:pic>
                </p:oleObj>
              </mc:Fallback>
            </mc:AlternateContent>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73"/>
          <p:cNvSpPr txBox="1"/>
          <p:nvPr>
            <p:ph type="title"/>
          </p:nvPr>
        </p:nvSpPr>
        <p:spPr>
          <a:xfrm>
            <a:off x="379514" y="182215"/>
            <a:ext cx="11524432" cy="1063487"/>
          </a:xfrm>
          <a:prstGeom prst="rect">
            <a:avLst/>
          </a:prstGeom>
          <a:noFill/>
          <a:ln>
            <a:noFill/>
          </a:ln>
        </p:spPr>
        <p:txBody>
          <a:bodyPr anchorCtr="0" anchor="t" bIns="0" lIns="0" spcFirstLastPara="1" rIns="0" wrap="square" tIns="0">
            <a:normAutofit/>
          </a:bodyPr>
          <a:lstStyle/>
          <a:p>
            <a:pPr indent="0" lvl="0" marL="0" rtl="0" algn="l">
              <a:lnSpc>
                <a:spcPct val="80000"/>
              </a:lnSpc>
              <a:spcBef>
                <a:spcPts val="0"/>
              </a:spcBef>
              <a:spcAft>
                <a:spcPts val="0"/>
              </a:spcAft>
              <a:buClr>
                <a:srgbClr val="252525"/>
              </a:buClr>
              <a:buSzPts val="4000"/>
              <a:buFont typeface="Verdana"/>
              <a:buNone/>
            </a:pPr>
            <a:r>
              <a:rPr lang="en-GB"/>
              <a:t>How to Import and Export Datasets</a:t>
            </a:r>
            <a:endParaRPr/>
          </a:p>
        </p:txBody>
      </p:sp>
      <p:pic>
        <p:nvPicPr>
          <p:cNvPr id="805" name="Google Shape;805;p73">
            <a:hlinkClick r:id="rId3"/>
          </p:cNvPr>
          <p:cNvPicPr preferRelativeResize="0"/>
          <p:nvPr/>
        </p:nvPicPr>
        <p:blipFill rotWithShape="1">
          <a:blip r:embed="rId4">
            <a:alphaModFix/>
          </a:blip>
          <a:srcRect b="0" l="0" r="0" t="0"/>
          <a:stretch/>
        </p:blipFill>
        <p:spPr>
          <a:xfrm>
            <a:off x="426656" y="2582623"/>
            <a:ext cx="4763022" cy="2743200"/>
          </a:xfrm>
          <a:prstGeom prst="rect">
            <a:avLst/>
          </a:prstGeom>
          <a:noFill/>
          <a:ln>
            <a:noFill/>
          </a:ln>
        </p:spPr>
      </p:pic>
      <p:sp>
        <p:nvSpPr>
          <p:cNvPr id="806" name="Google Shape;806;p73"/>
          <p:cNvSpPr txBox="1"/>
          <p:nvPr/>
        </p:nvSpPr>
        <p:spPr>
          <a:xfrm>
            <a:off x="426656" y="1954879"/>
            <a:ext cx="4763022" cy="5386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100" u="sng">
                <a:solidFill>
                  <a:srgbClr val="0000FF"/>
                </a:solidFill>
                <a:latin typeface="Arial"/>
                <a:ea typeface="Arial"/>
                <a:cs typeface="Arial"/>
                <a:sym typeface="Arial"/>
                <a:hlinkClick r:id="rId5">
                  <a:extLst>
                    <a:ext uri="{A12FA001-AC4F-418D-AE19-62706E023703}">
                      <ahyp:hlinkClr val="tx"/>
                    </a:ext>
                  </a:extLst>
                </a:hlinkClick>
              </a:rPr>
              <a:t>MongoDB Compass</a:t>
            </a:r>
            <a:endParaRPr sz="1100">
              <a:solidFill>
                <a:schemeClr val="dk1"/>
              </a:solidFill>
              <a:latin typeface="Arial"/>
              <a:ea typeface="Arial"/>
              <a:cs typeface="Arial"/>
              <a:sym typeface="Arial"/>
            </a:endParaRPr>
          </a:p>
          <a:p>
            <a:pPr indent="0" lvl="0" marL="0" marR="0" rtl="0" algn="l">
              <a:spcBef>
                <a:spcPts val="0"/>
              </a:spcBef>
              <a:spcAft>
                <a:spcPts val="0"/>
              </a:spcAft>
              <a:buNone/>
            </a:pPr>
            <a:r>
              <a:rPr lang="en-GB" sz="1800" u="sng">
                <a:solidFill>
                  <a:srgbClr val="0000FF"/>
                </a:solidFill>
                <a:latin typeface="Arial"/>
                <a:ea typeface="Arial"/>
                <a:cs typeface="Arial"/>
                <a:sym typeface="Arial"/>
                <a:hlinkClick r:id="rId6">
                  <a:extLst>
                    <a:ext uri="{A12FA001-AC4F-418D-AE19-62706E023703}">
                      <ahyp:hlinkClr val="tx"/>
                    </a:ext>
                  </a:extLst>
                </a:hlinkClick>
              </a:rPr>
              <a:t>04 Exploring Datasets in Compass</a:t>
            </a:r>
            <a:endParaRPr sz="1800">
              <a:solidFill>
                <a:schemeClr val="dk1"/>
              </a:solidFill>
              <a:latin typeface="Calibri"/>
              <a:ea typeface="Calibri"/>
              <a:cs typeface="Calibri"/>
              <a:sym typeface="Calibri"/>
            </a:endParaRPr>
          </a:p>
        </p:txBody>
      </p:sp>
      <p:sp>
        <p:nvSpPr>
          <p:cNvPr id="807" name="Google Shape;807;p73"/>
          <p:cNvSpPr txBox="1"/>
          <p:nvPr/>
        </p:nvSpPr>
        <p:spPr>
          <a:xfrm>
            <a:off x="6096000" y="1937621"/>
            <a:ext cx="6096000" cy="5386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100" u="sng">
                <a:solidFill>
                  <a:srgbClr val="0000FF"/>
                </a:solidFill>
                <a:latin typeface="Arial"/>
                <a:ea typeface="Arial"/>
                <a:cs typeface="Arial"/>
                <a:sym typeface="Arial"/>
                <a:hlinkClick r:id="rId7">
                  <a:extLst>
                    <a:ext uri="{A12FA001-AC4F-418D-AE19-62706E023703}">
                      <ahyp:hlinkClr val="tx"/>
                    </a:ext>
                  </a:extLst>
                </a:hlinkClick>
              </a:rPr>
              <a:t>MongoDB Compass</a:t>
            </a:r>
            <a:endParaRPr sz="1100">
              <a:solidFill>
                <a:schemeClr val="dk1"/>
              </a:solidFill>
              <a:latin typeface="Arial"/>
              <a:ea typeface="Arial"/>
              <a:cs typeface="Arial"/>
              <a:sym typeface="Arial"/>
            </a:endParaRPr>
          </a:p>
          <a:p>
            <a:pPr indent="0" lvl="0" marL="0" marR="0" rtl="0" algn="l">
              <a:spcBef>
                <a:spcPts val="0"/>
              </a:spcBef>
              <a:spcAft>
                <a:spcPts val="0"/>
              </a:spcAft>
              <a:buNone/>
            </a:pPr>
            <a:r>
              <a:rPr lang="en-GB" sz="1800" u="sng">
                <a:solidFill>
                  <a:srgbClr val="0000FF"/>
                </a:solidFill>
                <a:latin typeface="Arial"/>
                <a:ea typeface="Arial"/>
                <a:cs typeface="Arial"/>
                <a:sym typeface="Arial"/>
                <a:hlinkClick r:id="rId8">
                  <a:extLst>
                    <a:ext uri="{A12FA001-AC4F-418D-AE19-62706E023703}">
                      <ahyp:hlinkClr val="tx"/>
                    </a:ext>
                  </a:extLst>
                </a:hlinkClick>
              </a:rPr>
              <a:t>04a Import Json and CSV</a:t>
            </a:r>
            <a:endParaRPr sz="1800">
              <a:solidFill>
                <a:schemeClr val="dk1"/>
              </a:solidFill>
              <a:latin typeface="Calibri"/>
              <a:ea typeface="Calibri"/>
              <a:cs typeface="Calibri"/>
              <a:sym typeface="Calibri"/>
            </a:endParaRPr>
          </a:p>
        </p:txBody>
      </p:sp>
      <p:pic>
        <p:nvPicPr>
          <p:cNvPr id="808" name="Google Shape;808;p73">
            <a:hlinkClick r:id="rId9"/>
          </p:cNvPr>
          <p:cNvPicPr preferRelativeResize="0"/>
          <p:nvPr/>
        </p:nvPicPr>
        <p:blipFill rotWithShape="1">
          <a:blip r:embed="rId10">
            <a:alphaModFix/>
          </a:blip>
          <a:srcRect b="0" l="0" r="0" t="0"/>
          <a:stretch/>
        </p:blipFill>
        <p:spPr>
          <a:xfrm>
            <a:off x="6057206" y="2522796"/>
            <a:ext cx="4648028" cy="2803027"/>
          </a:xfrm>
          <a:prstGeom prst="rect">
            <a:avLst/>
          </a:prstGeom>
          <a:noFill/>
          <a:ln>
            <a:noFill/>
          </a:ln>
        </p:spPr>
      </p:pic>
      <p:sp>
        <p:nvSpPr>
          <p:cNvPr id="809" name="Google Shape;809;p73"/>
          <p:cNvSpPr txBox="1"/>
          <p:nvPr/>
        </p:nvSpPr>
        <p:spPr>
          <a:xfrm>
            <a:off x="541832" y="5397374"/>
            <a:ext cx="9525000" cy="1349087"/>
          </a:xfrm>
          <a:prstGeom prst="rect">
            <a:avLst/>
          </a:prstGeom>
          <a:noFill/>
          <a:ln>
            <a:noFill/>
          </a:ln>
        </p:spPr>
        <p:txBody>
          <a:bodyPr anchorCtr="0" anchor="t" bIns="45700" lIns="91425" spcFirstLastPara="1" rIns="91425" wrap="square" tIns="45700">
            <a:spAutoFit/>
          </a:bodyPr>
          <a:lstStyle/>
          <a:p>
            <a:pPr indent="0" lvl="0" marL="12700" marR="0" rtl="0" algn="l">
              <a:lnSpc>
                <a:spcPct val="100000"/>
              </a:lnSpc>
              <a:spcBef>
                <a:spcPts val="0"/>
              </a:spcBef>
              <a:spcAft>
                <a:spcPts val="0"/>
              </a:spcAft>
              <a:buNone/>
            </a:pPr>
            <a:r>
              <a:rPr lang="en-GB" sz="2000">
                <a:solidFill>
                  <a:srgbClr val="252525"/>
                </a:solidFill>
                <a:latin typeface="Calibri"/>
                <a:ea typeface="Calibri"/>
                <a:cs typeface="Calibri"/>
                <a:sym typeface="Calibri"/>
              </a:rPr>
              <a:t>We export SQL Server Views into CSV or Json format to import using MongoDB Compass into Database Collections on our Atlas cloud. </a:t>
            </a:r>
            <a:endParaRPr/>
          </a:p>
          <a:p>
            <a:pPr indent="0" lvl="0" marL="12700" marR="0" rtl="0" algn="l">
              <a:lnSpc>
                <a:spcPct val="100000"/>
              </a:lnSpc>
              <a:spcBef>
                <a:spcPts val="100"/>
              </a:spcBef>
              <a:spcAft>
                <a:spcPts val="0"/>
              </a:spcAft>
              <a:buNone/>
            </a:pPr>
            <a:r>
              <a:t/>
            </a:r>
            <a:endParaRPr sz="2000">
              <a:solidFill>
                <a:srgbClr val="252525"/>
              </a:solidFill>
              <a:latin typeface="Calibri"/>
              <a:ea typeface="Calibri"/>
              <a:cs typeface="Calibri"/>
              <a:sym typeface="Calibri"/>
            </a:endParaRPr>
          </a:p>
          <a:p>
            <a:pPr indent="0" lvl="0" marL="12700" marR="0" rtl="0" algn="l">
              <a:lnSpc>
                <a:spcPct val="100000"/>
              </a:lnSpc>
              <a:spcBef>
                <a:spcPts val="100"/>
              </a:spcBef>
              <a:spcAft>
                <a:spcPts val="0"/>
              </a:spcAft>
              <a:buNone/>
            </a:pPr>
            <a:r>
              <a:rPr lang="en-GB" sz="2000" u="sng">
                <a:solidFill>
                  <a:srgbClr val="252525"/>
                </a:solidFill>
                <a:latin typeface="Calibri"/>
                <a:ea typeface="Calibri"/>
                <a:cs typeface="Calibri"/>
                <a:sym typeface="Calibri"/>
                <a:hlinkClick r:id="rId11">
                  <a:extLst>
                    <a:ext uri="{A12FA001-AC4F-418D-AE19-62706E023703}">
                      <ahyp:hlinkClr val="tx"/>
                    </a:ext>
                  </a:extLst>
                </a:hlinkClick>
              </a:rPr>
              <a:t>Kaggle</a:t>
            </a:r>
            <a:r>
              <a:rPr lang="en-GB" sz="2000">
                <a:solidFill>
                  <a:srgbClr val="252525"/>
                </a:solidFill>
                <a:latin typeface="Calibri"/>
                <a:ea typeface="Calibri"/>
                <a:cs typeface="Calibri"/>
                <a:sym typeface="Calibri"/>
              </a:rPr>
              <a:t> / </a:t>
            </a:r>
            <a:r>
              <a:rPr lang="en-GB" sz="2000" u="sng">
                <a:solidFill>
                  <a:srgbClr val="252525"/>
                </a:solidFill>
                <a:latin typeface="Calibri"/>
                <a:ea typeface="Calibri"/>
                <a:cs typeface="Calibri"/>
                <a:sym typeface="Calibri"/>
                <a:hlinkClick r:id="rId12">
                  <a:extLst>
                    <a:ext uri="{A12FA001-AC4F-418D-AE19-62706E023703}">
                      <ahyp:hlinkClr val="tx"/>
                    </a:ext>
                  </a:extLst>
                </a:hlinkClick>
              </a:rPr>
              <a:t>Github</a:t>
            </a:r>
            <a:r>
              <a:rPr lang="en-GB" sz="2000">
                <a:solidFill>
                  <a:srgbClr val="252525"/>
                </a:solidFill>
                <a:latin typeface="Calibri"/>
                <a:ea typeface="Calibri"/>
                <a:cs typeface="Calibri"/>
                <a:sym typeface="Calibri"/>
              </a:rPr>
              <a:t> are our developer platforms for sharing Industry Datasets.  </a:t>
            </a:r>
            <a:endParaRPr sz="2000">
              <a:solidFill>
                <a:schemeClr val="dk1"/>
              </a:solidFill>
              <a:latin typeface="Calibri"/>
              <a:ea typeface="Calibri"/>
              <a:cs typeface="Calibri"/>
              <a:sym typeface="Calibri"/>
            </a:endParaRPr>
          </a:p>
        </p:txBody>
      </p:sp>
      <p:sp>
        <p:nvSpPr>
          <p:cNvPr id="810" name="Google Shape;810;p73"/>
          <p:cNvSpPr txBox="1"/>
          <p:nvPr/>
        </p:nvSpPr>
        <p:spPr>
          <a:xfrm>
            <a:off x="366915" y="1165442"/>
            <a:ext cx="98748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u="sng">
                <a:solidFill>
                  <a:schemeClr val="dk1"/>
                </a:solidFill>
                <a:latin typeface="Helvetica Neue"/>
                <a:ea typeface="Helvetica Neue"/>
                <a:cs typeface="Helvetica Neue"/>
                <a:sym typeface="Helvetica Neue"/>
                <a:hlinkClick r:id="rId13">
                  <a:extLst>
                    <a:ext uri="{A12FA001-AC4F-418D-AE19-62706E023703}">
                      <ahyp:hlinkClr val="tx"/>
                    </a:ext>
                  </a:extLst>
                </a:hlinkClick>
              </a:rPr>
              <a:t>Review: </a:t>
            </a:r>
            <a:r>
              <a:rPr lang="en-GB" sz="2400" u="sng">
                <a:solidFill>
                  <a:srgbClr val="0000FF"/>
                </a:solidFill>
                <a:latin typeface="Helvetica Neue"/>
                <a:ea typeface="Helvetica Neue"/>
                <a:cs typeface="Helvetica Neue"/>
                <a:sym typeface="Helvetica Neue"/>
                <a:hlinkClick r:id="rId14">
                  <a:extLst>
                    <a:ext uri="{A12FA001-AC4F-418D-AE19-62706E023703}">
                      <ahyp:hlinkClr val="tx"/>
                    </a:ext>
                  </a:extLst>
                </a:hlinkClick>
              </a:rPr>
              <a:t>MonfoDB documentation: Import and Export Data</a:t>
            </a:r>
            <a:endParaRPr sz="3200">
              <a:solidFill>
                <a:schemeClr val="dk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74"/>
          <p:cNvSpPr txBox="1"/>
          <p:nvPr>
            <p:ph type="title"/>
          </p:nvPr>
        </p:nvSpPr>
        <p:spPr>
          <a:xfrm>
            <a:off x="318312" y="237185"/>
            <a:ext cx="11721288" cy="492443"/>
          </a:xfrm>
          <a:prstGeom prst="rect">
            <a:avLst/>
          </a:prstGeom>
          <a:noFill/>
          <a:ln>
            <a:noFill/>
          </a:ln>
        </p:spPr>
        <p:txBody>
          <a:bodyPr anchorCtr="0" anchor="t" bIns="0" lIns="0" spcFirstLastPara="1" rIns="0" wrap="square" tIns="0">
            <a:normAutofit/>
          </a:bodyPr>
          <a:lstStyle/>
          <a:p>
            <a:pPr indent="0" lvl="0" marL="0" rtl="0" algn="l">
              <a:lnSpc>
                <a:spcPct val="80000"/>
              </a:lnSpc>
              <a:spcBef>
                <a:spcPts val="0"/>
              </a:spcBef>
              <a:spcAft>
                <a:spcPts val="0"/>
              </a:spcAft>
              <a:buClr>
                <a:srgbClr val="252525"/>
              </a:buClr>
              <a:buSzPts val="3200"/>
              <a:buFont typeface="Arial"/>
              <a:buNone/>
            </a:pPr>
            <a:r>
              <a:rPr b="1" lang="en-GB" sz="3200">
                <a:latin typeface="Arial"/>
                <a:ea typeface="Arial"/>
                <a:cs typeface="Arial"/>
                <a:sym typeface="Arial"/>
              </a:rPr>
              <a:t>MongoDB Sample Databases</a:t>
            </a:r>
            <a:endParaRPr sz="3200"/>
          </a:p>
        </p:txBody>
      </p:sp>
      <p:sp>
        <p:nvSpPr>
          <p:cNvPr id="816" name="Google Shape;816;p74"/>
          <p:cNvSpPr txBox="1"/>
          <p:nvPr>
            <p:ph idx="1" type="body"/>
          </p:nvPr>
        </p:nvSpPr>
        <p:spPr>
          <a:xfrm>
            <a:off x="496824" y="1653909"/>
            <a:ext cx="5303520" cy="4216539"/>
          </a:xfrm>
          <a:prstGeom prst="rect">
            <a:avLst/>
          </a:prstGeom>
          <a:noFill/>
          <a:ln>
            <a:noFill/>
          </a:ln>
        </p:spPr>
        <p:txBody>
          <a:bodyPr anchorCtr="0" anchor="t" bIns="0" lIns="0" spcFirstLastPara="1" rIns="0" wrap="square" tIns="0">
            <a:spAutoFit/>
          </a:bodyPr>
          <a:lstStyle/>
          <a:p>
            <a:pPr indent="-342900" lvl="0" marL="342900" rtl="0" algn="l">
              <a:lnSpc>
                <a:spcPct val="150000"/>
              </a:lnSpc>
              <a:spcBef>
                <a:spcPts val="0"/>
              </a:spcBef>
              <a:spcAft>
                <a:spcPts val="0"/>
              </a:spcAft>
              <a:buClr>
                <a:srgbClr val="333333"/>
              </a:buClr>
              <a:buSzPts val="1000"/>
              <a:buFont typeface="Arial"/>
              <a:buChar char="•"/>
            </a:pPr>
            <a:r>
              <a:rPr lang="en-GB" sz="1800" u="sng">
                <a:solidFill>
                  <a:srgbClr val="333333"/>
                </a:solidFill>
                <a:latin typeface="Arial"/>
                <a:ea typeface="Arial"/>
                <a:cs typeface="Arial"/>
                <a:sym typeface="Arial"/>
                <a:hlinkClick r:id="rId3">
                  <a:extLst>
                    <a:ext uri="{A12FA001-AC4F-418D-AE19-62706E023703}">
                      <ahyp:hlinkClr val="tx"/>
                    </a:ext>
                  </a:extLst>
                </a:hlinkClick>
              </a:rPr>
              <a:t>Sample AirBnB Listings Dataset</a:t>
            </a:r>
            <a:endParaRPr sz="1800">
              <a:latin typeface="Times New Roman"/>
              <a:ea typeface="Times New Roman"/>
              <a:cs typeface="Times New Roman"/>
              <a:sym typeface="Times New Roman"/>
            </a:endParaRPr>
          </a:p>
          <a:p>
            <a:pPr indent="-342900" lvl="0" marL="342900" rtl="0" algn="l">
              <a:lnSpc>
                <a:spcPct val="150000"/>
              </a:lnSpc>
              <a:spcBef>
                <a:spcPts val="1800"/>
              </a:spcBef>
              <a:spcAft>
                <a:spcPts val="0"/>
              </a:spcAft>
              <a:buClr>
                <a:srgbClr val="333333"/>
              </a:buClr>
              <a:buSzPts val="1000"/>
              <a:buFont typeface="Arial"/>
              <a:buChar char="•"/>
            </a:pPr>
            <a:r>
              <a:rPr lang="en-GB" sz="1800" u="sng">
                <a:solidFill>
                  <a:srgbClr val="333333"/>
                </a:solidFill>
                <a:latin typeface="Arial"/>
                <a:ea typeface="Arial"/>
                <a:cs typeface="Arial"/>
                <a:sym typeface="Arial"/>
                <a:hlinkClick r:id="rId4">
                  <a:extLst>
                    <a:ext uri="{A12FA001-AC4F-418D-AE19-62706E023703}">
                      <ahyp:hlinkClr val="tx"/>
                    </a:ext>
                  </a:extLst>
                </a:hlinkClick>
              </a:rPr>
              <a:t>Sample Analytics Dataset</a:t>
            </a:r>
            <a:endParaRPr sz="1800">
              <a:latin typeface="Times New Roman"/>
              <a:ea typeface="Times New Roman"/>
              <a:cs typeface="Times New Roman"/>
              <a:sym typeface="Times New Roman"/>
            </a:endParaRPr>
          </a:p>
          <a:p>
            <a:pPr indent="-342900" lvl="0" marL="342900" rtl="0" algn="l">
              <a:lnSpc>
                <a:spcPct val="150000"/>
              </a:lnSpc>
              <a:spcBef>
                <a:spcPts val="1800"/>
              </a:spcBef>
              <a:spcAft>
                <a:spcPts val="0"/>
              </a:spcAft>
              <a:buClr>
                <a:srgbClr val="333333"/>
              </a:buClr>
              <a:buSzPts val="1000"/>
              <a:buFont typeface="Arial"/>
              <a:buChar char="•"/>
            </a:pPr>
            <a:r>
              <a:rPr lang="en-GB" sz="1800" u="sng">
                <a:solidFill>
                  <a:srgbClr val="333333"/>
                </a:solidFill>
                <a:latin typeface="Arial"/>
                <a:ea typeface="Arial"/>
                <a:cs typeface="Arial"/>
                <a:sym typeface="Arial"/>
                <a:hlinkClick r:id="rId5">
                  <a:extLst>
                    <a:ext uri="{A12FA001-AC4F-418D-AE19-62706E023703}">
                      <ahyp:hlinkClr val="tx"/>
                    </a:ext>
                  </a:extLst>
                </a:hlinkClick>
              </a:rPr>
              <a:t>Sample Geospatial Dataset</a:t>
            </a:r>
            <a:endParaRPr sz="1800">
              <a:latin typeface="Times New Roman"/>
              <a:ea typeface="Times New Roman"/>
              <a:cs typeface="Times New Roman"/>
              <a:sym typeface="Times New Roman"/>
            </a:endParaRPr>
          </a:p>
          <a:p>
            <a:pPr indent="-342900" lvl="0" marL="342900" rtl="0" algn="l">
              <a:lnSpc>
                <a:spcPct val="150000"/>
              </a:lnSpc>
              <a:spcBef>
                <a:spcPts val="1800"/>
              </a:spcBef>
              <a:spcAft>
                <a:spcPts val="0"/>
              </a:spcAft>
              <a:buClr>
                <a:srgbClr val="333333"/>
              </a:buClr>
              <a:buSzPts val="1000"/>
              <a:buFont typeface="Arial"/>
              <a:buChar char="•"/>
            </a:pPr>
            <a:r>
              <a:rPr lang="en-GB" sz="1800" u="sng">
                <a:solidFill>
                  <a:srgbClr val="333333"/>
                </a:solidFill>
                <a:latin typeface="Arial"/>
                <a:ea typeface="Arial"/>
                <a:cs typeface="Arial"/>
                <a:sym typeface="Arial"/>
                <a:hlinkClick r:id="rId6">
                  <a:extLst>
                    <a:ext uri="{A12FA001-AC4F-418D-AE19-62706E023703}">
                      <ahyp:hlinkClr val="tx"/>
                    </a:ext>
                  </a:extLst>
                </a:hlinkClick>
              </a:rPr>
              <a:t>Sample Mflix Dataset</a:t>
            </a:r>
            <a:endParaRPr sz="1800">
              <a:latin typeface="Times New Roman"/>
              <a:ea typeface="Times New Roman"/>
              <a:cs typeface="Times New Roman"/>
              <a:sym typeface="Times New Roman"/>
            </a:endParaRPr>
          </a:p>
          <a:p>
            <a:pPr indent="-342900" lvl="0" marL="342900" rtl="0" algn="l">
              <a:lnSpc>
                <a:spcPct val="150000"/>
              </a:lnSpc>
              <a:spcBef>
                <a:spcPts val="1800"/>
              </a:spcBef>
              <a:spcAft>
                <a:spcPts val="0"/>
              </a:spcAft>
              <a:buClr>
                <a:srgbClr val="333333"/>
              </a:buClr>
              <a:buSzPts val="1000"/>
              <a:buFont typeface="Arial"/>
              <a:buChar char="•"/>
            </a:pPr>
            <a:r>
              <a:rPr lang="en-GB" sz="1800" u="sng">
                <a:solidFill>
                  <a:srgbClr val="333333"/>
                </a:solidFill>
                <a:latin typeface="Arial"/>
                <a:ea typeface="Arial"/>
                <a:cs typeface="Arial"/>
                <a:sym typeface="Arial"/>
                <a:hlinkClick r:id="rId7">
                  <a:extLst>
                    <a:ext uri="{A12FA001-AC4F-418D-AE19-62706E023703}">
                      <ahyp:hlinkClr val="tx"/>
                    </a:ext>
                  </a:extLst>
                </a:hlinkClick>
              </a:rPr>
              <a:t>Sample Restaurants Dataset</a:t>
            </a:r>
            <a:endParaRPr sz="1800">
              <a:latin typeface="Times New Roman"/>
              <a:ea typeface="Times New Roman"/>
              <a:cs typeface="Times New Roman"/>
              <a:sym typeface="Times New Roman"/>
            </a:endParaRPr>
          </a:p>
          <a:p>
            <a:pPr indent="-342900" lvl="0" marL="342900" rtl="0" algn="l">
              <a:lnSpc>
                <a:spcPct val="150000"/>
              </a:lnSpc>
              <a:spcBef>
                <a:spcPts val="1800"/>
              </a:spcBef>
              <a:spcAft>
                <a:spcPts val="0"/>
              </a:spcAft>
              <a:buClr>
                <a:srgbClr val="333333"/>
              </a:buClr>
              <a:buSzPts val="1000"/>
              <a:buFont typeface="Arial"/>
              <a:buChar char="•"/>
            </a:pPr>
            <a:r>
              <a:rPr lang="en-GB" sz="1800" u="sng">
                <a:solidFill>
                  <a:srgbClr val="333333"/>
                </a:solidFill>
                <a:latin typeface="Arial"/>
                <a:ea typeface="Arial"/>
                <a:cs typeface="Arial"/>
                <a:sym typeface="Arial"/>
                <a:hlinkClick r:id="rId8">
                  <a:extLst>
                    <a:ext uri="{A12FA001-AC4F-418D-AE19-62706E023703}">
                      <ahyp:hlinkClr val="tx"/>
                    </a:ext>
                  </a:extLst>
                </a:hlinkClick>
              </a:rPr>
              <a:t>Sample Supply Store Dataset</a:t>
            </a:r>
            <a:endParaRPr sz="1800">
              <a:latin typeface="Times New Roman"/>
              <a:ea typeface="Times New Roman"/>
              <a:cs typeface="Times New Roman"/>
              <a:sym typeface="Times New Roman"/>
            </a:endParaRPr>
          </a:p>
          <a:p>
            <a:pPr indent="-342900" lvl="0" marL="342900" rtl="0" algn="l">
              <a:lnSpc>
                <a:spcPct val="150000"/>
              </a:lnSpc>
              <a:spcBef>
                <a:spcPts val="1800"/>
              </a:spcBef>
              <a:spcAft>
                <a:spcPts val="0"/>
              </a:spcAft>
              <a:buClr>
                <a:srgbClr val="333333"/>
              </a:buClr>
              <a:buSzPts val="1000"/>
              <a:buFont typeface="Arial"/>
              <a:buChar char="•"/>
            </a:pPr>
            <a:r>
              <a:rPr lang="en-GB" sz="1800" u="sng">
                <a:solidFill>
                  <a:srgbClr val="333333"/>
                </a:solidFill>
                <a:latin typeface="Arial"/>
                <a:ea typeface="Arial"/>
                <a:cs typeface="Arial"/>
                <a:sym typeface="Arial"/>
                <a:hlinkClick r:id="rId9">
                  <a:extLst>
                    <a:ext uri="{A12FA001-AC4F-418D-AE19-62706E023703}">
                      <ahyp:hlinkClr val="tx"/>
                    </a:ext>
                  </a:extLst>
                </a:hlinkClick>
              </a:rPr>
              <a:t>Sample Training Dataset</a:t>
            </a:r>
            <a:endParaRPr sz="1800">
              <a:latin typeface="Times New Roman"/>
              <a:ea typeface="Times New Roman"/>
              <a:cs typeface="Times New Roman"/>
              <a:sym typeface="Times New Roman"/>
            </a:endParaRPr>
          </a:p>
          <a:p>
            <a:pPr indent="-342900" lvl="0" marL="342900" rtl="0" algn="l">
              <a:lnSpc>
                <a:spcPct val="150000"/>
              </a:lnSpc>
              <a:spcBef>
                <a:spcPts val="1800"/>
              </a:spcBef>
              <a:spcAft>
                <a:spcPts val="0"/>
              </a:spcAft>
              <a:buClr>
                <a:srgbClr val="333333"/>
              </a:buClr>
              <a:buSzPts val="1000"/>
              <a:buFont typeface="Arial"/>
              <a:buChar char="•"/>
            </a:pPr>
            <a:r>
              <a:rPr lang="en-GB" sz="1800" u="sng">
                <a:solidFill>
                  <a:srgbClr val="333333"/>
                </a:solidFill>
                <a:latin typeface="Arial"/>
                <a:ea typeface="Arial"/>
                <a:cs typeface="Arial"/>
                <a:sym typeface="Arial"/>
                <a:hlinkClick r:id="rId10">
                  <a:extLst>
                    <a:ext uri="{A12FA001-AC4F-418D-AE19-62706E023703}">
                      <ahyp:hlinkClr val="tx"/>
                    </a:ext>
                  </a:extLst>
                </a:hlinkClick>
              </a:rPr>
              <a:t>Sample Weather Dataset</a:t>
            </a:r>
            <a:endParaRPr sz="1800">
              <a:latin typeface="Times New Roman"/>
              <a:ea typeface="Times New Roman"/>
              <a:cs typeface="Times New Roman"/>
              <a:sym typeface="Times New Roman"/>
            </a:endParaRPr>
          </a:p>
          <a:p>
            <a:pPr indent="-139583" lvl="0" marL="342783" rtl="0" algn="l">
              <a:spcBef>
                <a:spcPts val="1800"/>
              </a:spcBef>
              <a:spcAft>
                <a:spcPts val="0"/>
              </a:spcAft>
              <a:buClr>
                <a:schemeClr val="dk1"/>
              </a:buClr>
              <a:buSzPts val="3200"/>
              <a:buNone/>
            </a:pPr>
            <a:r>
              <a:t/>
            </a:r>
            <a:endParaRPr/>
          </a:p>
        </p:txBody>
      </p:sp>
      <p:sp>
        <p:nvSpPr>
          <p:cNvPr id="817" name="Google Shape;817;p74"/>
          <p:cNvSpPr txBox="1"/>
          <p:nvPr/>
        </p:nvSpPr>
        <p:spPr>
          <a:xfrm>
            <a:off x="729105" y="1194484"/>
            <a:ext cx="46482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u="sng">
                <a:solidFill>
                  <a:srgbClr val="0000FF"/>
                </a:solidFill>
                <a:latin typeface="Arial"/>
                <a:ea typeface="Arial"/>
                <a:cs typeface="Arial"/>
                <a:sym typeface="Arial"/>
                <a:hlinkClick r:id="rId11">
                  <a:extLst>
                    <a:ext uri="{A12FA001-AC4F-418D-AE19-62706E023703}">
                      <ahyp:hlinkClr val="tx"/>
                    </a:ext>
                  </a:extLst>
                </a:hlinkClick>
              </a:rPr>
              <a:t>Sample MongoDB Colections Data</a:t>
            </a:r>
            <a:endParaRPr sz="1800">
              <a:solidFill>
                <a:schemeClr val="dk1"/>
              </a:solidFill>
              <a:latin typeface="Arial"/>
              <a:ea typeface="Arial"/>
              <a:cs typeface="Arial"/>
              <a:sym typeface="Arial"/>
            </a:endParaRPr>
          </a:p>
        </p:txBody>
      </p:sp>
      <p:sp>
        <p:nvSpPr>
          <p:cNvPr id="818" name="Google Shape;818;p74"/>
          <p:cNvSpPr txBox="1"/>
          <p:nvPr/>
        </p:nvSpPr>
        <p:spPr>
          <a:xfrm>
            <a:off x="735598" y="735054"/>
            <a:ext cx="10720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494747"/>
                </a:solidFill>
                <a:latin typeface="Arial"/>
                <a:ea typeface="Arial"/>
                <a:cs typeface="Arial"/>
                <a:sym typeface="Arial"/>
              </a:rPr>
              <a:t>To learn how to load the sample data provided by Atlas into your cluster, see </a:t>
            </a:r>
            <a:r>
              <a:rPr lang="en-GB" sz="1800" u="sng" strike="noStrike">
                <a:solidFill>
                  <a:srgbClr val="006CBC"/>
                </a:solidFill>
                <a:latin typeface="Arial"/>
                <a:ea typeface="Arial"/>
                <a:cs typeface="Arial"/>
                <a:sym typeface="Arial"/>
                <a:hlinkClick r:id="rId12">
                  <a:extLst>
                    <a:ext uri="{A12FA001-AC4F-418D-AE19-62706E023703}">
                      <ahyp:hlinkClr val="tx"/>
                    </a:ext>
                  </a:extLst>
                </a:hlinkClick>
              </a:rPr>
              <a:t>Load Sample Data</a:t>
            </a:r>
            <a:r>
              <a:rPr lang="en-GB" sz="1800">
                <a:solidFill>
                  <a:srgbClr val="494747"/>
                </a:solidFill>
                <a:latin typeface="Arial"/>
                <a:ea typeface="Arial"/>
                <a:cs typeface="Arial"/>
                <a:sym typeface="Arial"/>
              </a:rPr>
              <a:t>.</a:t>
            </a:r>
            <a:endParaRPr sz="1800">
              <a:solidFill>
                <a:schemeClr val="dk1"/>
              </a:solidFill>
              <a:latin typeface="Calibri"/>
              <a:ea typeface="Calibri"/>
              <a:cs typeface="Calibri"/>
              <a:sym typeface="Calibri"/>
            </a:endParaRPr>
          </a:p>
        </p:txBody>
      </p:sp>
      <p:sp>
        <p:nvSpPr>
          <p:cNvPr id="819" name="Google Shape;819;p74"/>
          <p:cNvSpPr txBox="1"/>
          <p:nvPr/>
        </p:nvSpPr>
        <p:spPr>
          <a:xfrm>
            <a:off x="4828032" y="1500878"/>
            <a:ext cx="7120128" cy="3508653"/>
          </a:xfrm>
          <a:prstGeom prst="rect">
            <a:avLst/>
          </a:prstGeom>
          <a:noFill/>
          <a:ln>
            <a:noFill/>
          </a:ln>
        </p:spPr>
        <p:txBody>
          <a:bodyPr anchorCtr="0" anchor="t" bIns="45700" lIns="91425" spcFirstLastPara="1" rIns="91425" wrap="square" tIns="45700">
            <a:spAutoFit/>
          </a:bodyPr>
          <a:lstStyle/>
          <a:p>
            <a:pPr indent="0" lvl="2" marL="269875" marR="0" rtl="0" algn="l">
              <a:spcBef>
                <a:spcPts val="0"/>
              </a:spcBef>
              <a:spcAft>
                <a:spcPts val="0"/>
              </a:spcAft>
              <a:buNone/>
            </a:pPr>
            <a:r>
              <a:rPr b="0" i="0" lang="en-GB" sz="2400" u="none" cap="none" strike="noStrike">
                <a:solidFill>
                  <a:schemeClr val="dk1"/>
                </a:solidFill>
                <a:latin typeface="Calibri"/>
                <a:ea typeface="Calibri"/>
                <a:cs typeface="Calibri"/>
                <a:sym typeface="Calibri"/>
              </a:rPr>
              <a:t>We can explore any of the MongoDB Collections or Data Science Datasets from </a:t>
            </a:r>
            <a:r>
              <a:rPr b="0" i="0" lang="en-GB" sz="2400" u="sng" cap="none" strike="noStrike">
                <a:solidFill>
                  <a:srgbClr val="0000FF"/>
                </a:solidFill>
                <a:latin typeface="Calibri"/>
                <a:ea typeface="Calibri"/>
                <a:cs typeface="Calibri"/>
                <a:sym typeface="Calibri"/>
                <a:hlinkClick r:id="rId13">
                  <a:extLst>
                    <a:ext uri="{A12FA001-AC4F-418D-AE19-62706E023703}">
                      <ahyp:hlinkClr val="tx"/>
                    </a:ext>
                  </a:extLst>
                </a:hlinkClick>
              </a:rPr>
              <a:t>Kaggle</a:t>
            </a:r>
            <a:r>
              <a:rPr b="0" i="0" lang="en-GB" sz="2400" u="none" cap="none" strike="noStrike">
                <a:solidFill>
                  <a:schemeClr val="dk1"/>
                </a:solidFill>
                <a:latin typeface="Calibri"/>
                <a:ea typeface="Calibri"/>
                <a:cs typeface="Calibri"/>
                <a:sym typeface="Calibri"/>
              </a:rPr>
              <a:t> or </a:t>
            </a:r>
            <a:r>
              <a:rPr b="0" i="0" lang="en-GB" sz="2400" u="sng" cap="none" strike="noStrike">
                <a:solidFill>
                  <a:srgbClr val="0000FF"/>
                </a:solidFill>
                <a:latin typeface="Calibri"/>
                <a:ea typeface="Calibri"/>
                <a:cs typeface="Calibri"/>
                <a:sym typeface="Calibri"/>
                <a:hlinkClick r:id="rId14">
                  <a:extLst>
                    <a:ext uri="{A12FA001-AC4F-418D-AE19-62706E023703}">
                      <ahyp:hlinkClr val="tx"/>
                    </a:ext>
                  </a:extLst>
                </a:hlinkClick>
              </a:rPr>
              <a:t>Github</a:t>
            </a:r>
            <a:r>
              <a:rPr b="0" i="0" lang="en-GB" sz="2400" u="none" cap="none" strike="noStrike">
                <a:solidFill>
                  <a:schemeClr val="dk1"/>
                </a:solidFill>
                <a:latin typeface="Calibri"/>
                <a:ea typeface="Calibri"/>
                <a:cs typeface="Calibri"/>
                <a:sym typeface="Calibri"/>
              </a:rPr>
              <a:t>.  </a:t>
            </a:r>
            <a:endParaRPr/>
          </a:p>
          <a:p>
            <a:pPr indent="-342900" lvl="2" marL="612775" marR="0" rtl="0" algn="l">
              <a:spcBef>
                <a:spcPts val="600"/>
              </a:spcBef>
              <a:spcAft>
                <a:spcPts val="0"/>
              </a:spcAft>
              <a:buClr>
                <a:srgbClr val="0000FF"/>
              </a:buClr>
              <a:buSzPts val="2400"/>
              <a:buFont typeface="Arial"/>
              <a:buChar char="•"/>
            </a:pPr>
            <a:r>
              <a:rPr b="0" i="0" lang="en-GB" sz="2400" u="sng" cap="none" strike="noStrike">
                <a:solidFill>
                  <a:srgbClr val="0000FF"/>
                </a:solidFill>
                <a:latin typeface="Calibri"/>
                <a:ea typeface="Calibri"/>
                <a:cs typeface="Calibri"/>
                <a:sym typeface="Calibri"/>
                <a:hlinkClick r:id="rId15">
                  <a:extLst>
                    <a:ext uri="{A12FA001-AC4F-418D-AE19-62706E023703}">
                      <ahyp:hlinkClr val="tx"/>
                    </a:ext>
                  </a:extLst>
                </a:hlinkClick>
              </a:rPr>
              <a:t>Olympics 120 year Dataset</a:t>
            </a:r>
            <a:endParaRPr b="0" i="0" sz="2400" u="none" cap="none" strike="noStrike">
              <a:solidFill>
                <a:schemeClr val="dk1"/>
              </a:solidFill>
              <a:latin typeface="Calibri"/>
              <a:ea typeface="Calibri"/>
              <a:cs typeface="Calibri"/>
              <a:sym typeface="Calibri"/>
            </a:endParaRPr>
          </a:p>
          <a:p>
            <a:pPr indent="-342900" lvl="2" marL="612775" marR="0" rtl="0" algn="l">
              <a:spcBef>
                <a:spcPts val="600"/>
              </a:spcBef>
              <a:spcAft>
                <a:spcPts val="0"/>
              </a:spcAft>
              <a:buClr>
                <a:schemeClr val="dk1"/>
              </a:buClr>
              <a:buSzPts val="2400"/>
              <a:buFont typeface="Arial"/>
              <a:buChar char="•"/>
            </a:pPr>
            <a:r>
              <a:rPr b="0" i="0" lang="en-GB" sz="2400" u="sng" cap="none" strike="noStrike">
                <a:solidFill>
                  <a:schemeClr val="dk1"/>
                </a:solidFill>
                <a:latin typeface="Calibri"/>
                <a:ea typeface="Calibri"/>
                <a:cs typeface="Calibri"/>
                <a:sym typeface="Calibri"/>
                <a:hlinkClick r:id="rId16">
                  <a:extLst>
                    <a:ext uri="{A12FA001-AC4F-418D-AE19-62706E023703}">
                      <ahyp:hlinkClr val="tx"/>
                    </a:ext>
                  </a:extLst>
                </a:hlinkClick>
              </a:rPr>
              <a:t>Video Game Datasets</a:t>
            </a:r>
            <a:endParaRPr b="0" i="0" sz="2400" u="none" cap="none" strike="noStrike">
              <a:solidFill>
                <a:schemeClr val="dk1"/>
              </a:solidFill>
              <a:latin typeface="Calibri"/>
              <a:ea typeface="Calibri"/>
              <a:cs typeface="Calibri"/>
              <a:sym typeface="Calibri"/>
            </a:endParaRPr>
          </a:p>
          <a:p>
            <a:pPr indent="-342900" lvl="2" marL="612775" marR="0" rtl="0" algn="l">
              <a:spcBef>
                <a:spcPts val="600"/>
              </a:spcBef>
              <a:spcAft>
                <a:spcPts val="0"/>
              </a:spcAft>
              <a:buClr>
                <a:schemeClr val="dk1"/>
              </a:buClr>
              <a:buSzPts val="2400"/>
              <a:buFont typeface="Arial"/>
              <a:buChar char="•"/>
            </a:pPr>
            <a:r>
              <a:rPr b="0" i="0" lang="en-GB" sz="2400" u="sng" cap="none" strike="noStrike">
                <a:solidFill>
                  <a:schemeClr val="dk1"/>
                </a:solidFill>
                <a:latin typeface="Calibri"/>
                <a:ea typeface="Calibri"/>
                <a:cs typeface="Calibri"/>
                <a:sym typeface="Calibri"/>
                <a:hlinkClick r:id="rId17">
                  <a:extLst>
                    <a:ext uri="{A12FA001-AC4F-418D-AE19-62706E023703}">
                      <ahyp:hlinkClr val="tx"/>
                    </a:ext>
                  </a:extLst>
                </a:hlinkClick>
              </a:rPr>
              <a:t>Football Datasets</a:t>
            </a:r>
            <a:endParaRPr b="0" i="0" sz="2400" u="none" cap="none" strike="noStrike">
              <a:solidFill>
                <a:schemeClr val="dk1"/>
              </a:solidFill>
              <a:latin typeface="Calibri"/>
              <a:ea typeface="Calibri"/>
              <a:cs typeface="Calibri"/>
              <a:sym typeface="Calibri"/>
            </a:endParaRPr>
          </a:p>
          <a:p>
            <a:pPr indent="-342900" lvl="2" marL="612775" marR="0" rtl="0" algn="l">
              <a:spcBef>
                <a:spcPts val="600"/>
              </a:spcBef>
              <a:spcAft>
                <a:spcPts val="0"/>
              </a:spcAft>
              <a:buClr>
                <a:schemeClr val="dk1"/>
              </a:buClr>
              <a:buSzPts val="2400"/>
              <a:buFont typeface="Arial"/>
              <a:buChar char="•"/>
            </a:pPr>
            <a:r>
              <a:rPr b="0" i="0" lang="en-GB" sz="2400" u="sng" cap="none" strike="noStrike">
                <a:solidFill>
                  <a:schemeClr val="dk1"/>
                </a:solidFill>
                <a:latin typeface="Calibri"/>
                <a:ea typeface="Calibri"/>
                <a:cs typeface="Calibri"/>
                <a:sym typeface="Calibri"/>
                <a:hlinkClick r:id="rId18">
                  <a:extLst>
                    <a:ext uri="{A12FA001-AC4F-418D-AE19-62706E023703}">
                      <ahyp:hlinkClr val="tx"/>
                    </a:ext>
                  </a:extLst>
                </a:hlinkClick>
              </a:rPr>
              <a:t>Cricket Datasets</a:t>
            </a:r>
            <a:endParaRPr b="0" i="0" sz="2400" u="none" cap="none" strike="noStrike">
              <a:solidFill>
                <a:schemeClr val="dk1"/>
              </a:solidFill>
              <a:latin typeface="Calibri"/>
              <a:ea typeface="Calibri"/>
              <a:cs typeface="Calibri"/>
              <a:sym typeface="Calibri"/>
            </a:endParaRPr>
          </a:p>
          <a:p>
            <a:pPr indent="-342900" lvl="2" marL="612775" marR="0" rtl="0" algn="l">
              <a:spcBef>
                <a:spcPts val="600"/>
              </a:spcBef>
              <a:spcAft>
                <a:spcPts val="0"/>
              </a:spcAft>
              <a:buClr>
                <a:schemeClr val="dk1"/>
              </a:buClr>
              <a:buSzPts val="2400"/>
              <a:buFont typeface="Arial"/>
              <a:buChar char="•"/>
            </a:pPr>
            <a:r>
              <a:rPr b="0" i="0" lang="en-GB" sz="2400" u="sng" cap="none" strike="noStrike">
                <a:solidFill>
                  <a:schemeClr val="dk1"/>
                </a:solidFill>
                <a:latin typeface="Calibri"/>
                <a:ea typeface="Calibri"/>
                <a:cs typeface="Calibri"/>
                <a:sym typeface="Calibri"/>
                <a:hlinkClick r:id="rId19">
                  <a:extLst>
                    <a:ext uri="{A12FA001-AC4F-418D-AE19-62706E023703}">
                      <ahyp:hlinkClr val="tx"/>
                    </a:ext>
                  </a:extLst>
                </a:hlinkClick>
              </a:rPr>
              <a:t>Music Sales Datasets</a:t>
            </a:r>
            <a:endParaRPr b="0" i="0" sz="2400" u="none" cap="none" strike="noStrike">
              <a:solidFill>
                <a:schemeClr val="dk1"/>
              </a:solidFill>
              <a:latin typeface="Calibri"/>
              <a:ea typeface="Calibri"/>
              <a:cs typeface="Calibri"/>
              <a:sym typeface="Calibri"/>
            </a:endParaRPr>
          </a:p>
          <a:p>
            <a:pPr indent="-342900" lvl="2" marL="612775" marR="0" rtl="0" algn="l">
              <a:spcBef>
                <a:spcPts val="600"/>
              </a:spcBef>
              <a:spcAft>
                <a:spcPts val="0"/>
              </a:spcAft>
              <a:buClr>
                <a:srgbClr val="0000FF"/>
              </a:buClr>
              <a:buSzPts val="2400"/>
              <a:buFont typeface="Arial"/>
              <a:buChar char="•"/>
            </a:pPr>
            <a:r>
              <a:rPr b="0" i="0" lang="en-GB" sz="2400" u="sng" cap="none" strike="noStrike">
                <a:solidFill>
                  <a:srgbClr val="0000FF"/>
                </a:solidFill>
                <a:latin typeface="Calibri"/>
                <a:ea typeface="Calibri"/>
                <a:cs typeface="Calibri"/>
                <a:sym typeface="Calibri"/>
                <a:hlinkClick r:id="rId20">
                  <a:extLst>
                    <a:ext uri="{A12FA001-AC4F-418D-AE19-62706E023703}">
                      <ahyp:hlinkClr val="tx"/>
                    </a:ext>
                  </a:extLst>
                </a:hlinkClick>
              </a:rPr>
              <a:t>COVID-19 data</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75"/>
          <p:cNvSpPr txBox="1"/>
          <p:nvPr>
            <p:ph type="title"/>
          </p:nvPr>
        </p:nvSpPr>
        <p:spPr>
          <a:xfrm>
            <a:off x="318312" y="237185"/>
            <a:ext cx="11721288" cy="492443"/>
          </a:xfrm>
          <a:prstGeom prst="rect">
            <a:avLst/>
          </a:prstGeom>
          <a:noFill/>
          <a:ln>
            <a:noFill/>
          </a:ln>
        </p:spPr>
        <p:txBody>
          <a:bodyPr anchorCtr="0" anchor="t" bIns="0" lIns="0" spcFirstLastPara="1" rIns="0" wrap="square" tIns="0">
            <a:normAutofit/>
          </a:bodyPr>
          <a:lstStyle/>
          <a:p>
            <a:pPr indent="0" lvl="0" marL="0" rtl="0" algn="l">
              <a:lnSpc>
                <a:spcPct val="80000"/>
              </a:lnSpc>
              <a:spcBef>
                <a:spcPts val="0"/>
              </a:spcBef>
              <a:spcAft>
                <a:spcPts val="0"/>
              </a:spcAft>
              <a:buClr>
                <a:srgbClr val="252525"/>
              </a:buClr>
              <a:buSzPts val="3200"/>
              <a:buFont typeface="Arial"/>
              <a:buNone/>
            </a:pPr>
            <a:r>
              <a:rPr b="1" lang="en-GB" sz="3200">
                <a:latin typeface="Arial"/>
                <a:ea typeface="Arial"/>
                <a:cs typeface="Arial"/>
                <a:sym typeface="Arial"/>
              </a:rPr>
              <a:t>Samples Datasets used in Lab Guides by Mansha Nawaz</a:t>
            </a:r>
            <a:endParaRPr sz="3200"/>
          </a:p>
        </p:txBody>
      </p:sp>
      <p:sp>
        <p:nvSpPr>
          <p:cNvPr id="826" name="Google Shape;826;p75"/>
          <p:cNvSpPr txBox="1"/>
          <p:nvPr/>
        </p:nvSpPr>
        <p:spPr>
          <a:xfrm>
            <a:off x="5715000" y="965473"/>
            <a:ext cx="6096000" cy="13542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u="sng">
                <a:solidFill>
                  <a:srgbClr val="000000"/>
                </a:solidFill>
                <a:latin typeface="Arial"/>
                <a:ea typeface="Arial"/>
                <a:cs typeface="Arial"/>
                <a:sym typeface="Arial"/>
                <a:hlinkClick r:id="rId3">
                  <a:extLst>
                    <a:ext uri="{A12FA001-AC4F-418D-AE19-62706E023703}">
                      <ahyp:hlinkClr val="tx"/>
                    </a:ext>
                  </a:extLst>
                </a:hlinkClick>
              </a:rPr>
              <a:t>MongoDB University Online Course </a:t>
            </a:r>
            <a:endParaRPr b="1" sz="1800" u="sng">
              <a:solidFill>
                <a:srgbClr val="000000"/>
              </a:solidFill>
              <a:latin typeface="Arial"/>
              <a:ea typeface="Arial"/>
              <a:cs typeface="Arial"/>
              <a:sym typeface="Arial"/>
            </a:endParaRPr>
          </a:p>
          <a:p>
            <a:pPr indent="0" lvl="0" marL="0" marR="0" rtl="0" algn="l">
              <a:spcBef>
                <a:spcPts val="1200"/>
              </a:spcBef>
              <a:spcAft>
                <a:spcPts val="0"/>
              </a:spcAft>
              <a:buNone/>
            </a:pPr>
            <a:r>
              <a:rPr lang="en-GB" sz="1800">
                <a:solidFill>
                  <a:srgbClr val="494747"/>
                </a:solidFill>
                <a:latin typeface="Arial"/>
                <a:ea typeface="Arial"/>
                <a:cs typeface="Arial"/>
                <a:sym typeface="Arial"/>
              </a:rPr>
              <a:t>The </a:t>
            </a:r>
            <a:r>
              <a:rPr lang="en-GB" sz="1800">
                <a:solidFill>
                  <a:srgbClr val="000000"/>
                </a:solidFill>
                <a:latin typeface="Arial"/>
                <a:ea typeface="Arial"/>
                <a:cs typeface="Arial"/>
                <a:sym typeface="Arial"/>
              </a:rPr>
              <a:t>sample_training</a:t>
            </a:r>
            <a:r>
              <a:rPr lang="en-GB" sz="1800">
                <a:solidFill>
                  <a:srgbClr val="494747"/>
                </a:solidFill>
                <a:latin typeface="Arial"/>
                <a:ea typeface="Arial"/>
                <a:cs typeface="Arial"/>
                <a:sym typeface="Arial"/>
              </a:rPr>
              <a:t> database contains a set of realistic data used in </a:t>
            </a:r>
            <a:r>
              <a:rPr lang="en-GB" sz="1800" u="sng">
                <a:solidFill>
                  <a:srgbClr val="006CBC"/>
                </a:solidFill>
                <a:latin typeface="Arial"/>
                <a:ea typeface="Arial"/>
                <a:cs typeface="Arial"/>
                <a:sym typeface="Arial"/>
                <a:hlinkClick r:id="rId4">
                  <a:extLst>
                    <a:ext uri="{A12FA001-AC4F-418D-AE19-62706E023703}">
                      <ahyp:hlinkClr val="tx"/>
                    </a:ext>
                  </a:extLst>
                </a:hlinkClick>
              </a:rPr>
              <a:t>MongoDB Private Training Offerings</a:t>
            </a:r>
            <a:r>
              <a:rPr lang="en-GB" sz="1800">
                <a:solidFill>
                  <a:srgbClr val="494747"/>
                </a:solidFill>
                <a:latin typeface="Arial"/>
                <a:ea typeface="Arial"/>
                <a:cs typeface="Arial"/>
                <a:sym typeface="Arial"/>
              </a:rPr>
              <a:t>. This dataset is based on public available data sources such as:</a:t>
            </a:r>
            <a:endParaRPr sz="1800">
              <a:solidFill>
                <a:schemeClr val="dk1"/>
              </a:solidFill>
              <a:latin typeface="Times New Roman"/>
              <a:ea typeface="Times New Roman"/>
              <a:cs typeface="Times New Roman"/>
              <a:sym typeface="Times New Roman"/>
            </a:endParaRPr>
          </a:p>
        </p:txBody>
      </p:sp>
      <p:sp>
        <p:nvSpPr>
          <p:cNvPr id="827" name="Google Shape;827;p75"/>
          <p:cNvSpPr txBox="1"/>
          <p:nvPr/>
        </p:nvSpPr>
        <p:spPr>
          <a:xfrm>
            <a:off x="6858000" y="2404833"/>
            <a:ext cx="3810000" cy="1200329"/>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006CBC"/>
              </a:buClr>
              <a:buSzPts val="1000"/>
              <a:buFont typeface="Noto Sans Symbols"/>
              <a:buChar char="∙"/>
            </a:pPr>
            <a:r>
              <a:rPr lang="en-GB" sz="1800" u="sng">
                <a:solidFill>
                  <a:srgbClr val="006CBC"/>
                </a:solidFill>
                <a:latin typeface="Arial"/>
                <a:ea typeface="Arial"/>
                <a:cs typeface="Arial"/>
                <a:sym typeface="Arial"/>
                <a:hlinkClick r:id="rId5">
                  <a:extLst>
                    <a:ext uri="{A12FA001-AC4F-418D-AE19-62706E023703}">
                      <ahyp:hlinkClr val="tx"/>
                    </a:ext>
                  </a:extLst>
                </a:hlinkClick>
              </a:rPr>
              <a:t>Crunchbase Data</a:t>
            </a:r>
            <a:r>
              <a:rPr lang="en-GB" sz="1800">
                <a:solidFill>
                  <a:srgbClr val="494747"/>
                </a:solidFill>
                <a:latin typeface="Arial"/>
                <a:ea typeface="Arial"/>
                <a:cs typeface="Arial"/>
                <a:sym typeface="Arial"/>
              </a:rPr>
              <a:t>,</a:t>
            </a:r>
            <a:endParaRPr sz="1800">
              <a:solidFill>
                <a:schemeClr val="dk1"/>
              </a:solidFill>
              <a:latin typeface="Arial"/>
              <a:ea typeface="Arial"/>
              <a:cs typeface="Arial"/>
              <a:sym typeface="Arial"/>
            </a:endParaRPr>
          </a:p>
          <a:p>
            <a:pPr indent="-342900" lvl="0" marL="342900" marR="0" rtl="0" algn="l">
              <a:spcBef>
                <a:spcPts val="0"/>
              </a:spcBef>
              <a:spcAft>
                <a:spcPts val="0"/>
              </a:spcAft>
              <a:buClr>
                <a:srgbClr val="006CBC"/>
              </a:buClr>
              <a:buSzPts val="1000"/>
              <a:buFont typeface="Noto Sans Symbols"/>
              <a:buChar char="∙"/>
            </a:pPr>
            <a:r>
              <a:rPr lang="en-GB" sz="1800" u="sng">
                <a:solidFill>
                  <a:srgbClr val="006CBC"/>
                </a:solidFill>
                <a:latin typeface="Arial"/>
                <a:ea typeface="Arial"/>
                <a:cs typeface="Arial"/>
                <a:sym typeface="Arial"/>
                <a:hlinkClick r:id="rId6">
                  <a:extLst>
                    <a:ext uri="{A12FA001-AC4F-418D-AE19-62706E023703}">
                      <ahyp:hlinkClr val="tx"/>
                    </a:ext>
                  </a:extLst>
                </a:hlinkClick>
              </a:rPr>
              <a:t>NYC OpenData</a:t>
            </a:r>
            <a:r>
              <a:rPr lang="en-GB" sz="1800">
                <a:solidFill>
                  <a:srgbClr val="494747"/>
                </a:solidFill>
                <a:latin typeface="Arial"/>
                <a:ea typeface="Arial"/>
                <a:cs typeface="Arial"/>
                <a:sym typeface="Arial"/>
              </a:rPr>
              <a:t>,</a:t>
            </a:r>
            <a:endParaRPr sz="1800">
              <a:solidFill>
                <a:srgbClr val="494747"/>
              </a:solidFill>
              <a:latin typeface="Arial"/>
              <a:ea typeface="Arial"/>
              <a:cs typeface="Arial"/>
              <a:sym typeface="Arial"/>
            </a:endParaRPr>
          </a:p>
          <a:p>
            <a:pPr indent="-342900" lvl="0" marL="342900" marR="0" rtl="0" algn="l">
              <a:spcBef>
                <a:spcPts val="0"/>
              </a:spcBef>
              <a:spcAft>
                <a:spcPts val="0"/>
              </a:spcAft>
              <a:buClr>
                <a:srgbClr val="006CBC"/>
              </a:buClr>
              <a:buSzPts val="1000"/>
              <a:buFont typeface="Noto Sans Symbols"/>
              <a:buChar char="∙"/>
            </a:pPr>
            <a:r>
              <a:rPr lang="en-GB" sz="1800" u="sng">
                <a:solidFill>
                  <a:srgbClr val="006CBC"/>
                </a:solidFill>
                <a:latin typeface="Arial"/>
                <a:ea typeface="Arial"/>
                <a:cs typeface="Arial"/>
                <a:sym typeface="Arial"/>
                <a:hlinkClick r:id="rId7">
                  <a:extLst>
                    <a:ext uri="{A12FA001-AC4F-418D-AE19-62706E023703}">
                      <ahyp:hlinkClr val="tx"/>
                    </a:ext>
                  </a:extLst>
                </a:hlinkClick>
              </a:rPr>
              <a:t>Open Flights</a:t>
            </a:r>
            <a:r>
              <a:rPr lang="en-GB" sz="1800">
                <a:solidFill>
                  <a:srgbClr val="494747"/>
                </a:solidFill>
                <a:latin typeface="Arial"/>
                <a:ea typeface="Arial"/>
                <a:cs typeface="Arial"/>
                <a:sym typeface="Arial"/>
              </a:rPr>
              <a:t> and</a:t>
            </a:r>
            <a:endParaRPr sz="1800">
              <a:solidFill>
                <a:srgbClr val="494747"/>
              </a:solidFill>
              <a:latin typeface="Arial"/>
              <a:ea typeface="Arial"/>
              <a:cs typeface="Arial"/>
              <a:sym typeface="Arial"/>
            </a:endParaRPr>
          </a:p>
          <a:p>
            <a:pPr indent="-342900" lvl="0" marL="342900" marR="0" rtl="0" algn="l">
              <a:spcBef>
                <a:spcPts val="0"/>
              </a:spcBef>
              <a:spcAft>
                <a:spcPts val="0"/>
              </a:spcAft>
              <a:buClr>
                <a:srgbClr val="006CBC"/>
              </a:buClr>
              <a:buSzPts val="1000"/>
              <a:buFont typeface="Noto Sans Symbols"/>
              <a:buChar char="∙"/>
            </a:pPr>
            <a:r>
              <a:rPr lang="en-GB" sz="1800" u="sng">
                <a:solidFill>
                  <a:srgbClr val="006CBC"/>
                </a:solidFill>
                <a:latin typeface="Arial"/>
                <a:ea typeface="Arial"/>
                <a:cs typeface="Arial"/>
                <a:sym typeface="Arial"/>
                <a:hlinkClick r:id="rId8">
                  <a:extLst>
                    <a:ext uri="{A12FA001-AC4F-418D-AE19-62706E023703}">
                      <ahyp:hlinkClr val="tx"/>
                    </a:ext>
                  </a:extLst>
                </a:hlinkClick>
              </a:rPr>
              <a:t>Citibike Data</a:t>
            </a:r>
            <a:r>
              <a:rPr lang="en-GB" sz="1800">
                <a:solidFill>
                  <a:srgbClr val="494747"/>
                </a:solidFill>
                <a:latin typeface="Arial"/>
                <a:ea typeface="Arial"/>
                <a:cs typeface="Arial"/>
                <a:sym typeface="Arial"/>
              </a:rPr>
              <a:t>.</a:t>
            </a:r>
            <a:endParaRPr sz="1800">
              <a:solidFill>
                <a:srgbClr val="494747"/>
              </a:solidFill>
              <a:latin typeface="Arial"/>
              <a:ea typeface="Arial"/>
              <a:cs typeface="Arial"/>
              <a:sym typeface="Arial"/>
            </a:endParaRPr>
          </a:p>
        </p:txBody>
      </p:sp>
      <p:sp>
        <p:nvSpPr>
          <p:cNvPr id="828" name="Google Shape;828;p75"/>
          <p:cNvSpPr txBox="1"/>
          <p:nvPr/>
        </p:nvSpPr>
        <p:spPr>
          <a:xfrm>
            <a:off x="5750169" y="3622747"/>
            <a:ext cx="609600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494747"/>
                </a:solidFill>
                <a:latin typeface="Arial"/>
                <a:ea typeface="Arial"/>
                <a:cs typeface="Arial"/>
                <a:sym typeface="Arial"/>
              </a:rPr>
              <a:t>These realistic datasets are used by our students to explore MongoDB’s functionality across our private training labs and exercises.</a:t>
            </a:r>
            <a:endParaRPr sz="1800">
              <a:solidFill>
                <a:schemeClr val="dk1"/>
              </a:solidFill>
              <a:latin typeface="Times New Roman"/>
              <a:ea typeface="Times New Roman"/>
              <a:cs typeface="Times New Roman"/>
              <a:sym typeface="Times New Roman"/>
            </a:endParaRPr>
          </a:p>
        </p:txBody>
      </p:sp>
      <p:sp>
        <p:nvSpPr>
          <p:cNvPr id="829" name="Google Shape;829;p75"/>
          <p:cNvSpPr txBox="1"/>
          <p:nvPr/>
        </p:nvSpPr>
        <p:spPr>
          <a:xfrm>
            <a:off x="5955323" y="4648200"/>
            <a:ext cx="6096000" cy="13542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u="sng">
                <a:solidFill>
                  <a:srgbClr val="0000FF"/>
                </a:solidFill>
                <a:latin typeface="Arial"/>
                <a:ea typeface="Arial"/>
                <a:cs typeface="Arial"/>
                <a:sym typeface="Arial"/>
                <a:hlinkClick r:id="rId9">
                  <a:extLst>
                    <a:ext uri="{A12FA001-AC4F-418D-AE19-62706E023703}">
                      <ahyp:hlinkClr val="tx"/>
                    </a:ext>
                  </a:extLst>
                </a:hlinkClick>
              </a:rPr>
              <a:t>Github: Citibike Datasets</a:t>
            </a:r>
            <a:endParaRPr b="1" sz="1800" u="sng">
              <a:solidFill>
                <a:srgbClr val="0000FF"/>
              </a:solidFill>
              <a:latin typeface="Arial"/>
              <a:ea typeface="Arial"/>
              <a:cs typeface="Arial"/>
              <a:sym typeface="Arial"/>
            </a:endParaRPr>
          </a:p>
          <a:p>
            <a:pPr indent="0" lvl="0" marL="0" marR="0" rtl="0" algn="l">
              <a:spcBef>
                <a:spcPts val="600"/>
              </a:spcBef>
              <a:spcAft>
                <a:spcPts val="0"/>
              </a:spcAft>
              <a:buNone/>
            </a:pPr>
            <a:r>
              <a:rPr b="1" lang="en-GB" sz="1800" u="sng">
                <a:solidFill>
                  <a:srgbClr val="0000FF"/>
                </a:solidFill>
                <a:latin typeface="Arial"/>
                <a:ea typeface="Arial"/>
                <a:cs typeface="Arial"/>
                <a:sym typeface="Arial"/>
                <a:hlinkClick r:id="rId10">
                  <a:extLst>
                    <a:ext uri="{A12FA001-AC4F-418D-AE19-62706E023703}">
                      <ahyp:hlinkClr val="tx"/>
                    </a:ext>
                  </a:extLst>
                </a:hlinkClick>
              </a:rPr>
              <a:t>Citibike Queries</a:t>
            </a:r>
            <a:endParaRPr sz="1800">
              <a:solidFill>
                <a:schemeClr val="dk1"/>
              </a:solidFill>
              <a:latin typeface="Arial"/>
              <a:ea typeface="Arial"/>
              <a:cs typeface="Arial"/>
              <a:sym typeface="Arial"/>
            </a:endParaRPr>
          </a:p>
          <a:p>
            <a:pPr indent="0" lvl="0" marL="0" marR="0" rtl="0" algn="l">
              <a:spcBef>
                <a:spcPts val="600"/>
              </a:spcBef>
              <a:spcAft>
                <a:spcPts val="0"/>
              </a:spcAft>
              <a:buNone/>
            </a:pPr>
            <a:r>
              <a:rPr b="1" lang="en-GB" sz="1800" u="sng">
                <a:solidFill>
                  <a:srgbClr val="0000FF"/>
                </a:solidFill>
                <a:latin typeface="Arial"/>
                <a:ea typeface="Arial"/>
                <a:cs typeface="Arial"/>
                <a:sym typeface="Arial"/>
                <a:hlinkClick r:id="rId11">
                  <a:extLst>
                    <a:ext uri="{A12FA001-AC4F-418D-AE19-62706E023703}">
                      <ahyp:hlinkClr val="tx"/>
                    </a:ext>
                  </a:extLst>
                </a:hlinkClick>
              </a:rPr>
              <a:t>Citibike – more datasets</a:t>
            </a:r>
            <a:endParaRPr b="1" sz="1800" u="sng">
              <a:solidFill>
                <a:srgbClr val="0000FF"/>
              </a:solidFill>
              <a:latin typeface="Arial"/>
              <a:ea typeface="Arial"/>
              <a:cs typeface="Arial"/>
              <a:sym typeface="Arial"/>
            </a:endParaRPr>
          </a:p>
          <a:p>
            <a:pPr indent="0" lvl="0" marL="0" marR="0" rtl="0" algn="l">
              <a:spcBef>
                <a:spcPts val="0"/>
              </a:spcBef>
              <a:spcAft>
                <a:spcPts val="0"/>
              </a:spcAft>
              <a:buNone/>
            </a:pPr>
            <a:r>
              <a:rPr b="1" lang="en-GB" sz="1800" u="sng">
                <a:solidFill>
                  <a:srgbClr val="0366D6"/>
                </a:solidFill>
                <a:latin typeface="Quattrocento Sans"/>
                <a:ea typeface="Quattrocento Sans"/>
                <a:cs typeface="Quattrocento Sans"/>
                <a:sym typeface="Quattrocento Sans"/>
                <a:hlinkClick r:id="rId12">
                  <a:extLst>
                    <a:ext uri="{A12FA001-AC4F-418D-AE19-62706E023703}">
                      <ahyp:hlinkClr val="tx"/>
                    </a:ext>
                  </a:extLst>
                </a:hlinkClick>
              </a:rPr>
              <a:t>Citi-Bike-Analytics</a:t>
            </a:r>
            <a:r>
              <a:rPr lang="en-GB" sz="1800">
                <a:solidFill>
                  <a:srgbClr val="494747"/>
                </a:solidFill>
                <a:latin typeface="Arial"/>
                <a:ea typeface="Arial"/>
                <a:cs typeface="Arial"/>
                <a:sym typeface="Arial"/>
              </a:rPr>
              <a:t>  -  </a:t>
            </a:r>
            <a:r>
              <a:rPr b="1" lang="en-GB" sz="1800" u="sng">
                <a:solidFill>
                  <a:schemeClr val="dk1"/>
                </a:solidFill>
                <a:latin typeface="Quattrocento Sans"/>
                <a:ea typeface="Quattrocento Sans"/>
                <a:cs typeface="Quattrocento Sans"/>
                <a:sym typeface="Quattrocento Sans"/>
              </a:rPr>
              <a:t> </a:t>
            </a:r>
            <a:r>
              <a:rPr lang="en-GB" sz="1800">
                <a:solidFill>
                  <a:schemeClr val="dk1"/>
                </a:solidFill>
                <a:latin typeface="Arial"/>
                <a:ea typeface="Arial"/>
                <a:cs typeface="Arial"/>
                <a:sym typeface="Arial"/>
              </a:rPr>
              <a:t>MongoDBVisualisations Solution</a:t>
            </a:r>
            <a:endParaRPr b="1" sz="1800">
              <a:solidFill>
                <a:schemeClr val="dk1"/>
              </a:solidFill>
              <a:latin typeface="Arial"/>
              <a:ea typeface="Arial"/>
              <a:cs typeface="Arial"/>
              <a:sym typeface="Arial"/>
            </a:endParaRPr>
          </a:p>
        </p:txBody>
      </p:sp>
      <p:sp>
        <p:nvSpPr>
          <p:cNvPr id="830" name="Google Shape;830;p75"/>
          <p:cNvSpPr txBox="1"/>
          <p:nvPr/>
        </p:nvSpPr>
        <p:spPr>
          <a:xfrm>
            <a:off x="416169" y="1188310"/>
            <a:ext cx="4689231"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u="sng">
                <a:solidFill>
                  <a:srgbClr val="0000FF"/>
                </a:solidFill>
                <a:latin typeface="Arial"/>
                <a:ea typeface="Arial"/>
                <a:cs typeface="Arial"/>
                <a:sym typeface="Arial"/>
                <a:hlinkClick r:id="rId13">
                  <a:extLst>
                    <a:ext uri="{A12FA001-AC4F-418D-AE19-62706E023703}">
                      <ahyp:hlinkClr val="tx"/>
                    </a:ext>
                  </a:extLst>
                </a:hlinkClick>
              </a:rPr>
              <a:t>MongoDB Compass: Keynote Video Complete In-depth Tutorial [all features]</a:t>
            </a:r>
            <a:r>
              <a:rPr lang="en-GB" sz="1800">
                <a:solidFill>
                  <a:srgbClr val="464646"/>
                </a:solidFill>
                <a:latin typeface="Arial"/>
                <a:ea typeface="Arial"/>
                <a:cs typeface="Arial"/>
                <a:sym typeface="Arial"/>
              </a:rPr>
              <a:t>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GB" sz="1800">
                <a:solidFill>
                  <a:srgbClr val="464646"/>
                </a:solidFill>
                <a:latin typeface="Arial"/>
                <a:ea typeface="Arial"/>
                <a:cs typeface="Arial"/>
                <a:sym typeface="Arial"/>
              </a:rPr>
              <a:t>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b="1" lang="en-GB" sz="1800">
                <a:solidFill>
                  <a:srgbClr val="464646"/>
                </a:solidFill>
                <a:latin typeface="Arial"/>
                <a:ea typeface="Arial"/>
                <a:cs typeface="Arial"/>
                <a:sym typeface="Arial"/>
              </a:rPr>
              <a:t>Review for a quick overview of MongoDB</a:t>
            </a:r>
            <a:endParaRPr b="1" sz="1800">
              <a:solidFill>
                <a:schemeClr val="dk1"/>
              </a:solidFill>
              <a:latin typeface="Calibri"/>
              <a:ea typeface="Calibri"/>
              <a:cs typeface="Calibri"/>
              <a:sym typeface="Calibri"/>
            </a:endParaRPr>
          </a:p>
        </p:txBody>
      </p:sp>
      <p:pic>
        <p:nvPicPr>
          <p:cNvPr id="831" name="Google Shape;831;p75">
            <a:hlinkClick r:id="rId14"/>
          </p:cNvPr>
          <p:cNvPicPr preferRelativeResize="0"/>
          <p:nvPr/>
        </p:nvPicPr>
        <p:blipFill rotWithShape="1">
          <a:blip r:embed="rId15">
            <a:alphaModFix/>
          </a:blip>
          <a:srcRect b="0" l="0" r="0" t="0"/>
          <a:stretch/>
        </p:blipFill>
        <p:spPr>
          <a:xfrm>
            <a:off x="345831" y="2517464"/>
            <a:ext cx="5150874" cy="3133895"/>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76"/>
          <p:cNvSpPr txBox="1"/>
          <p:nvPr>
            <p:ph type="title"/>
          </p:nvPr>
        </p:nvSpPr>
        <p:spPr>
          <a:xfrm>
            <a:off x="144379" y="182216"/>
            <a:ext cx="11923295" cy="635932"/>
          </a:xfrm>
          <a:prstGeom prst="rect">
            <a:avLst/>
          </a:prstGeom>
          <a:noFill/>
          <a:ln>
            <a:noFill/>
          </a:ln>
        </p:spPr>
        <p:txBody>
          <a:bodyPr anchorCtr="0" anchor="t" bIns="45700" lIns="91400" spcFirstLastPara="1" rIns="91400" wrap="square" tIns="45700">
            <a:noAutofit/>
          </a:bodyPr>
          <a:lstStyle/>
          <a:p>
            <a:pPr indent="0" lvl="0" marL="0" rtl="0" algn="l">
              <a:lnSpc>
                <a:spcPct val="80000"/>
              </a:lnSpc>
              <a:spcBef>
                <a:spcPts val="0"/>
              </a:spcBef>
              <a:spcAft>
                <a:spcPts val="0"/>
              </a:spcAft>
              <a:buClr>
                <a:srgbClr val="333333"/>
              </a:buClr>
              <a:buSzPts val="3600"/>
              <a:buFont typeface="Arial"/>
              <a:buNone/>
            </a:pPr>
            <a:r>
              <a:rPr b="0" i="0" lang="en-GB" sz="3600" u="sng">
                <a:solidFill>
                  <a:srgbClr val="333333"/>
                </a:solidFill>
                <a:latin typeface="Arial"/>
                <a:ea typeface="Arial"/>
                <a:cs typeface="Arial"/>
                <a:sym typeface="Arial"/>
                <a:hlinkClick r:id="rId3">
                  <a:extLst>
                    <a:ext uri="{A12FA001-AC4F-418D-AE19-62706E023703}">
                      <ahyp:hlinkClr val="tx"/>
                    </a:ext>
                  </a:extLst>
                </a:hlinkClick>
              </a:rPr>
              <a:t>Unit 5: MongoDB CRUD Operations: Replace &amp; Delete Documents</a:t>
            </a:r>
            <a:endParaRPr b="0" i="0" sz="3600">
              <a:solidFill>
                <a:srgbClr val="333333"/>
              </a:solidFill>
              <a:latin typeface="Arial"/>
              <a:ea typeface="Arial"/>
              <a:cs typeface="Arial"/>
              <a:sym typeface="Arial"/>
            </a:endParaRPr>
          </a:p>
        </p:txBody>
      </p:sp>
      <p:pic>
        <p:nvPicPr>
          <p:cNvPr id="837" name="Google Shape;837;p76">
            <a:hlinkClick r:id="rId4"/>
          </p:cNvPr>
          <p:cNvPicPr preferRelativeResize="0"/>
          <p:nvPr/>
        </p:nvPicPr>
        <p:blipFill rotWithShape="1">
          <a:blip r:embed="rId5">
            <a:alphaModFix/>
          </a:blip>
          <a:srcRect b="0" l="0" r="0" t="0"/>
          <a:stretch/>
        </p:blipFill>
        <p:spPr>
          <a:xfrm>
            <a:off x="0" y="1305409"/>
            <a:ext cx="12192000" cy="4247181"/>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77"/>
          <p:cNvSpPr txBox="1"/>
          <p:nvPr/>
        </p:nvSpPr>
        <p:spPr>
          <a:xfrm>
            <a:off x="169682" y="292231"/>
            <a:ext cx="5131789"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replaceOne()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db.collection.replaceOne(filter,replacement,options)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	             3 arguments</a:t>
            </a:r>
            <a:endParaRPr/>
          </a:p>
        </p:txBody>
      </p:sp>
      <p:sp>
        <p:nvSpPr>
          <p:cNvPr id="843" name="Google Shape;843;p77"/>
          <p:cNvSpPr txBox="1"/>
          <p:nvPr/>
        </p:nvSpPr>
        <p:spPr>
          <a:xfrm>
            <a:off x="320511" y="2271860"/>
            <a:ext cx="79989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before</a:t>
            </a:r>
            <a:endParaRPr/>
          </a:p>
        </p:txBody>
      </p:sp>
      <p:pic>
        <p:nvPicPr>
          <p:cNvPr id="844" name="Google Shape;844;p77"/>
          <p:cNvPicPr preferRelativeResize="0"/>
          <p:nvPr/>
        </p:nvPicPr>
        <p:blipFill rotWithShape="1">
          <a:blip r:embed="rId3">
            <a:alphaModFix/>
          </a:blip>
          <a:srcRect b="0" l="0" r="0" t="0"/>
          <a:stretch/>
        </p:blipFill>
        <p:spPr>
          <a:xfrm>
            <a:off x="0" y="2641192"/>
            <a:ext cx="6411220" cy="924054"/>
          </a:xfrm>
          <a:prstGeom prst="rect">
            <a:avLst/>
          </a:prstGeom>
          <a:noFill/>
          <a:ln>
            <a:noFill/>
          </a:ln>
        </p:spPr>
      </p:pic>
      <p:pic>
        <p:nvPicPr>
          <p:cNvPr id="845" name="Google Shape;845;p77"/>
          <p:cNvPicPr preferRelativeResize="0"/>
          <p:nvPr/>
        </p:nvPicPr>
        <p:blipFill rotWithShape="1">
          <a:blip r:embed="rId4">
            <a:alphaModFix/>
          </a:blip>
          <a:srcRect b="0" l="0" r="0" t="0"/>
          <a:stretch/>
        </p:blipFill>
        <p:spPr>
          <a:xfrm>
            <a:off x="169682" y="3512825"/>
            <a:ext cx="5373279" cy="3328900"/>
          </a:xfrm>
          <a:prstGeom prst="rect">
            <a:avLst/>
          </a:prstGeom>
          <a:noFill/>
          <a:ln>
            <a:noFill/>
          </a:ln>
        </p:spPr>
      </p:pic>
      <p:pic>
        <p:nvPicPr>
          <p:cNvPr id="846" name="Google Shape;846;p77"/>
          <p:cNvPicPr preferRelativeResize="0"/>
          <p:nvPr/>
        </p:nvPicPr>
        <p:blipFill rotWithShape="1">
          <a:blip r:embed="rId5">
            <a:alphaModFix/>
          </a:blip>
          <a:srcRect b="0" l="0" r="0" t="0"/>
          <a:stretch/>
        </p:blipFill>
        <p:spPr>
          <a:xfrm>
            <a:off x="5515673" y="2597057"/>
            <a:ext cx="5220429" cy="905001"/>
          </a:xfrm>
          <a:prstGeom prst="rect">
            <a:avLst/>
          </a:prstGeom>
          <a:noFill/>
          <a:ln>
            <a:noFill/>
          </a:ln>
        </p:spPr>
      </p:pic>
      <p:sp>
        <p:nvSpPr>
          <p:cNvPr id="847" name="Google Shape;847;p77"/>
          <p:cNvSpPr txBox="1"/>
          <p:nvPr/>
        </p:nvSpPr>
        <p:spPr>
          <a:xfrm>
            <a:off x="5797485" y="2240497"/>
            <a:ext cx="65825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After</a:t>
            </a:r>
            <a:endParaRPr/>
          </a:p>
        </p:txBody>
      </p:sp>
      <p:pic>
        <p:nvPicPr>
          <p:cNvPr id="848" name="Google Shape;848;p77"/>
          <p:cNvPicPr preferRelativeResize="0"/>
          <p:nvPr/>
        </p:nvPicPr>
        <p:blipFill rotWithShape="1">
          <a:blip r:embed="rId6">
            <a:alphaModFix/>
          </a:blip>
          <a:srcRect b="0" l="0" r="0" t="0"/>
          <a:stretch/>
        </p:blipFill>
        <p:spPr>
          <a:xfrm>
            <a:off x="5797485" y="4598563"/>
            <a:ext cx="5029902" cy="1209844"/>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78"/>
          <p:cNvSpPr txBox="1"/>
          <p:nvPr/>
        </p:nvSpPr>
        <p:spPr>
          <a:xfrm>
            <a:off x="179109" y="188536"/>
            <a:ext cx="30260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Lab</a:t>
            </a:r>
            <a:endParaRPr/>
          </a:p>
        </p:txBody>
      </p:sp>
      <p:pic>
        <p:nvPicPr>
          <p:cNvPr id="854" name="Google Shape;854;p78"/>
          <p:cNvPicPr preferRelativeResize="0"/>
          <p:nvPr/>
        </p:nvPicPr>
        <p:blipFill rotWithShape="1">
          <a:blip r:embed="rId3">
            <a:alphaModFix/>
          </a:blip>
          <a:srcRect b="0" l="0" r="0" t="0"/>
          <a:stretch/>
        </p:blipFill>
        <p:spPr>
          <a:xfrm>
            <a:off x="296469" y="704185"/>
            <a:ext cx="4001058" cy="4601217"/>
          </a:xfrm>
          <a:prstGeom prst="rect">
            <a:avLst/>
          </a:prstGeom>
          <a:noFill/>
          <a:ln>
            <a:noFill/>
          </a:ln>
        </p:spPr>
      </p:pic>
      <p:pic>
        <p:nvPicPr>
          <p:cNvPr id="855" name="Google Shape;855;p78"/>
          <p:cNvPicPr preferRelativeResize="0"/>
          <p:nvPr/>
        </p:nvPicPr>
        <p:blipFill rotWithShape="1">
          <a:blip r:embed="rId4">
            <a:alphaModFix/>
          </a:blip>
          <a:srcRect b="0" l="0" r="0" t="0"/>
          <a:stretch/>
        </p:blipFill>
        <p:spPr>
          <a:xfrm>
            <a:off x="4297527" y="704185"/>
            <a:ext cx="3972479" cy="3286584"/>
          </a:xfrm>
          <a:prstGeom prst="rect">
            <a:avLst/>
          </a:prstGeom>
          <a:noFill/>
          <a:ln>
            <a:noFill/>
          </a:ln>
        </p:spPr>
      </p:pic>
      <p:pic>
        <p:nvPicPr>
          <p:cNvPr id="856" name="Google Shape;856;p78"/>
          <p:cNvPicPr preferRelativeResize="0"/>
          <p:nvPr/>
        </p:nvPicPr>
        <p:blipFill rotWithShape="1">
          <a:blip r:embed="rId5">
            <a:alphaModFix/>
          </a:blip>
          <a:srcRect b="0" l="0" r="0" t="0"/>
          <a:stretch/>
        </p:blipFill>
        <p:spPr>
          <a:xfrm>
            <a:off x="4297527" y="3984573"/>
            <a:ext cx="4356719" cy="2739206"/>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p79"/>
          <p:cNvSpPr txBox="1"/>
          <p:nvPr/>
        </p:nvSpPr>
        <p:spPr>
          <a:xfrm>
            <a:off x="141402" y="122548"/>
            <a:ext cx="393097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Quiz</a:t>
            </a:r>
            <a:endParaRPr/>
          </a:p>
        </p:txBody>
      </p:sp>
      <p:pic>
        <p:nvPicPr>
          <p:cNvPr id="862" name="Google Shape;862;p79"/>
          <p:cNvPicPr preferRelativeResize="0"/>
          <p:nvPr/>
        </p:nvPicPr>
        <p:blipFill rotWithShape="1">
          <a:blip r:embed="rId3">
            <a:alphaModFix/>
          </a:blip>
          <a:srcRect b="0" l="0" r="0" t="0"/>
          <a:stretch/>
        </p:blipFill>
        <p:spPr>
          <a:xfrm>
            <a:off x="523098" y="790206"/>
            <a:ext cx="6732578" cy="3187905"/>
          </a:xfrm>
          <a:prstGeom prst="rect">
            <a:avLst/>
          </a:prstGeom>
          <a:noFill/>
          <a:ln>
            <a:noFill/>
          </a:ln>
        </p:spPr>
      </p:pic>
      <p:pic>
        <p:nvPicPr>
          <p:cNvPr id="863" name="Google Shape;863;p79"/>
          <p:cNvPicPr preferRelativeResize="0"/>
          <p:nvPr/>
        </p:nvPicPr>
        <p:blipFill rotWithShape="1">
          <a:blip r:embed="rId4">
            <a:alphaModFix/>
          </a:blip>
          <a:srcRect b="0" l="0" r="0" t="0"/>
          <a:stretch/>
        </p:blipFill>
        <p:spPr>
          <a:xfrm>
            <a:off x="523098" y="3978111"/>
            <a:ext cx="9017965" cy="2279520"/>
          </a:xfrm>
          <a:prstGeom prst="rect">
            <a:avLst/>
          </a:prstGeom>
          <a:noFill/>
          <a:ln>
            <a:noFill/>
          </a:ln>
        </p:spPr>
      </p:pic>
      <p:pic>
        <p:nvPicPr>
          <p:cNvPr id="864" name="Google Shape;864;p79"/>
          <p:cNvPicPr preferRelativeResize="0"/>
          <p:nvPr/>
        </p:nvPicPr>
        <p:blipFill rotWithShape="1">
          <a:blip r:embed="rId5">
            <a:alphaModFix/>
          </a:blip>
          <a:srcRect b="0" l="0" r="0" t="0"/>
          <a:stretch/>
        </p:blipFill>
        <p:spPr>
          <a:xfrm>
            <a:off x="7255676" y="600369"/>
            <a:ext cx="4334480" cy="3124636"/>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80"/>
          <p:cNvSpPr txBox="1"/>
          <p:nvPr/>
        </p:nvSpPr>
        <p:spPr>
          <a:xfrm>
            <a:off x="386499" y="329938"/>
            <a:ext cx="2648932" cy="53553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updateOne(</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&lt;filter&gt;,</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&lt;update&gt;,</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{options})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$set</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Adds new fields and values to a document</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Or</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Replaces the value of a field with a specified value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$push</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Appends a value to an Array</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If absent, $push adds the Array field with the value as its element</a:t>
            </a:r>
            <a:endParaRPr/>
          </a:p>
        </p:txBody>
      </p:sp>
      <p:pic>
        <p:nvPicPr>
          <p:cNvPr id="870" name="Google Shape;870;p80"/>
          <p:cNvPicPr preferRelativeResize="0"/>
          <p:nvPr/>
        </p:nvPicPr>
        <p:blipFill rotWithShape="1">
          <a:blip r:embed="rId3">
            <a:alphaModFix/>
          </a:blip>
          <a:srcRect b="0" l="0" r="0" t="0"/>
          <a:stretch/>
        </p:blipFill>
        <p:spPr>
          <a:xfrm>
            <a:off x="3551389" y="141402"/>
            <a:ext cx="4391638" cy="2267266"/>
          </a:xfrm>
          <a:prstGeom prst="rect">
            <a:avLst/>
          </a:prstGeom>
          <a:noFill/>
          <a:ln>
            <a:noFill/>
          </a:ln>
        </p:spPr>
      </p:pic>
      <p:pic>
        <p:nvPicPr>
          <p:cNvPr id="871" name="Google Shape;871;p80"/>
          <p:cNvPicPr preferRelativeResize="0"/>
          <p:nvPr/>
        </p:nvPicPr>
        <p:blipFill rotWithShape="1">
          <a:blip r:embed="rId4">
            <a:alphaModFix/>
          </a:blip>
          <a:srcRect b="0" l="0" r="0" t="0"/>
          <a:stretch/>
        </p:blipFill>
        <p:spPr>
          <a:xfrm>
            <a:off x="3257381" y="2543051"/>
            <a:ext cx="3829584" cy="885949"/>
          </a:xfrm>
          <a:prstGeom prst="rect">
            <a:avLst/>
          </a:prstGeom>
          <a:noFill/>
          <a:ln>
            <a:noFill/>
          </a:ln>
        </p:spPr>
      </p:pic>
      <p:sp>
        <p:nvSpPr>
          <p:cNvPr id="872" name="Google Shape;872;p80"/>
          <p:cNvSpPr txBox="1"/>
          <p:nvPr/>
        </p:nvSpPr>
        <p:spPr>
          <a:xfrm>
            <a:off x="8220173" y="329938"/>
            <a:ext cx="3305077"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Upsert</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Insert a document with provided information if matching documents don’t exist</a:t>
            </a:r>
            <a:endParaRPr/>
          </a:p>
        </p:txBody>
      </p:sp>
      <p:pic>
        <p:nvPicPr>
          <p:cNvPr id="873" name="Google Shape;873;p80"/>
          <p:cNvPicPr preferRelativeResize="0"/>
          <p:nvPr/>
        </p:nvPicPr>
        <p:blipFill rotWithShape="1">
          <a:blip r:embed="rId5">
            <a:alphaModFix/>
          </a:blip>
          <a:srcRect b="0" l="0" r="0" t="0"/>
          <a:stretch/>
        </p:blipFill>
        <p:spPr>
          <a:xfrm>
            <a:off x="8039099" y="1604802"/>
            <a:ext cx="4048125" cy="2295845"/>
          </a:xfrm>
          <a:prstGeom prst="rect">
            <a:avLst/>
          </a:prstGeom>
          <a:noFill/>
          <a:ln>
            <a:noFill/>
          </a:ln>
        </p:spPr>
      </p:pic>
      <p:pic>
        <p:nvPicPr>
          <p:cNvPr id="874" name="Google Shape;874;p80"/>
          <p:cNvPicPr preferRelativeResize="0"/>
          <p:nvPr/>
        </p:nvPicPr>
        <p:blipFill rotWithShape="1">
          <a:blip r:embed="rId6">
            <a:alphaModFix/>
          </a:blip>
          <a:srcRect b="0" l="0" r="0" t="0"/>
          <a:stretch/>
        </p:blipFill>
        <p:spPr>
          <a:xfrm>
            <a:off x="3035431" y="4123973"/>
            <a:ext cx="4130570" cy="2040175"/>
          </a:xfrm>
          <a:prstGeom prst="rect">
            <a:avLst/>
          </a:prstGeom>
          <a:noFill/>
          <a:ln>
            <a:noFill/>
          </a:ln>
        </p:spPr>
      </p:pic>
      <p:sp>
        <p:nvSpPr>
          <p:cNvPr id="875" name="Google Shape;875;p80"/>
          <p:cNvSpPr txBox="1"/>
          <p:nvPr/>
        </p:nvSpPr>
        <p:spPr>
          <a:xfrm>
            <a:off x="3257381" y="3900647"/>
            <a:ext cx="79989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before</a:t>
            </a:r>
            <a:endParaRPr/>
          </a:p>
        </p:txBody>
      </p:sp>
      <p:pic>
        <p:nvPicPr>
          <p:cNvPr id="876" name="Google Shape;876;p80"/>
          <p:cNvPicPr preferRelativeResize="0"/>
          <p:nvPr/>
        </p:nvPicPr>
        <p:blipFill rotWithShape="1">
          <a:blip r:embed="rId7">
            <a:alphaModFix/>
          </a:blip>
          <a:srcRect b="0" l="0" r="0" t="0"/>
          <a:stretch/>
        </p:blipFill>
        <p:spPr>
          <a:xfrm>
            <a:off x="7735155" y="4085313"/>
            <a:ext cx="4456845" cy="1276622"/>
          </a:xfrm>
          <a:prstGeom prst="rect">
            <a:avLst/>
          </a:prstGeom>
          <a:noFill/>
          <a:ln>
            <a:noFill/>
          </a:ln>
        </p:spPr>
      </p:pic>
      <p:pic>
        <p:nvPicPr>
          <p:cNvPr id="877" name="Google Shape;877;p80"/>
          <p:cNvPicPr preferRelativeResize="0"/>
          <p:nvPr/>
        </p:nvPicPr>
        <p:blipFill rotWithShape="1">
          <a:blip r:embed="rId8">
            <a:alphaModFix/>
          </a:blip>
          <a:srcRect b="0" l="0" r="0" t="0"/>
          <a:stretch/>
        </p:blipFill>
        <p:spPr>
          <a:xfrm>
            <a:off x="7429081" y="5477583"/>
            <a:ext cx="4259863" cy="1115678"/>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81"/>
          <p:cNvSpPr txBox="1"/>
          <p:nvPr/>
        </p:nvSpPr>
        <p:spPr>
          <a:xfrm>
            <a:off x="238125" y="200025"/>
            <a:ext cx="128587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Lab</a:t>
            </a:r>
            <a:endParaRPr/>
          </a:p>
        </p:txBody>
      </p:sp>
      <p:pic>
        <p:nvPicPr>
          <p:cNvPr id="883" name="Google Shape;883;p81"/>
          <p:cNvPicPr preferRelativeResize="0"/>
          <p:nvPr/>
        </p:nvPicPr>
        <p:blipFill rotWithShape="1">
          <a:blip r:embed="rId3">
            <a:alphaModFix/>
          </a:blip>
          <a:srcRect b="0" l="0" r="0" t="0"/>
          <a:stretch/>
        </p:blipFill>
        <p:spPr>
          <a:xfrm>
            <a:off x="238125" y="569357"/>
            <a:ext cx="3126632" cy="6153150"/>
          </a:xfrm>
          <a:prstGeom prst="rect">
            <a:avLst/>
          </a:prstGeom>
          <a:noFill/>
          <a:ln>
            <a:noFill/>
          </a:ln>
        </p:spPr>
      </p:pic>
      <p:pic>
        <p:nvPicPr>
          <p:cNvPr id="884" name="Google Shape;884;p81"/>
          <p:cNvPicPr preferRelativeResize="0"/>
          <p:nvPr/>
        </p:nvPicPr>
        <p:blipFill rotWithShape="1">
          <a:blip r:embed="rId4">
            <a:alphaModFix/>
          </a:blip>
          <a:srcRect b="0" l="0" r="0" t="0"/>
          <a:stretch/>
        </p:blipFill>
        <p:spPr>
          <a:xfrm>
            <a:off x="3364757" y="569357"/>
            <a:ext cx="2971943" cy="3400731"/>
          </a:xfrm>
          <a:prstGeom prst="rect">
            <a:avLst/>
          </a:prstGeom>
          <a:noFill/>
          <a:ln>
            <a:noFill/>
          </a:ln>
        </p:spPr>
      </p:pic>
      <p:pic>
        <p:nvPicPr>
          <p:cNvPr id="885" name="Google Shape;885;p81"/>
          <p:cNvPicPr preferRelativeResize="0"/>
          <p:nvPr/>
        </p:nvPicPr>
        <p:blipFill rotWithShape="1">
          <a:blip r:embed="rId5">
            <a:alphaModFix/>
          </a:blip>
          <a:srcRect b="0" l="0" r="0" t="0"/>
          <a:stretch/>
        </p:blipFill>
        <p:spPr>
          <a:xfrm>
            <a:off x="3364757" y="3936401"/>
            <a:ext cx="4667901" cy="2819794"/>
          </a:xfrm>
          <a:prstGeom prst="rect">
            <a:avLst/>
          </a:prstGeom>
          <a:noFill/>
          <a:ln>
            <a:noFill/>
          </a:ln>
        </p:spPr>
      </p:pic>
      <p:pic>
        <p:nvPicPr>
          <p:cNvPr id="886" name="Google Shape;886;p81"/>
          <p:cNvPicPr preferRelativeResize="0"/>
          <p:nvPr/>
        </p:nvPicPr>
        <p:blipFill rotWithShape="1">
          <a:blip r:embed="rId6">
            <a:alphaModFix/>
          </a:blip>
          <a:srcRect b="0" l="0" r="0" t="0"/>
          <a:stretch/>
        </p:blipFill>
        <p:spPr>
          <a:xfrm>
            <a:off x="6491389" y="656496"/>
            <a:ext cx="5286787" cy="1436255"/>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p82"/>
          <p:cNvSpPr txBox="1"/>
          <p:nvPr/>
        </p:nvSpPr>
        <p:spPr>
          <a:xfrm>
            <a:off x="188536" y="216816"/>
            <a:ext cx="153656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Lab</a:t>
            </a:r>
            <a:endParaRPr/>
          </a:p>
        </p:txBody>
      </p:sp>
      <p:pic>
        <p:nvPicPr>
          <p:cNvPr id="892" name="Google Shape;892;p82"/>
          <p:cNvPicPr preferRelativeResize="0"/>
          <p:nvPr/>
        </p:nvPicPr>
        <p:blipFill rotWithShape="1">
          <a:blip r:embed="rId3">
            <a:alphaModFix/>
          </a:blip>
          <a:srcRect b="0" l="0" r="0" t="0"/>
          <a:stretch/>
        </p:blipFill>
        <p:spPr>
          <a:xfrm>
            <a:off x="188536" y="713996"/>
            <a:ext cx="3896269" cy="5430008"/>
          </a:xfrm>
          <a:prstGeom prst="rect">
            <a:avLst/>
          </a:prstGeom>
          <a:noFill/>
          <a:ln>
            <a:noFill/>
          </a:ln>
        </p:spPr>
      </p:pic>
      <p:pic>
        <p:nvPicPr>
          <p:cNvPr id="893" name="Google Shape;893;p82"/>
          <p:cNvPicPr preferRelativeResize="0"/>
          <p:nvPr/>
        </p:nvPicPr>
        <p:blipFill rotWithShape="1">
          <a:blip r:embed="rId4">
            <a:alphaModFix/>
          </a:blip>
          <a:srcRect b="0" l="0" r="0" t="0"/>
          <a:stretch/>
        </p:blipFill>
        <p:spPr>
          <a:xfrm>
            <a:off x="4084805" y="713996"/>
            <a:ext cx="4982270" cy="2495898"/>
          </a:xfrm>
          <a:prstGeom prst="rect">
            <a:avLst/>
          </a:prstGeom>
          <a:noFill/>
          <a:ln>
            <a:noFill/>
          </a:ln>
        </p:spPr>
      </p:pic>
      <p:pic>
        <p:nvPicPr>
          <p:cNvPr id="894" name="Google Shape;894;p82"/>
          <p:cNvPicPr preferRelativeResize="0"/>
          <p:nvPr/>
        </p:nvPicPr>
        <p:blipFill rotWithShape="1">
          <a:blip r:embed="rId5">
            <a:alphaModFix/>
          </a:blip>
          <a:srcRect b="0" l="0" r="0" t="0"/>
          <a:stretch/>
        </p:blipFill>
        <p:spPr>
          <a:xfrm>
            <a:off x="4084805" y="3252006"/>
            <a:ext cx="7630590" cy="3019846"/>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p83"/>
          <p:cNvSpPr txBox="1"/>
          <p:nvPr/>
        </p:nvSpPr>
        <p:spPr>
          <a:xfrm>
            <a:off x="160256" y="188536"/>
            <a:ext cx="238498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Lab</a:t>
            </a:r>
            <a:endParaRPr/>
          </a:p>
        </p:txBody>
      </p:sp>
      <p:pic>
        <p:nvPicPr>
          <p:cNvPr id="900" name="Google Shape;900;p83"/>
          <p:cNvPicPr preferRelativeResize="0"/>
          <p:nvPr/>
        </p:nvPicPr>
        <p:blipFill rotWithShape="1">
          <a:blip r:embed="rId3">
            <a:alphaModFix/>
          </a:blip>
          <a:srcRect b="0" l="0" r="0" t="0"/>
          <a:stretch/>
        </p:blipFill>
        <p:spPr>
          <a:xfrm>
            <a:off x="160256" y="732480"/>
            <a:ext cx="3829584" cy="3696216"/>
          </a:xfrm>
          <a:prstGeom prst="rect">
            <a:avLst/>
          </a:prstGeom>
          <a:noFill/>
          <a:ln>
            <a:noFill/>
          </a:ln>
        </p:spPr>
      </p:pic>
      <p:pic>
        <p:nvPicPr>
          <p:cNvPr id="901" name="Google Shape;901;p83"/>
          <p:cNvPicPr preferRelativeResize="0"/>
          <p:nvPr/>
        </p:nvPicPr>
        <p:blipFill rotWithShape="1">
          <a:blip r:embed="rId4">
            <a:alphaModFix/>
          </a:blip>
          <a:srcRect b="0" l="0" r="0" t="0"/>
          <a:stretch/>
        </p:blipFill>
        <p:spPr>
          <a:xfrm>
            <a:off x="3989840" y="732480"/>
            <a:ext cx="5468113" cy="3877216"/>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84"/>
          <p:cNvSpPr txBox="1"/>
          <p:nvPr/>
        </p:nvSpPr>
        <p:spPr>
          <a:xfrm>
            <a:off x="179109" y="70700"/>
            <a:ext cx="9144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Quiz</a:t>
            </a:r>
            <a:endParaRPr/>
          </a:p>
        </p:txBody>
      </p:sp>
      <p:pic>
        <p:nvPicPr>
          <p:cNvPr id="907" name="Google Shape;907;p84"/>
          <p:cNvPicPr preferRelativeResize="0"/>
          <p:nvPr/>
        </p:nvPicPr>
        <p:blipFill rotWithShape="1">
          <a:blip r:embed="rId3">
            <a:alphaModFix/>
          </a:blip>
          <a:srcRect b="0" l="0" r="0" t="0"/>
          <a:stretch/>
        </p:blipFill>
        <p:spPr>
          <a:xfrm>
            <a:off x="179109" y="536295"/>
            <a:ext cx="7014280" cy="2650366"/>
          </a:xfrm>
          <a:prstGeom prst="rect">
            <a:avLst/>
          </a:prstGeom>
          <a:noFill/>
          <a:ln>
            <a:noFill/>
          </a:ln>
        </p:spPr>
      </p:pic>
      <p:pic>
        <p:nvPicPr>
          <p:cNvPr id="908" name="Google Shape;908;p84"/>
          <p:cNvPicPr preferRelativeResize="0"/>
          <p:nvPr/>
        </p:nvPicPr>
        <p:blipFill rotWithShape="1">
          <a:blip r:embed="rId4">
            <a:alphaModFix/>
          </a:blip>
          <a:srcRect b="0" l="0" r="0" t="0"/>
          <a:stretch/>
        </p:blipFill>
        <p:spPr>
          <a:xfrm>
            <a:off x="179109" y="3186661"/>
            <a:ext cx="8508677" cy="2327710"/>
          </a:xfrm>
          <a:prstGeom prst="rect">
            <a:avLst/>
          </a:prstGeom>
          <a:noFill/>
          <a:ln>
            <a:noFill/>
          </a:ln>
        </p:spPr>
      </p:pic>
      <p:pic>
        <p:nvPicPr>
          <p:cNvPr id="909" name="Google Shape;909;p84"/>
          <p:cNvPicPr preferRelativeResize="0"/>
          <p:nvPr/>
        </p:nvPicPr>
        <p:blipFill rotWithShape="1">
          <a:blip r:embed="rId5">
            <a:alphaModFix/>
          </a:blip>
          <a:srcRect b="0" l="0" r="0" t="0"/>
          <a:stretch/>
        </p:blipFill>
        <p:spPr>
          <a:xfrm>
            <a:off x="7638654" y="208633"/>
            <a:ext cx="4248743" cy="2791215"/>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85"/>
          <p:cNvSpPr txBox="1"/>
          <p:nvPr/>
        </p:nvSpPr>
        <p:spPr>
          <a:xfrm>
            <a:off x="254524" y="216816"/>
            <a:ext cx="254523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findAndModify()</a:t>
            </a:r>
            <a:endParaRPr/>
          </a:p>
        </p:txBody>
      </p:sp>
      <p:pic>
        <p:nvPicPr>
          <p:cNvPr id="915" name="Google Shape;915;p85"/>
          <p:cNvPicPr preferRelativeResize="0"/>
          <p:nvPr/>
        </p:nvPicPr>
        <p:blipFill rotWithShape="1">
          <a:blip r:embed="rId3">
            <a:alphaModFix/>
          </a:blip>
          <a:srcRect b="0" l="0" r="0" t="0"/>
          <a:stretch/>
        </p:blipFill>
        <p:spPr>
          <a:xfrm>
            <a:off x="86463" y="669875"/>
            <a:ext cx="6306430" cy="3048425"/>
          </a:xfrm>
          <a:prstGeom prst="rect">
            <a:avLst/>
          </a:prstGeom>
          <a:noFill/>
          <a:ln>
            <a:noFill/>
          </a:ln>
        </p:spPr>
      </p:pic>
      <p:pic>
        <p:nvPicPr>
          <p:cNvPr id="916" name="Google Shape;916;p85"/>
          <p:cNvPicPr preferRelativeResize="0"/>
          <p:nvPr/>
        </p:nvPicPr>
        <p:blipFill rotWithShape="1">
          <a:blip r:embed="rId4">
            <a:alphaModFix/>
          </a:blip>
          <a:srcRect b="0" l="0" r="0" t="0"/>
          <a:stretch/>
        </p:blipFill>
        <p:spPr>
          <a:xfrm>
            <a:off x="6441547" y="669875"/>
            <a:ext cx="4525997" cy="4233306"/>
          </a:xfrm>
          <a:prstGeom prst="rect">
            <a:avLst/>
          </a:prstGeom>
          <a:noFill/>
          <a:ln>
            <a:noFill/>
          </a:ln>
        </p:spPr>
      </p:pic>
      <p:pic>
        <p:nvPicPr>
          <p:cNvPr id="917" name="Google Shape;917;p85"/>
          <p:cNvPicPr preferRelativeResize="0"/>
          <p:nvPr/>
        </p:nvPicPr>
        <p:blipFill rotWithShape="1">
          <a:blip r:embed="rId5">
            <a:alphaModFix/>
          </a:blip>
          <a:srcRect b="0" l="0" r="0" t="0"/>
          <a:stretch/>
        </p:blipFill>
        <p:spPr>
          <a:xfrm>
            <a:off x="86463" y="3630689"/>
            <a:ext cx="6211167" cy="2896004"/>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86"/>
          <p:cNvSpPr txBox="1"/>
          <p:nvPr/>
        </p:nvSpPr>
        <p:spPr>
          <a:xfrm>
            <a:off x="292231" y="263951"/>
            <a:ext cx="51488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Lab</a:t>
            </a:r>
            <a:endParaRPr/>
          </a:p>
        </p:txBody>
      </p:sp>
      <p:pic>
        <p:nvPicPr>
          <p:cNvPr id="923" name="Google Shape;923;p86"/>
          <p:cNvPicPr preferRelativeResize="0"/>
          <p:nvPr/>
        </p:nvPicPr>
        <p:blipFill rotWithShape="1">
          <a:blip r:embed="rId3">
            <a:alphaModFix/>
          </a:blip>
          <a:srcRect b="0" l="0" r="0" t="0"/>
          <a:stretch/>
        </p:blipFill>
        <p:spPr>
          <a:xfrm>
            <a:off x="150403" y="633283"/>
            <a:ext cx="3991532" cy="5944430"/>
          </a:xfrm>
          <a:prstGeom prst="rect">
            <a:avLst/>
          </a:prstGeom>
          <a:noFill/>
          <a:ln>
            <a:noFill/>
          </a:ln>
        </p:spPr>
      </p:pic>
      <p:pic>
        <p:nvPicPr>
          <p:cNvPr id="924" name="Google Shape;924;p86"/>
          <p:cNvPicPr preferRelativeResize="0"/>
          <p:nvPr/>
        </p:nvPicPr>
        <p:blipFill rotWithShape="1">
          <a:blip r:embed="rId4">
            <a:alphaModFix/>
          </a:blip>
          <a:srcRect b="0" l="0" r="0" t="0"/>
          <a:stretch/>
        </p:blipFill>
        <p:spPr>
          <a:xfrm>
            <a:off x="4141935" y="633283"/>
            <a:ext cx="5058481" cy="2553056"/>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sp>
        <p:nvSpPr>
          <p:cNvPr id="929" name="Google Shape;929;p87"/>
          <p:cNvSpPr txBox="1"/>
          <p:nvPr/>
        </p:nvSpPr>
        <p:spPr>
          <a:xfrm>
            <a:off x="197963" y="188536"/>
            <a:ext cx="124433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Quiz</a:t>
            </a:r>
            <a:endParaRPr/>
          </a:p>
        </p:txBody>
      </p:sp>
      <p:pic>
        <p:nvPicPr>
          <p:cNvPr id="930" name="Google Shape;930;p87"/>
          <p:cNvPicPr preferRelativeResize="0"/>
          <p:nvPr/>
        </p:nvPicPr>
        <p:blipFill rotWithShape="1">
          <a:blip r:embed="rId3">
            <a:alphaModFix/>
          </a:blip>
          <a:srcRect b="0" l="0" r="0" t="0"/>
          <a:stretch/>
        </p:blipFill>
        <p:spPr>
          <a:xfrm>
            <a:off x="197963" y="735337"/>
            <a:ext cx="6272235" cy="2856009"/>
          </a:xfrm>
          <a:prstGeom prst="rect">
            <a:avLst/>
          </a:prstGeom>
          <a:noFill/>
          <a:ln>
            <a:noFill/>
          </a:ln>
        </p:spPr>
      </p:pic>
      <p:pic>
        <p:nvPicPr>
          <p:cNvPr id="931" name="Google Shape;931;p87"/>
          <p:cNvPicPr preferRelativeResize="0"/>
          <p:nvPr/>
        </p:nvPicPr>
        <p:blipFill rotWithShape="1">
          <a:blip r:embed="rId4">
            <a:alphaModFix/>
          </a:blip>
          <a:srcRect b="0" l="0" r="0" t="0"/>
          <a:stretch/>
        </p:blipFill>
        <p:spPr>
          <a:xfrm>
            <a:off x="69914" y="3429000"/>
            <a:ext cx="8555612" cy="2297876"/>
          </a:xfrm>
          <a:prstGeom prst="rect">
            <a:avLst/>
          </a:prstGeom>
          <a:noFill/>
          <a:ln>
            <a:noFill/>
          </a:ln>
        </p:spPr>
      </p:pic>
      <p:pic>
        <p:nvPicPr>
          <p:cNvPr id="932" name="Google Shape;932;p87"/>
          <p:cNvPicPr preferRelativeResize="0"/>
          <p:nvPr/>
        </p:nvPicPr>
        <p:blipFill rotWithShape="1">
          <a:blip r:embed="rId5">
            <a:alphaModFix/>
          </a:blip>
          <a:srcRect b="0" l="0" r="0" t="0"/>
          <a:stretch/>
        </p:blipFill>
        <p:spPr>
          <a:xfrm>
            <a:off x="6767892" y="588301"/>
            <a:ext cx="3715268" cy="2810267"/>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88"/>
          <p:cNvSpPr txBox="1"/>
          <p:nvPr/>
        </p:nvSpPr>
        <p:spPr>
          <a:xfrm>
            <a:off x="113122" y="141402"/>
            <a:ext cx="2158738"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updateMany()</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Filter</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Update</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Options</a:t>
            </a:r>
            <a:endParaRPr/>
          </a:p>
        </p:txBody>
      </p:sp>
      <p:pic>
        <p:nvPicPr>
          <p:cNvPr id="938" name="Google Shape;938;p88"/>
          <p:cNvPicPr preferRelativeResize="0"/>
          <p:nvPr/>
        </p:nvPicPr>
        <p:blipFill rotWithShape="1">
          <a:blip r:embed="rId3">
            <a:alphaModFix/>
          </a:blip>
          <a:srcRect b="0" l="0" r="0" t="0"/>
          <a:stretch/>
        </p:blipFill>
        <p:spPr>
          <a:xfrm>
            <a:off x="113122" y="3995176"/>
            <a:ext cx="4505954" cy="1695687"/>
          </a:xfrm>
          <a:prstGeom prst="rect">
            <a:avLst/>
          </a:prstGeom>
          <a:noFill/>
          <a:ln>
            <a:noFill/>
          </a:ln>
        </p:spPr>
      </p:pic>
      <p:pic>
        <p:nvPicPr>
          <p:cNvPr id="939" name="Google Shape;939;p88"/>
          <p:cNvPicPr preferRelativeResize="0"/>
          <p:nvPr/>
        </p:nvPicPr>
        <p:blipFill rotWithShape="1">
          <a:blip r:embed="rId4">
            <a:alphaModFix/>
          </a:blip>
          <a:srcRect b="0" l="0" r="0" t="0"/>
          <a:stretch/>
        </p:blipFill>
        <p:spPr>
          <a:xfrm>
            <a:off x="1192491" y="604087"/>
            <a:ext cx="6735115" cy="3010320"/>
          </a:xfrm>
          <a:prstGeom prst="rect">
            <a:avLst/>
          </a:prstGeom>
          <a:noFill/>
          <a:ln>
            <a:noFill/>
          </a:ln>
        </p:spPr>
      </p:pic>
      <p:pic>
        <p:nvPicPr>
          <p:cNvPr id="940" name="Google Shape;940;p88"/>
          <p:cNvPicPr preferRelativeResize="0"/>
          <p:nvPr/>
        </p:nvPicPr>
        <p:blipFill rotWithShape="1">
          <a:blip r:embed="rId5">
            <a:alphaModFix/>
          </a:blip>
          <a:srcRect b="0" l="0" r="0" t="0"/>
          <a:stretch/>
        </p:blipFill>
        <p:spPr>
          <a:xfrm>
            <a:off x="4637872" y="3121442"/>
            <a:ext cx="6173061" cy="2934109"/>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89"/>
          <p:cNvSpPr txBox="1"/>
          <p:nvPr/>
        </p:nvSpPr>
        <p:spPr>
          <a:xfrm>
            <a:off x="263951" y="254524"/>
            <a:ext cx="94268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Lab</a:t>
            </a:r>
            <a:endParaRPr/>
          </a:p>
        </p:txBody>
      </p:sp>
      <p:pic>
        <p:nvPicPr>
          <p:cNvPr id="946" name="Google Shape;946;p89"/>
          <p:cNvPicPr preferRelativeResize="0"/>
          <p:nvPr/>
        </p:nvPicPr>
        <p:blipFill rotWithShape="1">
          <a:blip r:embed="rId3">
            <a:alphaModFix/>
          </a:blip>
          <a:srcRect b="0" l="0" r="0" t="0"/>
          <a:stretch/>
        </p:blipFill>
        <p:spPr>
          <a:xfrm>
            <a:off x="263951" y="770585"/>
            <a:ext cx="3991532" cy="3620005"/>
          </a:xfrm>
          <a:prstGeom prst="rect">
            <a:avLst/>
          </a:prstGeom>
          <a:noFill/>
          <a:ln>
            <a:noFill/>
          </a:ln>
        </p:spPr>
      </p:pic>
      <p:pic>
        <p:nvPicPr>
          <p:cNvPr id="947" name="Google Shape;947;p89"/>
          <p:cNvPicPr preferRelativeResize="0"/>
          <p:nvPr/>
        </p:nvPicPr>
        <p:blipFill rotWithShape="1">
          <a:blip r:embed="rId4">
            <a:alphaModFix/>
          </a:blip>
          <a:srcRect b="0" l="0" r="0" t="0"/>
          <a:stretch/>
        </p:blipFill>
        <p:spPr>
          <a:xfrm>
            <a:off x="4255483" y="770585"/>
            <a:ext cx="4982270" cy="3181794"/>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90"/>
          <p:cNvSpPr txBox="1"/>
          <p:nvPr/>
        </p:nvSpPr>
        <p:spPr>
          <a:xfrm>
            <a:off x="311085" y="179109"/>
            <a:ext cx="10180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Quiz</a:t>
            </a:r>
            <a:endParaRPr/>
          </a:p>
        </p:txBody>
      </p:sp>
      <p:pic>
        <p:nvPicPr>
          <p:cNvPr id="953" name="Google Shape;953;p90"/>
          <p:cNvPicPr preferRelativeResize="0"/>
          <p:nvPr/>
        </p:nvPicPr>
        <p:blipFill rotWithShape="1">
          <a:blip r:embed="rId3">
            <a:alphaModFix/>
          </a:blip>
          <a:srcRect b="0" l="0" r="0" t="0"/>
          <a:stretch/>
        </p:blipFill>
        <p:spPr>
          <a:xfrm>
            <a:off x="231166" y="764215"/>
            <a:ext cx="6782378" cy="2960007"/>
          </a:xfrm>
          <a:prstGeom prst="rect">
            <a:avLst/>
          </a:prstGeom>
          <a:noFill/>
          <a:ln>
            <a:noFill/>
          </a:ln>
        </p:spPr>
      </p:pic>
      <p:pic>
        <p:nvPicPr>
          <p:cNvPr id="954" name="Google Shape;954;p90"/>
          <p:cNvPicPr preferRelativeResize="0"/>
          <p:nvPr/>
        </p:nvPicPr>
        <p:blipFill rotWithShape="1">
          <a:blip r:embed="rId4">
            <a:alphaModFix/>
          </a:blip>
          <a:srcRect b="0" l="0" r="0" t="0"/>
          <a:stretch/>
        </p:blipFill>
        <p:spPr>
          <a:xfrm>
            <a:off x="7183224" y="990165"/>
            <a:ext cx="4382112" cy="2734057"/>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p91"/>
          <p:cNvSpPr txBox="1"/>
          <p:nvPr/>
        </p:nvSpPr>
        <p:spPr>
          <a:xfrm>
            <a:off x="160256" y="207390"/>
            <a:ext cx="175338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deleteOne()</a:t>
            </a:r>
            <a:endParaRPr/>
          </a:p>
        </p:txBody>
      </p:sp>
      <p:pic>
        <p:nvPicPr>
          <p:cNvPr id="960" name="Google Shape;960;p91"/>
          <p:cNvPicPr preferRelativeResize="0"/>
          <p:nvPr/>
        </p:nvPicPr>
        <p:blipFill rotWithShape="1">
          <a:blip r:embed="rId3">
            <a:alphaModFix/>
          </a:blip>
          <a:srcRect b="0" l="0" r="0" t="0"/>
          <a:stretch/>
        </p:blipFill>
        <p:spPr>
          <a:xfrm>
            <a:off x="318507" y="836614"/>
            <a:ext cx="3391373" cy="905001"/>
          </a:xfrm>
          <a:prstGeom prst="rect">
            <a:avLst/>
          </a:prstGeom>
          <a:noFill/>
          <a:ln>
            <a:noFill/>
          </a:ln>
        </p:spPr>
      </p:pic>
      <p:sp>
        <p:nvSpPr>
          <p:cNvPr id="961" name="Google Shape;961;p91"/>
          <p:cNvSpPr txBox="1"/>
          <p:nvPr/>
        </p:nvSpPr>
        <p:spPr>
          <a:xfrm>
            <a:off x="452487" y="2073897"/>
            <a:ext cx="2639505"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Sorry, Pete Smith, time to go!</a:t>
            </a:r>
            <a:endParaRPr/>
          </a:p>
        </p:txBody>
      </p:sp>
      <p:pic>
        <p:nvPicPr>
          <p:cNvPr id="962" name="Google Shape;962;p91"/>
          <p:cNvPicPr preferRelativeResize="0"/>
          <p:nvPr/>
        </p:nvPicPr>
        <p:blipFill rotWithShape="1">
          <a:blip r:embed="rId4">
            <a:alphaModFix/>
          </a:blip>
          <a:srcRect b="0" l="0" r="0" t="0"/>
          <a:stretch/>
        </p:blipFill>
        <p:spPr>
          <a:xfrm>
            <a:off x="318507" y="3261194"/>
            <a:ext cx="5325218" cy="543001"/>
          </a:xfrm>
          <a:prstGeom prst="rect">
            <a:avLst/>
          </a:prstGeom>
          <a:noFill/>
          <a:ln>
            <a:noFill/>
          </a:ln>
        </p:spPr>
      </p:pic>
      <p:sp>
        <p:nvSpPr>
          <p:cNvPr id="963" name="Google Shape;963;p91"/>
          <p:cNvSpPr txBox="1"/>
          <p:nvPr/>
        </p:nvSpPr>
        <p:spPr>
          <a:xfrm>
            <a:off x="7475456" y="207390"/>
            <a:ext cx="23284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deleteMany()</a:t>
            </a:r>
            <a:endParaRPr/>
          </a:p>
        </p:txBody>
      </p:sp>
      <p:pic>
        <p:nvPicPr>
          <p:cNvPr id="964" name="Google Shape;964;p91"/>
          <p:cNvPicPr preferRelativeResize="0"/>
          <p:nvPr/>
        </p:nvPicPr>
        <p:blipFill rotWithShape="1">
          <a:blip r:embed="rId5">
            <a:alphaModFix/>
          </a:blip>
          <a:srcRect b="0" l="0" r="0" t="0"/>
          <a:stretch/>
        </p:blipFill>
        <p:spPr>
          <a:xfrm>
            <a:off x="5819512" y="593607"/>
            <a:ext cx="5325219" cy="2554008"/>
          </a:xfrm>
          <a:prstGeom prst="rect">
            <a:avLst/>
          </a:prstGeom>
          <a:noFill/>
          <a:ln>
            <a:noFill/>
          </a:ln>
        </p:spPr>
      </p:pic>
      <p:pic>
        <p:nvPicPr>
          <p:cNvPr id="965" name="Google Shape;965;p91"/>
          <p:cNvPicPr preferRelativeResize="0"/>
          <p:nvPr/>
        </p:nvPicPr>
        <p:blipFill rotWithShape="1">
          <a:blip r:embed="rId6">
            <a:alphaModFix/>
          </a:blip>
          <a:srcRect b="0" l="0" r="0" t="0"/>
          <a:stretch/>
        </p:blipFill>
        <p:spPr>
          <a:xfrm>
            <a:off x="6206677" y="4447095"/>
            <a:ext cx="4077269" cy="1257475"/>
          </a:xfrm>
          <a:prstGeom prst="rect">
            <a:avLst/>
          </a:prstGeom>
          <a:noFill/>
          <a:ln>
            <a:noFill/>
          </a:ln>
        </p:spPr>
      </p:pic>
      <p:sp>
        <p:nvSpPr>
          <p:cNvPr id="966" name="Google Shape;966;p91"/>
          <p:cNvSpPr txBox="1"/>
          <p:nvPr/>
        </p:nvSpPr>
        <p:spPr>
          <a:xfrm>
            <a:off x="6325386" y="3429000"/>
            <a:ext cx="326167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Time to delete all genres with the category “Drinking”</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p92"/>
          <p:cNvSpPr txBox="1"/>
          <p:nvPr/>
        </p:nvSpPr>
        <p:spPr>
          <a:xfrm>
            <a:off x="150829" y="179109"/>
            <a:ext cx="178166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Lab</a:t>
            </a:r>
            <a:endParaRPr/>
          </a:p>
        </p:txBody>
      </p:sp>
      <p:pic>
        <p:nvPicPr>
          <p:cNvPr id="972" name="Google Shape;972;p92"/>
          <p:cNvPicPr preferRelativeResize="0"/>
          <p:nvPr/>
        </p:nvPicPr>
        <p:blipFill rotWithShape="1">
          <a:blip r:embed="rId3">
            <a:alphaModFix/>
          </a:blip>
          <a:srcRect b="0" l="0" r="0" t="0"/>
          <a:stretch/>
        </p:blipFill>
        <p:spPr>
          <a:xfrm>
            <a:off x="447695" y="1033555"/>
            <a:ext cx="3924848" cy="2905530"/>
          </a:xfrm>
          <a:prstGeom prst="rect">
            <a:avLst/>
          </a:prstGeom>
          <a:noFill/>
          <a:ln>
            <a:noFill/>
          </a:ln>
        </p:spPr>
      </p:pic>
      <p:pic>
        <p:nvPicPr>
          <p:cNvPr id="973" name="Google Shape;973;p92"/>
          <p:cNvPicPr preferRelativeResize="0"/>
          <p:nvPr/>
        </p:nvPicPr>
        <p:blipFill rotWithShape="1">
          <a:blip r:embed="rId4">
            <a:alphaModFix/>
          </a:blip>
          <a:srcRect b="0" l="0" r="0" t="0"/>
          <a:stretch/>
        </p:blipFill>
        <p:spPr>
          <a:xfrm>
            <a:off x="447695" y="4348148"/>
            <a:ext cx="7773485" cy="895475"/>
          </a:xfrm>
          <a:prstGeom prst="rect">
            <a:avLst/>
          </a:prstGeom>
          <a:noFill/>
          <a:ln>
            <a:noFill/>
          </a:ln>
        </p:spPr>
      </p:pic>
      <p:pic>
        <p:nvPicPr>
          <p:cNvPr id="974" name="Google Shape;974;p92"/>
          <p:cNvPicPr preferRelativeResize="0"/>
          <p:nvPr/>
        </p:nvPicPr>
        <p:blipFill rotWithShape="1">
          <a:blip r:embed="rId5">
            <a:alphaModFix/>
          </a:blip>
          <a:srcRect b="0" l="0" r="0" t="0"/>
          <a:stretch/>
        </p:blipFill>
        <p:spPr>
          <a:xfrm>
            <a:off x="5373450" y="80638"/>
            <a:ext cx="3877216" cy="2429214"/>
          </a:xfrm>
          <a:prstGeom prst="rect">
            <a:avLst/>
          </a:prstGeom>
          <a:noFill/>
          <a:ln>
            <a:noFill/>
          </a:ln>
        </p:spPr>
      </p:pic>
      <p:pic>
        <p:nvPicPr>
          <p:cNvPr id="975" name="Google Shape;975;p92"/>
          <p:cNvPicPr preferRelativeResize="0"/>
          <p:nvPr/>
        </p:nvPicPr>
        <p:blipFill rotWithShape="1">
          <a:blip r:embed="rId6">
            <a:alphaModFix/>
          </a:blip>
          <a:srcRect b="0" l="0" r="0" t="0"/>
          <a:stretch/>
        </p:blipFill>
        <p:spPr>
          <a:xfrm>
            <a:off x="4523303" y="3043183"/>
            <a:ext cx="6916115" cy="771633"/>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93"/>
          <p:cNvSpPr txBox="1"/>
          <p:nvPr/>
        </p:nvSpPr>
        <p:spPr>
          <a:xfrm>
            <a:off x="226243" y="216816"/>
            <a:ext cx="165911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Quiz</a:t>
            </a:r>
            <a:endParaRPr/>
          </a:p>
        </p:txBody>
      </p:sp>
      <p:pic>
        <p:nvPicPr>
          <p:cNvPr id="981" name="Google Shape;981;p93"/>
          <p:cNvPicPr preferRelativeResize="0"/>
          <p:nvPr/>
        </p:nvPicPr>
        <p:blipFill rotWithShape="1">
          <a:blip r:embed="rId3">
            <a:alphaModFix/>
          </a:blip>
          <a:srcRect b="0" l="0" r="0" t="0"/>
          <a:stretch/>
        </p:blipFill>
        <p:spPr>
          <a:xfrm>
            <a:off x="508808" y="1037892"/>
            <a:ext cx="6914331" cy="2959074"/>
          </a:xfrm>
          <a:prstGeom prst="rect">
            <a:avLst/>
          </a:prstGeom>
          <a:noFill/>
          <a:ln>
            <a:noFill/>
          </a:ln>
        </p:spPr>
      </p:pic>
      <p:pic>
        <p:nvPicPr>
          <p:cNvPr id="982" name="Google Shape;982;p93"/>
          <p:cNvPicPr preferRelativeResize="0"/>
          <p:nvPr/>
        </p:nvPicPr>
        <p:blipFill rotWithShape="1">
          <a:blip r:embed="rId4">
            <a:alphaModFix/>
          </a:blip>
          <a:srcRect b="0" l="0" r="0" t="0"/>
          <a:stretch/>
        </p:blipFill>
        <p:spPr>
          <a:xfrm>
            <a:off x="508808" y="3918440"/>
            <a:ext cx="7291624" cy="2459675"/>
          </a:xfrm>
          <a:prstGeom prst="rect">
            <a:avLst/>
          </a:prstGeom>
          <a:noFill/>
          <a:ln>
            <a:noFill/>
          </a:ln>
        </p:spPr>
      </p:pic>
      <p:pic>
        <p:nvPicPr>
          <p:cNvPr id="983" name="Google Shape;983;p93"/>
          <p:cNvPicPr preferRelativeResize="0"/>
          <p:nvPr/>
        </p:nvPicPr>
        <p:blipFill rotWithShape="1">
          <a:blip r:embed="rId5">
            <a:alphaModFix/>
          </a:blip>
          <a:srcRect b="0" l="0" r="0" t="0"/>
          <a:stretch/>
        </p:blipFill>
        <p:spPr>
          <a:xfrm>
            <a:off x="8003727" y="1074190"/>
            <a:ext cx="3839111" cy="2886478"/>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graphicFrame>
        <p:nvGraphicFramePr>
          <p:cNvPr id="988" name="Google Shape;988;p94"/>
          <p:cNvGraphicFramePr/>
          <p:nvPr/>
        </p:nvGraphicFramePr>
        <p:xfrm>
          <a:off x="1492432" y="0"/>
          <a:ext cx="8855318" cy="6858000"/>
        </p:xfrm>
        <a:graphic>
          <a:graphicData uri="http://schemas.openxmlformats.org/presentationml/2006/ole">
            <mc:AlternateContent>
              <mc:Choice Requires="v">
                <p:oleObj r:id="rId4" imgH="6858000" imgW="8855318" progId="Acrobat.Document.DC" spid="_x0000_s1">
                  <p:embed/>
                </p:oleObj>
              </mc:Choice>
              <mc:Fallback>
                <p:oleObj r:id="rId5" imgH="6858000" imgW="8855318" progId="Acrobat.Document.DC">
                  <p:embed/>
                  <p:pic>
                    <p:nvPicPr>
                      <p:cNvPr id="988" name="Google Shape;988;p94"/>
                      <p:cNvPicPr preferRelativeResize="0"/>
                      <p:nvPr/>
                    </p:nvPicPr>
                    <p:blipFill rotWithShape="1">
                      <a:blip r:embed="rId6">
                        <a:alphaModFix/>
                      </a:blip>
                      <a:srcRect b="0" l="0" r="0" t="0"/>
                      <a:stretch/>
                    </p:blipFill>
                    <p:spPr>
                      <a:xfrm>
                        <a:off x="1492432" y="0"/>
                        <a:ext cx="8855318" cy="6858000"/>
                      </a:xfrm>
                      <a:prstGeom prst="rect">
                        <a:avLst/>
                      </a:prstGeom>
                      <a:noFill/>
                      <a:ln>
                        <a:noFill/>
                      </a:ln>
                    </p:spPr>
                  </p:pic>
                </p:oleObj>
              </mc:Fallback>
            </mc:AlternateContent>
          </a:graphicData>
        </a:graphic>
      </p:graphicFrame>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p95"/>
          <p:cNvSpPr txBox="1"/>
          <p:nvPr>
            <p:ph type="title"/>
          </p:nvPr>
        </p:nvSpPr>
        <p:spPr>
          <a:xfrm>
            <a:off x="318312" y="237185"/>
            <a:ext cx="11645088" cy="1231106"/>
          </a:xfrm>
          <a:prstGeom prst="rect">
            <a:avLst/>
          </a:prstGeom>
          <a:noFill/>
          <a:ln>
            <a:noFill/>
          </a:ln>
        </p:spPr>
        <p:txBody>
          <a:bodyPr anchorCtr="0" anchor="t" bIns="0" lIns="0" spcFirstLastPara="1" rIns="0" wrap="square" tIns="0">
            <a:normAutofit/>
          </a:bodyPr>
          <a:lstStyle/>
          <a:p>
            <a:pPr indent="0" lvl="0" marL="0" rtl="0" algn="l">
              <a:lnSpc>
                <a:spcPct val="80000"/>
              </a:lnSpc>
              <a:spcBef>
                <a:spcPts val="0"/>
              </a:spcBef>
              <a:spcAft>
                <a:spcPts val="0"/>
              </a:spcAft>
              <a:buClr>
                <a:srgbClr val="252525"/>
              </a:buClr>
              <a:buSzPts val="4000"/>
              <a:buFont typeface="Verdana"/>
              <a:buNone/>
            </a:pPr>
            <a:r>
              <a:rPr lang="en-GB"/>
              <a:t>CRUD – Create, Read, Update and Delete</a:t>
            </a:r>
            <a:endParaRPr/>
          </a:p>
        </p:txBody>
      </p:sp>
      <p:sp>
        <p:nvSpPr>
          <p:cNvPr id="994" name="Google Shape;994;p95"/>
          <p:cNvSpPr txBox="1"/>
          <p:nvPr>
            <p:ph idx="1" type="body"/>
          </p:nvPr>
        </p:nvSpPr>
        <p:spPr>
          <a:xfrm>
            <a:off x="609600" y="1577340"/>
            <a:ext cx="5303400" cy="4067400"/>
          </a:xfrm>
          <a:prstGeom prst="rect">
            <a:avLst/>
          </a:prstGeom>
          <a:noFill/>
          <a:ln>
            <a:noFill/>
          </a:ln>
        </p:spPr>
        <p:txBody>
          <a:bodyPr anchorCtr="0" anchor="t" bIns="0" lIns="0" spcFirstLastPara="1" rIns="0" wrap="square" tIns="0">
            <a:spAutoFit/>
          </a:bodyPr>
          <a:lstStyle/>
          <a:p>
            <a:pPr indent="-292100" lvl="0" marL="457200" rtl="0" algn="l">
              <a:spcBef>
                <a:spcPts val="0"/>
              </a:spcBef>
              <a:spcAft>
                <a:spcPts val="0"/>
              </a:spcAft>
              <a:buSzPts val="1000"/>
              <a:buChar char="❏"/>
            </a:pPr>
            <a:r>
              <a:rPr lang="en-GB" sz="3600" u="sng">
                <a:solidFill>
                  <a:srgbClr val="0563C1"/>
                </a:solidFill>
                <a:hlinkClick r:id="rId3">
                  <a:extLst>
                    <a:ext uri="{A12FA001-AC4F-418D-AE19-62706E023703}">
                      <ahyp:hlinkClr val="tx"/>
                    </a:ext>
                  </a:extLst>
                </a:hlinkClick>
              </a:rPr>
              <a:t>Manage Documents</a:t>
            </a:r>
            <a:endParaRPr sz="4400"/>
          </a:p>
          <a:p>
            <a:pPr indent="-292100" lvl="0" marL="457200" rtl="0" algn="l">
              <a:spcBef>
                <a:spcPts val="0"/>
              </a:spcBef>
              <a:spcAft>
                <a:spcPts val="0"/>
              </a:spcAft>
              <a:buSzPts val="1000"/>
              <a:buChar char="❏"/>
            </a:pPr>
            <a:r>
              <a:rPr lang="en-GB" sz="3600" u="sng">
                <a:solidFill>
                  <a:srgbClr val="0563C1"/>
                </a:solidFill>
                <a:hlinkClick r:id="rId4">
                  <a:extLst>
                    <a:ext uri="{A12FA001-AC4F-418D-AE19-62706E023703}">
                      <ahyp:hlinkClr val="tx"/>
                    </a:ext>
                  </a:extLst>
                </a:hlinkClick>
              </a:rPr>
              <a:t>View Documents</a:t>
            </a:r>
            <a:endParaRPr sz="4400"/>
          </a:p>
          <a:p>
            <a:pPr indent="-292100" lvl="0" marL="457200" rtl="0" algn="l">
              <a:spcBef>
                <a:spcPts val="0"/>
              </a:spcBef>
              <a:spcAft>
                <a:spcPts val="0"/>
              </a:spcAft>
              <a:buSzPts val="1000"/>
              <a:buChar char="❏"/>
            </a:pPr>
            <a:r>
              <a:rPr lang="en-GB" sz="3600" u="sng">
                <a:solidFill>
                  <a:srgbClr val="0563C1"/>
                </a:solidFill>
                <a:hlinkClick r:id="rId5">
                  <a:extLst>
                    <a:ext uri="{A12FA001-AC4F-418D-AE19-62706E023703}">
                      <ahyp:hlinkClr val="tx"/>
                    </a:ext>
                  </a:extLst>
                </a:hlinkClick>
              </a:rPr>
              <a:t>Insert Documents</a:t>
            </a:r>
            <a:endParaRPr sz="4400"/>
          </a:p>
          <a:p>
            <a:pPr indent="-292100" lvl="0" marL="457200" rtl="0" algn="l">
              <a:spcBef>
                <a:spcPts val="0"/>
              </a:spcBef>
              <a:spcAft>
                <a:spcPts val="0"/>
              </a:spcAft>
              <a:buSzPts val="1000"/>
              <a:buChar char="❏"/>
            </a:pPr>
            <a:r>
              <a:rPr lang="en-GB" sz="3600" u="sng">
                <a:solidFill>
                  <a:srgbClr val="0563C1"/>
                </a:solidFill>
                <a:hlinkClick r:id="rId6">
                  <a:extLst>
                    <a:ext uri="{A12FA001-AC4F-418D-AE19-62706E023703}">
                      <ahyp:hlinkClr val="tx"/>
                    </a:ext>
                  </a:extLst>
                </a:hlinkClick>
              </a:rPr>
              <a:t>Modify Documents</a:t>
            </a:r>
            <a:endParaRPr sz="4400"/>
          </a:p>
          <a:p>
            <a:pPr indent="-292100" lvl="0" marL="457200" rtl="0" algn="l">
              <a:spcBef>
                <a:spcPts val="0"/>
              </a:spcBef>
              <a:spcAft>
                <a:spcPts val="0"/>
              </a:spcAft>
              <a:buSzPts val="1000"/>
              <a:buChar char="❏"/>
            </a:pPr>
            <a:r>
              <a:rPr lang="en-GB" sz="3600" u="sng">
                <a:solidFill>
                  <a:srgbClr val="0563C1"/>
                </a:solidFill>
                <a:hlinkClick r:id="rId7">
                  <a:extLst>
                    <a:ext uri="{A12FA001-AC4F-418D-AE19-62706E023703}">
                      <ahyp:hlinkClr val="tx"/>
                    </a:ext>
                  </a:extLst>
                </a:hlinkClick>
              </a:rPr>
              <a:t>Clone Documents</a:t>
            </a:r>
            <a:endParaRPr sz="4400"/>
          </a:p>
          <a:p>
            <a:pPr indent="-292100" lvl="0" marL="457200" rtl="0" algn="l">
              <a:spcBef>
                <a:spcPts val="0"/>
              </a:spcBef>
              <a:spcAft>
                <a:spcPts val="0"/>
              </a:spcAft>
              <a:buSzPts val="1000"/>
              <a:buChar char="❏"/>
            </a:pPr>
            <a:r>
              <a:rPr lang="en-GB" sz="3600" u="sng">
                <a:solidFill>
                  <a:srgbClr val="0563C1"/>
                </a:solidFill>
                <a:hlinkClick r:id="rId8">
                  <a:extLst>
                    <a:ext uri="{A12FA001-AC4F-418D-AE19-62706E023703}">
                      <ahyp:hlinkClr val="tx"/>
                    </a:ext>
                  </a:extLst>
                </a:hlinkClick>
              </a:rPr>
              <a:t>Delete Documents</a:t>
            </a:r>
            <a:endParaRPr sz="4400"/>
          </a:p>
          <a:p>
            <a:pPr indent="-139583" lvl="0" marL="342783" rtl="0" algn="l">
              <a:spcBef>
                <a:spcPts val="1950"/>
              </a:spcBef>
              <a:spcAft>
                <a:spcPts val="0"/>
              </a:spcAft>
              <a:buClr>
                <a:schemeClr val="dk1"/>
              </a:buClr>
              <a:buSzPts val="3200"/>
              <a:buNone/>
            </a:pPr>
            <a:r>
              <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sp>
        <p:nvSpPr>
          <p:cNvPr id="999" name="Google Shape;999;p96"/>
          <p:cNvSpPr txBox="1"/>
          <p:nvPr>
            <p:ph type="title"/>
          </p:nvPr>
        </p:nvSpPr>
        <p:spPr>
          <a:xfrm>
            <a:off x="379514" y="182215"/>
            <a:ext cx="11524432" cy="1063487"/>
          </a:xfrm>
          <a:prstGeom prst="rect">
            <a:avLst/>
          </a:prstGeom>
          <a:noFill/>
          <a:ln>
            <a:noFill/>
          </a:ln>
        </p:spPr>
        <p:txBody>
          <a:bodyPr anchorCtr="0" anchor="t" bIns="0" lIns="0" spcFirstLastPara="1" rIns="0" wrap="square" tIns="0">
            <a:normAutofit/>
          </a:bodyPr>
          <a:lstStyle/>
          <a:p>
            <a:pPr indent="0" lvl="0" marL="0" rtl="0" algn="l">
              <a:lnSpc>
                <a:spcPct val="80000"/>
              </a:lnSpc>
              <a:spcBef>
                <a:spcPts val="0"/>
              </a:spcBef>
              <a:spcAft>
                <a:spcPts val="0"/>
              </a:spcAft>
              <a:buClr>
                <a:srgbClr val="252525"/>
              </a:buClr>
              <a:buSzPts val="4000"/>
              <a:buFont typeface="Verdana"/>
              <a:buNone/>
            </a:pPr>
            <a:r>
              <a:rPr lang="en-GB"/>
              <a:t>Understanding Json and Documents</a:t>
            </a:r>
            <a:endParaRPr/>
          </a:p>
        </p:txBody>
      </p:sp>
      <p:pic>
        <p:nvPicPr>
          <p:cNvPr id="1000" name="Google Shape;1000;p96">
            <a:hlinkClick r:id="rId3"/>
          </p:cNvPr>
          <p:cNvPicPr preferRelativeResize="0"/>
          <p:nvPr/>
        </p:nvPicPr>
        <p:blipFill rotWithShape="1">
          <a:blip r:embed="rId4">
            <a:alphaModFix/>
          </a:blip>
          <a:srcRect b="0" l="0" r="0" t="0"/>
          <a:stretch/>
        </p:blipFill>
        <p:spPr>
          <a:xfrm>
            <a:off x="2962840" y="1793631"/>
            <a:ext cx="6266320" cy="3886200"/>
          </a:xfrm>
          <a:prstGeom prst="rect">
            <a:avLst/>
          </a:prstGeom>
          <a:noFill/>
          <a:ln>
            <a:noFill/>
          </a:ln>
        </p:spPr>
      </p:pic>
      <p:sp>
        <p:nvSpPr>
          <p:cNvPr id="1001" name="Google Shape;1001;p96"/>
          <p:cNvSpPr txBox="1"/>
          <p:nvPr/>
        </p:nvSpPr>
        <p:spPr>
          <a:xfrm>
            <a:off x="2962840" y="1143000"/>
            <a:ext cx="6096000" cy="5386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100" u="sng">
                <a:solidFill>
                  <a:srgbClr val="464646"/>
                </a:solidFill>
                <a:latin typeface="Arial"/>
                <a:ea typeface="Arial"/>
                <a:cs typeface="Arial"/>
                <a:sym typeface="Arial"/>
                <a:hlinkClick r:id="rId5">
                  <a:extLst>
                    <a:ext uri="{A12FA001-AC4F-418D-AE19-62706E023703}">
                      <ahyp:hlinkClr val="tx"/>
                    </a:ext>
                  </a:extLst>
                </a:hlinkClick>
              </a:rPr>
              <a:t>MongoDB Compass </a:t>
            </a:r>
            <a:endParaRPr sz="1100">
              <a:solidFill>
                <a:schemeClr val="dk1"/>
              </a:solidFill>
              <a:latin typeface="Arial"/>
              <a:ea typeface="Arial"/>
              <a:cs typeface="Arial"/>
              <a:sym typeface="Arial"/>
            </a:endParaRPr>
          </a:p>
          <a:p>
            <a:pPr indent="0" lvl="0" marL="0" marR="0" rtl="0" algn="l">
              <a:spcBef>
                <a:spcPts val="0"/>
              </a:spcBef>
              <a:spcAft>
                <a:spcPts val="0"/>
              </a:spcAft>
              <a:buNone/>
            </a:pPr>
            <a:r>
              <a:rPr lang="en-GB" sz="1800" u="sng">
                <a:solidFill>
                  <a:srgbClr val="0000FF"/>
                </a:solidFill>
                <a:latin typeface="Arial"/>
                <a:ea typeface="Arial"/>
                <a:cs typeface="Arial"/>
                <a:sym typeface="Arial"/>
                <a:hlinkClick r:id="rId6">
                  <a:extLst>
                    <a:ext uri="{A12FA001-AC4F-418D-AE19-62706E023703}">
                      <ahyp:hlinkClr val="tx"/>
                    </a:ext>
                  </a:extLst>
                </a:hlinkClick>
              </a:rPr>
              <a:t>10 Understanding JSON - MongoDB</a:t>
            </a:r>
            <a:endParaRPr sz="1800">
              <a:solidFill>
                <a:schemeClr val="dk1"/>
              </a:solidFill>
              <a:latin typeface="Calibri"/>
              <a:ea typeface="Calibri"/>
              <a:cs typeface="Calibri"/>
              <a:sym typeface="Calibri"/>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p97"/>
          <p:cNvSpPr txBox="1"/>
          <p:nvPr>
            <p:ph type="title"/>
          </p:nvPr>
        </p:nvSpPr>
        <p:spPr>
          <a:xfrm>
            <a:off x="379514" y="182215"/>
            <a:ext cx="11524432" cy="1063487"/>
          </a:xfrm>
          <a:prstGeom prst="rect">
            <a:avLst/>
          </a:prstGeom>
          <a:noFill/>
          <a:ln>
            <a:noFill/>
          </a:ln>
        </p:spPr>
        <p:txBody>
          <a:bodyPr anchorCtr="0" anchor="t" bIns="0" lIns="0" spcFirstLastPara="1" rIns="0" wrap="square" tIns="0">
            <a:normAutofit/>
          </a:bodyPr>
          <a:lstStyle/>
          <a:p>
            <a:pPr indent="0" lvl="0" marL="0" rtl="0" algn="l">
              <a:lnSpc>
                <a:spcPct val="80000"/>
              </a:lnSpc>
              <a:spcBef>
                <a:spcPts val="0"/>
              </a:spcBef>
              <a:spcAft>
                <a:spcPts val="0"/>
              </a:spcAft>
              <a:buClr>
                <a:srgbClr val="252525"/>
              </a:buClr>
              <a:buSzPts val="4000"/>
              <a:buFont typeface="Verdana"/>
              <a:buNone/>
            </a:pPr>
            <a:r>
              <a:rPr lang="en-GB"/>
              <a:t>Understanding Document Fields</a:t>
            </a:r>
            <a:endParaRPr/>
          </a:p>
        </p:txBody>
      </p:sp>
      <p:pic>
        <p:nvPicPr>
          <p:cNvPr id="1007" name="Google Shape;1007;p97">
            <a:hlinkClick r:id="rId3"/>
          </p:cNvPr>
          <p:cNvPicPr preferRelativeResize="0"/>
          <p:nvPr/>
        </p:nvPicPr>
        <p:blipFill rotWithShape="1">
          <a:blip r:embed="rId4">
            <a:alphaModFix/>
          </a:blip>
          <a:srcRect b="0" l="0" r="0" t="0"/>
          <a:stretch/>
        </p:blipFill>
        <p:spPr>
          <a:xfrm>
            <a:off x="7772400" y="2235443"/>
            <a:ext cx="2951710" cy="1768719"/>
          </a:xfrm>
          <a:prstGeom prst="rect">
            <a:avLst/>
          </a:prstGeom>
          <a:noFill/>
          <a:ln>
            <a:noFill/>
          </a:ln>
        </p:spPr>
      </p:pic>
      <p:sp>
        <p:nvSpPr>
          <p:cNvPr id="1008" name="Google Shape;1008;p97"/>
          <p:cNvSpPr txBox="1"/>
          <p:nvPr/>
        </p:nvSpPr>
        <p:spPr>
          <a:xfrm>
            <a:off x="7969903" y="1423515"/>
            <a:ext cx="3886200" cy="5386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100" u="sng">
                <a:solidFill>
                  <a:srgbClr val="464646"/>
                </a:solidFill>
                <a:latin typeface="Arial"/>
                <a:ea typeface="Arial"/>
                <a:cs typeface="Arial"/>
                <a:sym typeface="Arial"/>
                <a:hlinkClick r:id="rId5">
                  <a:extLst>
                    <a:ext uri="{A12FA001-AC4F-418D-AE19-62706E023703}">
                      <ahyp:hlinkClr val="tx"/>
                    </a:ext>
                  </a:extLst>
                </a:hlinkClick>
              </a:rPr>
              <a:t>MongoDB Compass </a:t>
            </a:r>
            <a:endParaRPr sz="1100">
              <a:solidFill>
                <a:schemeClr val="dk1"/>
              </a:solidFill>
              <a:latin typeface="Arial"/>
              <a:ea typeface="Arial"/>
              <a:cs typeface="Arial"/>
              <a:sym typeface="Arial"/>
            </a:endParaRPr>
          </a:p>
          <a:p>
            <a:pPr indent="0" lvl="0" marL="0" marR="0" rtl="0" algn="l">
              <a:spcBef>
                <a:spcPts val="0"/>
              </a:spcBef>
              <a:spcAft>
                <a:spcPts val="0"/>
              </a:spcAft>
              <a:buNone/>
            </a:pPr>
            <a:r>
              <a:rPr lang="en-GB" sz="1800" u="sng">
                <a:solidFill>
                  <a:srgbClr val="0000FF"/>
                </a:solidFill>
                <a:latin typeface="Arial"/>
                <a:ea typeface="Arial"/>
                <a:cs typeface="Arial"/>
                <a:sym typeface="Arial"/>
                <a:hlinkClick r:id="rId6">
                  <a:extLst>
                    <a:ext uri="{A12FA001-AC4F-418D-AE19-62706E023703}">
                      <ahyp:hlinkClr val="tx"/>
                    </a:ext>
                  </a:extLst>
                </a:hlinkClick>
              </a:rPr>
              <a:t>06 Documents Scalar Value Types</a:t>
            </a:r>
            <a:endParaRPr sz="1800">
              <a:solidFill>
                <a:schemeClr val="dk1"/>
              </a:solidFill>
              <a:latin typeface="Calibri"/>
              <a:ea typeface="Calibri"/>
              <a:cs typeface="Calibri"/>
              <a:sym typeface="Calibri"/>
            </a:endParaRPr>
          </a:p>
        </p:txBody>
      </p:sp>
      <p:pic>
        <p:nvPicPr>
          <p:cNvPr id="1009" name="Google Shape;1009;p97">
            <a:hlinkClick r:id="rId7"/>
          </p:cNvPr>
          <p:cNvPicPr preferRelativeResize="0"/>
          <p:nvPr/>
        </p:nvPicPr>
        <p:blipFill rotWithShape="1">
          <a:blip r:embed="rId8">
            <a:alphaModFix/>
          </a:blip>
          <a:srcRect b="0" l="0" r="0" t="0"/>
          <a:stretch/>
        </p:blipFill>
        <p:spPr>
          <a:xfrm>
            <a:off x="533400" y="2264019"/>
            <a:ext cx="3029185" cy="1768719"/>
          </a:xfrm>
          <a:prstGeom prst="rect">
            <a:avLst/>
          </a:prstGeom>
          <a:noFill/>
          <a:ln>
            <a:noFill/>
          </a:ln>
        </p:spPr>
      </p:pic>
      <p:sp>
        <p:nvSpPr>
          <p:cNvPr id="1010" name="Google Shape;1010;p97"/>
          <p:cNvSpPr txBox="1"/>
          <p:nvPr/>
        </p:nvSpPr>
        <p:spPr>
          <a:xfrm>
            <a:off x="318312" y="1285016"/>
            <a:ext cx="6096000" cy="815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100" u="sng">
                <a:solidFill>
                  <a:srgbClr val="464646"/>
                </a:solidFill>
                <a:latin typeface="Arial"/>
                <a:ea typeface="Arial"/>
                <a:cs typeface="Arial"/>
                <a:sym typeface="Arial"/>
                <a:hlinkClick r:id="rId9">
                  <a:extLst>
                    <a:ext uri="{A12FA001-AC4F-418D-AE19-62706E023703}">
                      <ahyp:hlinkClr val="tx"/>
                    </a:ext>
                  </a:extLst>
                </a:hlinkClick>
              </a:rPr>
              <a:t>MongoDB Compass </a:t>
            </a:r>
            <a:endParaRPr sz="1100">
              <a:solidFill>
                <a:schemeClr val="dk1"/>
              </a:solidFill>
              <a:latin typeface="Arial"/>
              <a:ea typeface="Arial"/>
              <a:cs typeface="Arial"/>
              <a:sym typeface="Arial"/>
            </a:endParaRPr>
          </a:p>
          <a:p>
            <a:pPr indent="0" lvl="0" marL="0" marR="0" rtl="0" algn="l">
              <a:spcBef>
                <a:spcPts val="0"/>
              </a:spcBef>
              <a:spcAft>
                <a:spcPts val="0"/>
              </a:spcAft>
              <a:buNone/>
            </a:pPr>
            <a:r>
              <a:rPr lang="en-GB" sz="1800" u="sng">
                <a:solidFill>
                  <a:srgbClr val="0000FF"/>
                </a:solidFill>
                <a:latin typeface="Arial"/>
                <a:ea typeface="Arial"/>
                <a:cs typeface="Arial"/>
                <a:sym typeface="Arial"/>
                <a:hlinkClick r:id="rId10">
                  <a:extLst>
                    <a:ext uri="{A12FA001-AC4F-418D-AE19-62706E023703}">
                      <ahyp:hlinkClr val="tx"/>
                    </a:ext>
                  </a:extLst>
                </a:hlinkClick>
              </a:rPr>
              <a:t>05 MongoDB Documents Fields with Documents as Values</a:t>
            </a:r>
            <a:endParaRPr sz="1800">
              <a:solidFill>
                <a:schemeClr val="dk1"/>
              </a:solidFill>
              <a:latin typeface="Calibri"/>
              <a:ea typeface="Calibri"/>
              <a:cs typeface="Calibri"/>
              <a:sym typeface="Calibri"/>
            </a:endParaRPr>
          </a:p>
        </p:txBody>
      </p:sp>
      <p:pic>
        <p:nvPicPr>
          <p:cNvPr id="1011" name="Google Shape;1011;p97">
            <a:hlinkClick r:id="rId11"/>
          </p:cNvPr>
          <p:cNvPicPr preferRelativeResize="0"/>
          <p:nvPr/>
        </p:nvPicPr>
        <p:blipFill rotWithShape="1">
          <a:blip r:embed="rId12">
            <a:alphaModFix/>
          </a:blip>
          <a:srcRect b="0" l="0" r="0" t="0"/>
          <a:stretch/>
        </p:blipFill>
        <p:spPr>
          <a:xfrm>
            <a:off x="2590800" y="4495800"/>
            <a:ext cx="2867567" cy="1666016"/>
          </a:xfrm>
          <a:prstGeom prst="rect">
            <a:avLst/>
          </a:prstGeom>
          <a:noFill/>
          <a:ln>
            <a:noFill/>
          </a:ln>
        </p:spPr>
      </p:pic>
      <p:sp>
        <p:nvSpPr>
          <p:cNvPr id="1012" name="Google Shape;1012;p97"/>
          <p:cNvSpPr txBox="1"/>
          <p:nvPr/>
        </p:nvSpPr>
        <p:spPr>
          <a:xfrm>
            <a:off x="533400" y="6248400"/>
            <a:ext cx="6096000" cy="5386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100" u="sng">
                <a:solidFill>
                  <a:srgbClr val="464646"/>
                </a:solidFill>
                <a:latin typeface="Arial"/>
                <a:ea typeface="Arial"/>
                <a:cs typeface="Arial"/>
                <a:sym typeface="Arial"/>
                <a:hlinkClick r:id="rId13">
                  <a:extLst>
                    <a:ext uri="{A12FA001-AC4F-418D-AE19-62706E023703}">
                      <ahyp:hlinkClr val="tx"/>
                    </a:ext>
                  </a:extLst>
                </a:hlinkClick>
              </a:rPr>
              <a:t>MongoDB Compass </a:t>
            </a:r>
            <a:endParaRPr sz="1100">
              <a:solidFill>
                <a:schemeClr val="dk1"/>
              </a:solidFill>
              <a:latin typeface="Arial"/>
              <a:ea typeface="Arial"/>
              <a:cs typeface="Arial"/>
              <a:sym typeface="Arial"/>
            </a:endParaRPr>
          </a:p>
          <a:p>
            <a:pPr indent="0" lvl="0" marL="0" marR="0" rtl="0" algn="l">
              <a:spcBef>
                <a:spcPts val="0"/>
              </a:spcBef>
              <a:spcAft>
                <a:spcPts val="0"/>
              </a:spcAft>
              <a:buNone/>
            </a:pPr>
            <a:r>
              <a:rPr lang="en-GB" sz="1800" u="sng">
                <a:solidFill>
                  <a:srgbClr val="0000FF"/>
                </a:solidFill>
                <a:latin typeface="Arial"/>
                <a:ea typeface="Arial"/>
                <a:cs typeface="Arial"/>
                <a:sym typeface="Arial"/>
                <a:hlinkClick r:id="rId14">
                  <a:extLst>
                    <a:ext uri="{A12FA001-AC4F-418D-AE19-62706E023703}">
                      <ahyp:hlinkClr val="tx"/>
                    </a:ext>
                  </a:extLst>
                </a:hlinkClick>
              </a:rPr>
              <a:t>07 MongoDB Documents Fields with Arrays as Values</a:t>
            </a:r>
            <a:endParaRPr sz="1800">
              <a:solidFill>
                <a:schemeClr val="dk1"/>
              </a:solidFill>
              <a:latin typeface="Calibri"/>
              <a:ea typeface="Calibri"/>
              <a:cs typeface="Calibri"/>
              <a:sym typeface="Calibri"/>
            </a:endParaRPr>
          </a:p>
        </p:txBody>
      </p:sp>
      <p:pic>
        <p:nvPicPr>
          <p:cNvPr id="1013" name="Google Shape;1013;p97">
            <a:hlinkClick r:id="rId15"/>
          </p:cNvPr>
          <p:cNvPicPr preferRelativeResize="0"/>
          <p:nvPr/>
        </p:nvPicPr>
        <p:blipFill rotWithShape="1">
          <a:blip r:embed="rId16">
            <a:alphaModFix/>
          </a:blip>
          <a:srcRect b="0" l="0" r="0" t="0"/>
          <a:stretch/>
        </p:blipFill>
        <p:spPr>
          <a:xfrm>
            <a:off x="6629400" y="4468806"/>
            <a:ext cx="2802872" cy="1693010"/>
          </a:xfrm>
          <a:prstGeom prst="rect">
            <a:avLst/>
          </a:prstGeom>
          <a:noFill/>
          <a:ln>
            <a:noFill/>
          </a:ln>
        </p:spPr>
      </p:pic>
      <p:sp>
        <p:nvSpPr>
          <p:cNvPr id="1014" name="Google Shape;1014;p97"/>
          <p:cNvSpPr txBox="1"/>
          <p:nvPr/>
        </p:nvSpPr>
        <p:spPr>
          <a:xfrm>
            <a:off x="6767572" y="6248399"/>
            <a:ext cx="4648200" cy="538609"/>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GB" sz="1100" u="sng">
                <a:solidFill>
                  <a:srgbClr val="464646"/>
                </a:solidFill>
                <a:latin typeface="Arial"/>
                <a:ea typeface="Arial"/>
                <a:cs typeface="Arial"/>
                <a:sym typeface="Arial"/>
                <a:hlinkClick r:id="rId17">
                  <a:extLst>
                    <a:ext uri="{A12FA001-AC4F-418D-AE19-62706E023703}">
                      <ahyp:hlinkClr val="tx"/>
                    </a:ext>
                  </a:extLst>
                </a:hlinkClick>
              </a:rPr>
              <a:t>MongoDB Compass </a:t>
            </a:r>
            <a:endParaRPr sz="1100">
              <a:solidFill>
                <a:schemeClr val="dk1"/>
              </a:solidFill>
              <a:latin typeface="Arial"/>
              <a:ea typeface="Arial"/>
              <a:cs typeface="Arial"/>
              <a:sym typeface="Arial"/>
            </a:endParaRPr>
          </a:p>
          <a:p>
            <a:pPr indent="0" lvl="0" marL="0" marR="0" rtl="0" algn="r">
              <a:spcBef>
                <a:spcPts val="0"/>
              </a:spcBef>
              <a:spcAft>
                <a:spcPts val="0"/>
              </a:spcAft>
              <a:buNone/>
            </a:pPr>
            <a:r>
              <a:rPr lang="en-GB" sz="1800" u="sng">
                <a:solidFill>
                  <a:srgbClr val="0000FF"/>
                </a:solidFill>
                <a:latin typeface="Arial"/>
                <a:ea typeface="Arial"/>
                <a:cs typeface="Arial"/>
                <a:sym typeface="Arial"/>
                <a:hlinkClick r:id="rId18">
                  <a:extLst>
                    <a:ext uri="{A12FA001-AC4F-418D-AE19-62706E023703}">
                      <ahyp:hlinkClr val="tx"/>
                    </a:ext>
                  </a:extLst>
                </a:hlinkClick>
              </a:rPr>
              <a:t>08 MongoDB Documents Geospatial Data</a:t>
            </a:r>
            <a:endParaRPr sz="1800">
              <a:solidFill>
                <a:schemeClr val="dk1"/>
              </a:solidFill>
              <a:latin typeface="Calibri"/>
              <a:ea typeface="Calibri"/>
              <a:cs typeface="Calibri"/>
              <a:sym typeface="Calibri"/>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8" name="Shape 1018"/>
        <p:cNvGrpSpPr/>
        <p:nvPr/>
      </p:nvGrpSpPr>
      <p:grpSpPr>
        <a:xfrm>
          <a:off x="0" y="0"/>
          <a:ext cx="0" cy="0"/>
          <a:chOff x="0" y="0"/>
          <a:chExt cx="0" cy="0"/>
        </a:xfrm>
      </p:grpSpPr>
      <p:sp>
        <p:nvSpPr>
          <p:cNvPr id="1019" name="Google Shape;1019;p98"/>
          <p:cNvSpPr txBox="1"/>
          <p:nvPr>
            <p:ph type="title"/>
          </p:nvPr>
        </p:nvSpPr>
        <p:spPr>
          <a:xfrm>
            <a:off x="144379" y="182216"/>
            <a:ext cx="11923295" cy="635932"/>
          </a:xfrm>
          <a:prstGeom prst="rect">
            <a:avLst/>
          </a:prstGeom>
          <a:noFill/>
          <a:ln>
            <a:noFill/>
          </a:ln>
        </p:spPr>
        <p:txBody>
          <a:bodyPr anchorCtr="0" anchor="t" bIns="45700" lIns="91400" spcFirstLastPara="1" rIns="91400" wrap="square" tIns="45700">
            <a:noAutofit/>
          </a:bodyPr>
          <a:lstStyle/>
          <a:p>
            <a:pPr indent="0" lvl="0" marL="0" rtl="0" algn="l">
              <a:lnSpc>
                <a:spcPct val="80000"/>
              </a:lnSpc>
              <a:spcBef>
                <a:spcPts val="0"/>
              </a:spcBef>
              <a:spcAft>
                <a:spcPts val="0"/>
              </a:spcAft>
              <a:buClr>
                <a:srgbClr val="333333"/>
              </a:buClr>
              <a:buSzPts val="3600"/>
              <a:buFont typeface="Arial"/>
              <a:buNone/>
            </a:pPr>
            <a:r>
              <a:rPr lang="en-GB" sz="3600" u="sng">
                <a:solidFill>
                  <a:srgbClr val="333333"/>
                </a:solidFill>
                <a:latin typeface="Arial"/>
                <a:ea typeface="Arial"/>
                <a:cs typeface="Arial"/>
                <a:sym typeface="Arial"/>
                <a:hlinkClick r:id="rId3">
                  <a:extLst>
                    <a:ext uri="{A12FA001-AC4F-418D-AE19-62706E023703}">
                      <ahyp:hlinkClr val="tx"/>
                    </a:ext>
                  </a:extLst>
                </a:hlinkClick>
              </a:rPr>
              <a:t>Unit 6: MongoDB CRUD Operations: Modifying Query Results</a:t>
            </a:r>
            <a:endParaRPr sz="3600">
              <a:solidFill>
                <a:srgbClr val="333333"/>
              </a:solidFill>
              <a:latin typeface="Arial"/>
              <a:ea typeface="Arial"/>
              <a:cs typeface="Arial"/>
              <a:sym typeface="Arial"/>
            </a:endParaRPr>
          </a:p>
        </p:txBody>
      </p:sp>
      <p:pic>
        <p:nvPicPr>
          <p:cNvPr id="1020" name="Google Shape;1020;p98">
            <a:hlinkClick r:id="rId4"/>
          </p:cNvPr>
          <p:cNvPicPr preferRelativeResize="0"/>
          <p:nvPr/>
        </p:nvPicPr>
        <p:blipFill rotWithShape="1">
          <a:blip r:embed="rId5">
            <a:alphaModFix/>
          </a:blip>
          <a:srcRect b="0" l="0" r="0" t="0"/>
          <a:stretch/>
        </p:blipFill>
        <p:spPr>
          <a:xfrm>
            <a:off x="0" y="1187018"/>
            <a:ext cx="12192000" cy="4483964"/>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99"/>
          <p:cNvSpPr txBox="1"/>
          <p:nvPr/>
        </p:nvSpPr>
        <p:spPr>
          <a:xfrm>
            <a:off x="509047" y="254523"/>
            <a:ext cx="2630079"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Cursor.sort()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Cursor</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Pointer to the result set of a query</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Find() returns a cursor</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Cursor methods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Chained to queries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Perform actions on the result set</a:t>
            </a:r>
            <a:endParaRPr/>
          </a:p>
        </p:txBody>
      </p:sp>
      <p:pic>
        <p:nvPicPr>
          <p:cNvPr id="1026" name="Google Shape;1026;p99"/>
          <p:cNvPicPr preferRelativeResize="0"/>
          <p:nvPr/>
        </p:nvPicPr>
        <p:blipFill rotWithShape="1">
          <a:blip r:embed="rId3">
            <a:alphaModFix/>
          </a:blip>
          <a:srcRect b="0" l="0" r="0" t="0"/>
          <a:stretch/>
        </p:blipFill>
        <p:spPr>
          <a:xfrm>
            <a:off x="4190250" y="254523"/>
            <a:ext cx="5656832" cy="5830478"/>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pic>
        <p:nvPicPr>
          <p:cNvPr id="1031" name="Google Shape;1031;p100"/>
          <p:cNvPicPr preferRelativeResize="0"/>
          <p:nvPr/>
        </p:nvPicPr>
        <p:blipFill rotWithShape="1">
          <a:blip r:embed="rId3">
            <a:alphaModFix/>
          </a:blip>
          <a:srcRect b="0" l="0" r="0" t="0"/>
          <a:stretch/>
        </p:blipFill>
        <p:spPr>
          <a:xfrm>
            <a:off x="2290643" y="1690060"/>
            <a:ext cx="6630325" cy="2648320"/>
          </a:xfrm>
          <a:prstGeom prst="rect">
            <a:avLst/>
          </a:prstGeom>
          <a:noFill/>
          <a:ln>
            <a:noFill/>
          </a:ln>
        </p:spPr>
      </p:pic>
      <p:sp>
        <p:nvSpPr>
          <p:cNvPr id="1032" name="Google Shape;1032;p100"/>
          <p:cNvSpPr txBox="1"/>
          <p:nvPr/>
        </p:nvSpPr>
        <p:spPr>
          <a:xfrm>
            <a:off x="443060" y="301658"/>
            <a:ext cx="125233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Cursor.limit</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3" name="Google Shape;1033;p100"/>
          <p:cNvSpPr txBox="1"/>
          <p:nvPr/>
        </p:nvSpPr>
        <p:spPr>
          <a:xfrm>
            <a:off x="2290643" y="301658"/>
            <a:ext cx="6711955"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Limit the top 3 Horror movies with the longest runtime, using a projection to sort by title and runtime.</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p101"/>
          <p:cNvSpPr txBox="1"/>
          <p:nvPr/>
        </p:nvSpPr>
        <p:spPr>
          <a:xfrm>
            <a:off x="311085" y="188536"/>
            <a:ext cx="73529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Lab</a:t>
            </a:r>
            <a:endParaRPr/>
          </a:p>
        </p:txBody>
      </p:sp>
      <p:pic>
        <p:nvPicPr>
          <p:cNvPr id="1039" name="Google Shape;1039;p101"/>
          <p:cNvPicPr preferRelativeResize="0"/>
          <p:nvPr/>
        </p:nvPicPr>
        <p:blipFill rotWithShape="1">
          <a:blip r:embed="rId3">
            <a:alphaModFix/>
          </a:blip>
          <a:srcRect b="0" l="0" r="0" t="0"/>
          <a:stretch/>
        </p:blipFill>
        <p:spPr>
          <a:xfrm>
            <a:off x="165859" y="879839"/>
            <a:ext cx="3953427" cy="3458058"/>
          </a:xfrm>
          <a:prstGeom prst="rect">
            <a:avLst/>
          </a:prstGeom>
          <a:noFill/>
          <a:ln>
            <a:noFill/>
          </a:ln>
        </p:spPr>
      </p:pic>
      <p:pic>
        <p:nvPicPr>
          <p:cNvPr id="1040" name="Google Shape;1040;p101"/>
          <p:cNvPicPr preferRelativeResize="0"/>
          <p:nvPr/>
        </p:nvPicPr>
        <p:blipFill rotWithShape="1">
          <a:blip r:embed="rId4">
            <a:alphaModFix/>
          </a:blip>
          <a:srcRect b="0" l="0" r="0" t="0"/>
          <a:stretch/>
        </p:blipFill>
        <p:spPr>
          <a:xfrm>
            <a:off x="4799976" y="809926"/>
            <a:ext cx="4754273" cy="5180029"/>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sp>
        <p:nvSpPr>
          <p:cNvPr id="1045" name="Google Shape;1045;p102"/>
          <p:cNvSpPr txBox="1"/>
          <p:nvPr/>
        </p:nvSpPr>
        <p:spPr>
          <a:xfrm>
            <a:off x="122548" y="141402"/>
            <a:ext cx="127261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Lab</a:t>
            </a:r>
            <a:endParaRPr/>
          </a:p>
        </p:txBody>
      </p:sp>
      <p:pic>
        <p:nvPicPr>
          <p:cNvPr id="1046" name="Google Shape;1046;p102"/>
          <p:cNvPicPr preferRelativeResize="0"/>
          <p:nvPr/>
        </p:nvPicPr>
        <p:blipFill rotWithShape="1">
          <a:blip r:embed="rId3">
            <a:alphaModFix/>
          </a:blip>
          <a:srcRect b="0" l="0" r="0" t="0"/>
          <a:stretch/>
        </p:blipFill>
        <p:spPr>
          <a:xfrm>
            <a:off x="251596" y="634187"/>
            <a:ext cx="3896269" cy="857370"/>
          </a:xfrm>
          <a:prstGeom prst="rect">
            <a:avLst/>
          </a:prstGeom>
          <a:noFill/>
          <a:ln>
            <a:noFill/>
          </a:ln>
        </p:spPr>
      </p:pic>
      <p:pic>
        <p:nvPicPr>
          <p:cNvPr id="1047" name="Google Shape;1047;p102"/>
          <p:cNvPicPr preferRelativeResize="0"/>
          <p:nvPr/>
        </p:nvPicPr>
        <p:blipFill rotWithShape="1">
          <a:blip r:embed="rId4">
            <a:alphaModFix/>
          </a:blip>
          <a:srcRect b="0" l="0" r="0" t="0"/>
          <a:stretch/>
        </p:blipFill>
        <p:spPr>
          <a:xfrm>
            <a:off x="6702928" y="249764"/>
            <a:ext cx="3820058" cy="1362265"/>
          </a:xfrm>
          <a:prstGeom prst="rect">
            <a:avLst/>
          </a:prstGeom>
          <a:noFill/>
          <a:ln>
            <a:noFill/>
          </a:ln>
        </p:spPr>
      </p:pic>
      <p:pic>
        <p:nvPicPr>
          <p:cNvPr id="1048" name="Google Shape;1048;p102"/>
          <p:cNvPicPr preferRelativeResize="0"/>
          <p:nvPr/>
        </p:nvPicPr>
        <p:blipFill rotWithShape="1">
          <a:blip r:embed="rId5">
            <a:alphaModFix/>
          </a:blip>
          <a:srcRect b="0" l="0" r="0" t="0"/>
          <a:stretch/>
        </p:blipFill>
        <p:spPr>
          <a:xfrm>
            <a:off x="124139" y="1932495"/>
            <a:ext cx="5304161" cy="4006392"/>
          </a:xfrm>
          <a:prstGeom prst="rect">
            <a:avLst/>
          </a:prstGeom>
          <a:noFill/>
          <a:ln>
            <a:noFill/>
          </a:ln>
        </p:spPr>
      </p:pic>
      <p:pic>
        <p:nvPicPr>
          <p:cNvPr id="1049" name="Google Shape;1049;p102"/>
          <p:cNvPicPr preferRelativeResize="0"/>
          <p:nvPr/>
        </p:nvPicPr>
        <p:blipFill rotWithShape="1">
          <a:blip r:embed="rId6">
            <a:alphaModFix/>
          </a:blip>
          <a:srcRect b="0" l="0" r="0" t="0"/>
          <a:stretch/>
        </p:blipFill>
        <p:spPr>
          <a:xfrm>
            <a:off x="5526191" y="1998483"/>
            <a:ext cx="6541670" cy="3563001"/>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3" name="Shape 1053"/>
        <p:cNvGrpSpPr/>
        <p:nvPr/>
      </p:nvGrpSpPr>
      <p:grpSpPr>
        <a:xfrm>
          <a:off x="0" y="0"/>
          <a:ext cx="0" cy="0"/>
          <a:chOff x="0" y="0"/>
          <a:chExt cx="0" cy="0"/>
        </a:xfrm>
      </p:grpSpPr>
      <p:sp>
        <p:nvSpPr>
          <p:cNvPr id="1054" name="Google Shape;1054;p103"/>
          <p:cNvSpPr txBox="1"/>
          <p:nvPr/>
        </p:nvSpPr>
        <p:spPr>
          <a:xfrm>
            <a:off x="226243" y="160256"/>
            <a:ext cx="312027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Quiz</a:t>
            </a:r>
            <a:endParaRPr/>
          </a:p>
        </p:txBody>
      </p:sp>
      <p:pic>
        <p:nvPicPr>
          <p:cNvPr id="1055" name="Google Shape;1055;p103"/>
          <p:cNvPicPr preferRelativeResize="0"/>
          <p:nvPr/>
        </p:nvPicPr>
        <p:blipFill rotWithShape="1">
          <a:blip r:embed="rId3">
            <a:alphaModFix/>
          </a:blip>
          <a:srcRect b="0" l="0" r="0" t="0"/>
          <a:stretch/>
        </p:blipFill>
        <p:spPr>
          <a:xfrm>
            <a:off x="226243" y="636222"/>
            <a:ext cx="7197256" cy="2641874"/>
          </a:xfrm>
          <a:prstGeom prst="rect">
            <a:avLst/>
          </a:prstGeom>
          <a:noFill/>
          <a:ln>
            <a:noFill/>
          </a:ln>
        </p:spPr>
      </p:pic>
      <p:pic>
        <p:nvPicPr>
          <p:cNvPr id="1056" name="Google Shape;1056;p103"/>
          <p:cNvPicPr preferRelativeResize="0"/>
          <p:nvPr/>
        </p:nvPicPr>
        <p:blipFill rotWithShape="1">
          <a:blip r:embed="rId4">
            <a:alphaModFix/>
          </a:blip>
          <a:srcRect b="0" l="0" r="0" t="0"/>
          <a:stretch/>
        </p:blipFill>
        <p:spPr>
          <a:xfrm>
            <a:off x="325135" y="3225523"/>
            <a:ext cx="6528152" cy="2996255"/>
          </a:xfrm>
          <a:prstGeom prst="rect">
            <a:avLst/>
          </a:prstGeom>
          <a:noFill/>
          <a:ln>
            <a:noFill/>
          </a:ln>
        </p:spPr>
      </p:pic>
      <p:pic>
        <p:nvPicPr>
          <p:cNvPr id="1057" name="Google Shape;1057;p103"/>
          <p:cNvPicPr preferRelativeResize="0"/>
          <p:nvPr/>
        </p:nvPicPr>
        <p:blipFill rotWithShape="1">
          <a:blip r:embed="rId5">
            <a:alphaModFix/>
          </a:blip>
          <a:srcRect b="0" l="0" r="0" t="0"/>
          <a:stretch/>
        </p:blipFill>
        <p:spPr>
          <a:xfrm>
            <a:off x="7522391" y="636222"/>
            <a:ext cx="4077269" cy="2610214"/>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104"/>
          <p:cNvSpPr txBox="1"/>
          <p:nvPr/>
        </p:nvSpPr>
        <p:spPr>
          <a:xfrm>
            <a:off x="395926" y="367645"/>
            <a:ext cx="4746364"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Projection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Include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db.collection.find(&lt;query&gt;, {&lt;field&gt;:1, &lt;field&gt;:1})</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(only includes runtime/title)</a:t>
            </a:r>
            <a:endParaRPr/>
          </a:p>
        </p:txBody>
      </p:sp>
      <p:pic>
        <p:nvPicPr>
          <p:cNvPr id="1063" name="Google Shape;1063;p104"/>
          <p:cNvPicPr preferRelativeResize="0"/>
          <p:nvPr/>
        </p:nvPicPr>
        <p:blipFill rotWithShape="1">
          <a:blip r:embed="rId3">
            <a:alphaModFix/>
          </a:blip>
          <a:srcRect b="0" l="0" r="0" t="0"/>
          <a:stretch/>
        </p:blipFill>
        <p:spPr>
          <a:xfrm>
            <a:off x="386499" y="2363236"/>
            <a:ext cx="5263805" cy="3849028"/>
          </a:xfrm>
          <a:prstGeom prst="rect">
            <a:avLst/>
          </a:prstGeom>
          <a:noFill/>
          <a:ln>
            <a:noFill/>
          </a:ln>
        </p:spPr>
      </p:pic>
      <p:sp>
        <p:nvSpPr>
          <p:cNvPr id="1064" name="Google Shape;1064;p104"/>
          <p:cNvSpPr txBox="1"/>
          <p:nvPr/>
        </p:nvSpPr>
        <p:spPr>
          <a:xfrm>
            <a:off x="6231118" y="930573"/>
            <a:ext cx="4025245"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Exclude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db.collection.find(&lt;query&gt;, {&lt;field&gt;:0, &lt;field&gt;:0})</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Includes everything but runtime/title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065" name="Google Shape;1065;p104"/>
          <p:cNvPicPr preferRelativeResize="0"/>
          <p:nvPr/>
        </p:nvPicPr>
        <p:blipFill rotWithShape="1">
          <a:blip r:embed="rId4">
            <a:alphaModFix/>
          </a:blip>
          <a:srcRect b="0" l="0" r="0" t="0"/>
          <a:stretch/>
        </p:blipFill>
        <p:spPr>
          <a:xfrm>
            <a:off x="6541698" y="2581821"/>
            <a:ext cx="4025245" cy="4135971"/>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p105"/>
          <p:cNvSpPr txBox="1"/>
          <p:nvPr/>
        </p:nvSpPr>
        <p:spPr>
          <a:xfrm>
            <a:off x="160256" y="207390"/>
            <a:ext cx="13857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Lab</a:t>
            </a:r>
            <a:endParaRPr/>
          </a:p>
        </p:txBody>
      </p:sp>
      <p:pic>
        <p:nvPicPr>
          <p:cNvPr id="1071" name="Google Shape;1071;p105"/>
          <p:cNvPicPr preferRelativeResize="0"/>
          <p:nvPr/>
        </p:nvPicPr>
        <p:blipFill rotWithShape="1">
          <a:blip r:embed="rId3">
            <a:alphaModFix/>
          </a:blip>
          <a:srcRect b="0" l="0" r="0" t="0"/>
          <a:stretch/>
        </p:blipFill>
        <p:spPr>
          <a:xfrm>
            <a:off x="485502" y="836288"/>
            <a:ext cx="3905795" cy="2772162"/>
          </a:xfrm>
          <a:prstGeom prst="rect">
            <a:avLst/>
          </a:prstGeom>
          <a:noFill/>
          <a:ln>
            <a:noFill/>
          </a:ln>
        </p:spPr>
      </p:pic>
      <p:pic>
        <p:nvPicPr>
          <p:cNvPr id="1072" name="Google Shape;1072;p105"/>
          <p:cNvPicPr preferRelativeResize="0"/>
          <p:nvPr/>
        </p:nvPicPr>
        <p:blipFill rotWithShape="1">
          <a:blip r:embed="rId4">
            <a:alphaModFix/>
          </a:blip>
          <a:srcRect b="0" l="0" r="0" t="0"/>
          <a:stretch/>
        </p:blipFill>
        <p:spPr>
          <a:xfrm>
            <a:off x="4543749" y="1574276"/>
            <a:ext cx="7547654" cy="4578770"/>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p106"/>
          <p:cNvSpPr txBox="1"/>
          <p:nvPr/>
        </p:nvSpPr>
        <p:spPr>
          <a:xfrm>
            <a:off x="235670" y="216816"/>
            <a:ext cx="131032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Lab</a:t>
            </a:r>
            <a:endParaRPr/>
          </a:p>
        </p:txBody>
      </p:sp>
      <p:pic>
        <p:nvPicPr>
          <p:cNvPr id="1078" name="Google Shape;1078;p106"/>
          <p:cNvPicPr preferRelativeResize="0"/>
          <p:nvPr/>
        </p:nvPicPr>
        <p:blipFill rotWithShape="1">
          <a:blip r:embed="rId3">
            <a:alphaModFix/>
          </a:blip>
          <a:srcRect b="0" l="0" r="0" t="0"/>
          <a:stretch/>
        </p:blipFill>
        <p:spPr>
          <a:xfrm>
            <a:off x="319886" y="771594"/>
            <a:ext cx="4029637" cy="2524477"/>
          </a:xfrm>
          <a:prstGeom prst="rect">
            <a:avLst/>
          </a:prstGeom>
          <a:noFill/>
          <a:ln>
            <a:noFill/>
          </a:ln>
        </p:spPr>
      </p:pic>
      <p:pic>
        <p:nvPicPr>
          <p:cNvPr id="1079" name="Google Shape;1079;p106"/>
          <p:cNvPicPr preferRelativeResize="0"/>
          <p:nvPr/>
        </p:nvPicPr>
        <p:blipFill rotWithShape="1">
          <a:blip r:embed="rId4">
            <a:alphaModFix/>
          </a:blip>
          <a:srcRect b="0" l="0" r="0" t="0"/>
          <a:stretch/>
        </p:blipFill>
        <p:spPr>
          <a:xfrm>
            <a:off x="4349523" y="2262433"/>
            <a:ext cx="7838802" cy="4102199"/>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3" name="Shape 1083"/>
        <p:cNvGrpSpPr/>
        <p:nvPr/>
      </p:nvGrpSpPr>
      <p:grpSpPr>
        <a:xfrm>
          <a:off x="0" y="0"/>
          <a:ext cx="0" cy="0"/>
          <a:chOff x="0" y="0"/>
          <a:chExt cx="0" cy="0"/>
        </a:xfrm>
      </p:grpSpPr>
      <p:sp>
        <p:nvSpPr>
          <p:cNvPr id="1084" name="Google Shape;1084;p107"/>
          <p:cNvSpPr txBox="1"/>
          <p:nvPr/>
        </p:nvSpPr>
        <p:spPr>
          <a:xfrm>
            <a:off x="197963" y="292231"/>
            <a:ext cx="51488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Lab</a:t>
            </a:r>
            <a:endParaRPr/>
          </a:p>
        </p:txBody>
      </p:sp>
      <p:pic>
        <p:nvPicPr>
          <p:cNvPr id="1085" name="Google Shape;1085;p107"/>
          <p:cNvPicPr preferRelativeResize="0"/>
          <p:nvPr/>
        </p:nvPicPr>
        <p:blipFill rotWithShape="1">
          <a:blip r:embed="rId3">
            <a:alphaModFix/>
          </a:blip>
          <a:srcRect b="0" l="0" r="0" t="0"/>
          <a:stretch/>
        </p:blipFill>
        <p:spPr>
          <a:xfrm>
            <a:off x="970535" y="136629"/>
            <a:ext cx="3991532" cy="2267266"/>
          </a:xfrm>
          <a:prstGeom prst="rect">
            <a:avLst/>
          </a:prstGeom>
          <a:noFill/>
          <a:ln>
            <a:noFill/>
          </a:ln>
        </p:spPr>
      </p:pic>
      <p:pic>
        <p:nvPicPr>
          <p:cNvPr id="1086" name="Google Shape;1086;p107"/>
          <p:cNvPicPr preferRelativeResize="0"/>
          <p:nvPr/>
        </p:nvPicPr>
        <p:blipFill rotWithShape="1">
          <a:blip r:embed="rId4">
            <a:alphaModFix/>
          </a:blip>
          <a:srcRect b="0" l="0" r="0" t="0"/>
          <a:stretch/>
        </p:blipFill>
        <p:spPr>
          <a:xfrm>
            <a:off x="5066406" y="1270262"/>
            <a:ext cx="6833832" cy="4934932"/>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sp>
        <p:nvSpPr>
          <p:cNvPr id="1091" name="Google Shape;1091;p108"/>
          <p:cNvSpPr txBox="1"/>
          <p:nvPr/>
        </p:nvSpPr>
        <p:spPr>
          <a:xfrm>
            <a:off x="348792" y="179109"/>
            <a:ext cx="14328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Quiz</a:t>
            </a:r>
            <a:endParaRPr sz="1800">
              <a:solidFill>
                <a:schemeClr val="dk1"/>
              </a:solidFill>
              <a:latin typeface="Calibri"/>
              <a:ea typeface="Calibri"/>
              <a:cs typeface="Calibri"/>
              <a:sym typeface="Calibri"/>
            </a:endParaRPr>
          </a:p>
        </p:txBody>
      </p:sp>
      <p:pic>
        <p:nvPicPr>
          <p:cNvPr id="1092" name="Google Shape;1092;p108"/>
          <p:cNvPicPr preferRelativeResize="0"/>
          <p:nvPr/>
        </p:nvPicPr>
        <p:blipFill rotWithShape="1">
          <a:blip r:embed="rId3">
            <a:alphaModFix/>
          </a:blip>
          <a:srcRect b="0" l="0" r="0" t="0"/>
          <a:stretch/>
        </p:blipFill>
        <p:spPr>
          <a:xfrm>
            <a:off x="484992" y="1023602"/>
            <a:ext cx="6715988" cy="2879095"/>
          </a:xfrm>
          <a:prstGeom prst="rect">
            <a:avLst/>
          </a:prstGeom>
          <a:noFill/>
          <a:ln>
            <a:noFill/>
          </a:ln>
        </p:spPr>
      </p:pic>
      <p:pic>
        <p:nvPicPr>
          <p:cNvPr id="1093" name="Google Shape;1093;p108"/>
          <p:cNvPicPr preferRelativeResize="0"/>
          <p:nvPr/>
        </p:nvPicPr>
        <p:blipFill rotWithShape="1">
          <a:blip r:embed="rId4">
            <a:alphaModFix/>
          </a:blip>
          <a:srcRect b="0" l="0" r="0" t="0"/>
          <a:stretch/>
        </p:blipFill>
        <p:spPr>
          <a:xfrm>
            <a:off x="611507" y="3827627"/>
            <a:ext cx="6024963" cy="2595835"/>
          </a:xfrm>
          <a:prstGeom prst="rect">
            <a:avLst/>
          </a:prstGeom>
          <a:noFill/>
          <a:ln>
            <a:noFill/>
          </a:ln>
        </p:spPr>
      </p:pic>
      <p:pic>
        <p:nvPicPr>
          <p:cNvPr id="1094" name="Google Shape;1094;p108"/>
          <p:cNvPicPr preferRelativeResize="0"/>
          <p:nvPr/>
        </p:nvPicPr>
        <p:blipFill rotWithShape="1">
          <a:blip r:embed="rId5">
            <a:alphaModFix/>
          </a:blip>
          <a:srcRect b="0" l="0" r="0" t="0"/>
          <a:stretch/>
        </p:blipFill>
        <p:spPr>
          <a:xfrm>
            <a:off x="7053696" y="1491380"/>
            <a:ext cx="4344006" cy="2886478"/>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8" name="Shape 1098"/>
        <p:cNvGrpSpPr/>
        <p:nvPr/>
      </p:nvGrpSpPr>
      <p:grpSpPr>
        <a:xfrm>
          <a:off x="0" y="0"/>
          <a:ext cx="0" cy="0"/>
          <a:chOff x="0" y="0"/>
          <a:chExt cx="0" cy="0"/>
        </a:xfrm>
      </p:grpSpPr>
      <p:sp>
        <p:nvSpPr>
          <p:cNvPr id="1099" name="Google Shape;1099;p109"/>
          <p:cNvSpPr txBox="1"/>
          <p:nvPr/>
        </p:nvSpPr>
        <p:spPr>
          <a:xfrm>
            <a:off x="367645" y="235670"/>
            <a:ext cx="2639506"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Count Documents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db.collection.countDocuments()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(&lt;query&gt;,&lt;options&gt;)</a:t>
            </a:r>
            <a:endParaRPr/>
          </a:p>
        </p:txBody>
      </p:sp>
      <p:pic>
        <p:nvPicPr>
          <p:cNvPr id="1100" name="Google Shape;1100;p109"/>
          <p:cNvPicPr preferRelativeResize="0"/>
          <p:nvPr/>
        </p:nvPicPr>
        <p:blipFill rotWithShape="1">
          <a:blip r:embed="rId3">
            <a:alphaModFix/>
          </a:blip>
          <a:srcRect b="0" l="0" r="0" t="0"/>
          <a:stretch/>
        </p:blipFill>
        <p:spPr>
          <a:xfrm>
            <a:off x="232585" y="2194871"/>
            <a:ext cx="2695951" cy="752580"/>
          </a:xfrm>
          <a:prstGeom prst="rect">
            <a:avLst/>
          </a:prstGeom>
          <a:noFill/>
          <a:ln>
            <a:noFill/>
          </a:ln>
        </p:spPr>
      </p:pic>
      <p:pic>
        <p:nvPicPr>
          <p:cNvPr id="1101" name="Google Shape;1101;p109"/>
          <p:cNvPicPr preferRelativeResize="0"/>
          <p:nvPr/>
        </p:nvPicPr>
        <p:blipFill rotWithShape="1">
          <a:blip r:embed="rId4">
            <a:alphaModFix/>
          </a:blip>
          <a:srcRect b="0" l="0" r="0" t="0"/>
          <a:stretch/>
        </p:blipFill>
        <p:spPr>
          <a:xfrm>
            <a:off x="232585" y="3171789"/>
            <a:ext cx="3924848" cy="514422"/>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sp>
        <p:nvSpPr>
          <p:cNvPr id="1106" name="Google Shape;1106;p110"/>
          <p:cNvSpPr txBox="1"/>
          <p:nvPr/>
        </p:nvSpPr>
        <p:spPr>
          <a:xfrm>
            <a:off x="160256" y="197963"/>
            <a:ext cx="177223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Lab</a:t>
            </a:r>
            <a:endParaRPr/>
          </a:p>
        </p:txBody>
      </p:sp>
      <p:pic>
        <p:nvPicPr>
          <p:cNvPr id="1107" name="Google Shape;1107;p110"/>
          <p:cNvPicPr preferRelativeResize="0"/>
          <p:nvPr/>
        </p:nvPicPr>
        <p:blipFill rotWithShape="1">
          <a:blip r:embed="rId3">
            <a:alphaModFix/>
          </a:blip>
          <a:srcRect b="0" l="0" r="0" t="0"/>
          <a:stretch/>
        </p:blipFill>
        <p:spPr>
          <a:xfrm>
            <a:off x="194439" y="567295"/>
            <a:ext cx="3934374" cy="2534004"/>
          </a:xfrm>
          <a:prstGeom prst="rect">
            <a:avLst/>
          </a:prstGeom>
          <a:noFill/>
          <a:ln>
            <a:noFill/>
          </a:ln>
        </p:spPr>
      </p:pic>
      <p:pic>
        <p:nvPicPr>
          <p:cNvPr id="1108" name="Google Shape;1108;p110"/>
          <p:cNvPicPr preferRelativeResize="0"/>
          <p:nvPr/>
        </p:nvPicPr>
        <p:blipFill rotWithShape="1">
          <a:blip r:embed="rId4">
            <a:alphaModFix/>
          </a:blip>
          <a:srcRect b="0" l="0" r="0" t="0"/>
          <a:stretch/>
        </p:blipFill>
        <p:spPr>
          <a:xfrm>
            <a:off x="194439" y="3318492"/>
            <a:ext cx="4636322" cy="330652"/>
          </a:xfrm>
          <a:prstGeom prst="rect">
            <a:avLst/>
          </a:prstGeom>
          <a:noFill/>
          <a:ln>
            <a:noFill/>
          </a:ln>
        </p:spPr>
      </p:pic>
      <p:pic>
        <p:nvPicPr>
          <p:cNvPr id="1109" name="Google Shape;1109;p110"/>
          <p:cNvPicPr preferRelativeResize="0"/>
          <p:nvPr/>
        </p:nvPicPr>
        <p:blipFill rotWithShape="1">
          <a:blip r:embed="rId5">
            <a:alphaModFix/>
          </a:blip>
          <a:srcRect b="0" l="0" r="0" t="0"/>
          <a:stretch/>
        </p:blipFill>
        <p:spPr>
          <a:xfrm>
            <a:off x="4830761" y="105095"/>
            <a:ext cx="4001058" cy="1838582"/>
          </a:xfrm>
          <a:prstGeom prst="rect">
            <a:avLst/>
          </a:prstGeom>
          <a:noFill/>
          <a:ln>
            <a:noFill/>
          </a:ln>
        </p:spPr>
      </p:pic>
      <p:pic>
        <p:nvPicPr>
          <p:cNvPr id="1110" name="Google Shape;1110;p110"/>
          <p:cNvPicPr preferRelativeResize="0"/>
          <p:nvPr/>
        </p:nvPicPr>
        <p:blipFill rotWithShape="1">
          <a:blip r:embed="rId6">
            <a:alphaModFix/>
          </a:blip>
          <a:srcRect b="0" l="0" r="0" t="0"/>
          <a:stretch/>
        </p:blipFill>
        <p:spPr>
          <a:xfrm>
            <a:off x="4298425" y="2307432"/>
            <a:ext cx="6683802" cy="323652"/>
          </a:xfrm>
          <a:prstGeom prst="rect">
            <a:avLst/>
          </a:prstGeom>
          <a:noFill/>
          <a:ln>
            <a:noFill/>
          </a:ln>
        </p:spPr>
      </p:pic>
      <p:pic>
        <p:nvPicPr>
          <p:cNvPr id="1111" name="Google Shape;1111;p110"/>
          <p:cNvPicPr preferRelativeResize="0"/>
          <p:nvPr/>
        </p:nvPicPr>
        <p:blipFill rotWithShape="1">
          <a:blip r:embed="rId7">
            <a:alphaModFix/>
          </a:blip>
          <a:srcRect b="0" l="0" r="0" t="0"/>
          <a:stretch/>
        </p:blipFill>
        <p:spPr>
          <a:xfrm>
            <a:off x="5637897" y="2820993"/>
            <a:ext cx="3781953" cy="1800476"/>
          </a:xfrm>
          <a:prstGeom prst="rect">
            <a:avLst/>
          </a:prstGeom>
          <a:noFill/>
          <a:ln>
            <a:noFill/>
          </a:ln>
        </p:spPr>
      </p:pic>
      <p:pic>
        <p:nvPicPr>
          <p:cNvPr id="1112" name="Google Shape;1112;p110"/>
          <p:cNvPicPr preferRelativeResize="0"/>
          <p:nvPr/>
        </p:nvPicPr>
        <p:blipFill rotWithShape="1">
          <a:blip r:embed="rId8">
            <a:alphaModFix/>
          </a:blip>
          <a:srcRect b="0" l="0" r="0" t="0"/>
          <a:stretch/>
        </p:blipFill>
        <p:spPr>
          <a:xfrm>
            <a:off x="770002" y="5137403"/>
            <a:ext cx="10212225" cy="342948"/>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p111"/>
          <p:cNvSpPr txBox="1"/>
          <p:nvPr/>
        </p:nvSpPr>
        <p:spPr>
          <a:xfrm>
            <a:off x="367645" y="273377"/>
            <a:ext cx="98981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Quiz</a:t>
            </a:r>
            <a:endParaRPr/>
          </a:p>
        </p:txBody>
      </p:sp>
      <p:pic>
        <p:nvPicPr>
          <p:cNvPr id="1118" name="Google Shape;1118;p111"/>
          <p:cNvPicPr preferRelativeResize="0"/>
          <p:nvPr/>
        </p:nvPicPr>
        <p:blipFill rotWithShape="1">
          <a:blip r:embed="rId3">
            <a:alphaModFix/>
          </a:blip>
          <a:srcRect b="0" l="0" r="0" t="0"/>
          <a:stretch/>
        </p:blipFill>
        <p:spPr>
          <a:xfrm>
            <a:off x="259842" y="744779"/>
            <a:ext cx="6838541" cy="2514169"/>
          </a:xfrm>
          <a:prstGeom prst="rect">
            <a:avLst/>
          </a:prstGeom>
          <a:noFill/>
          <a:ln>
            <a:noFill/>
          </a:ln>
        </p:spPr>
      </p:pic>
      <p:pic>
        <p:nvPicPr>
          <p:cNvPr id="1119" name="Google Shape;1119;p111"/>
          <p:cNvPicPr preferRelativeResize="0"/>
          <p:nvPr/>
        </p:nvPicPr>
        <p:blipFill rotWithShape="1">
          <a:blip r:embed="rId4">
            <a:alphaModFix/>
          </a:blip>
          <a:srcRect b="0" l="0" r="0" t="0"/>
          <a:stretch/>
        </p:blipFill>
        <p:spPr>
          <a:xfrm>
            <a:off x="259841" y="3258948"/>
            <a:ext cx="6838541" cy="2414292"/>
          </a:xfrm>
          <a:prstGeom prst="rect">
            <a:avLst/>
          </a:prstGeom>
          <a:noFill/>
          <a:ln>
            <a:noFill/>
          </a:ln>
        </p:spPr>
      </p:pic>
      <p:pic>
        <p:nvPicPr>
          <p:cNvPr id="1120" name="Google Shape;1120;p111"/>
          <p:cNvPicPr preferRelativeResize="0"/>
          <p:nvPr/>
        </p:nvPicPr>
        <p:blipFill rotWithShape="1">
          <a:blip r:embed="rId5">
            <a:alphaModFix/>
          </a:blip>
          <a:srcRect b="0" l="0" r="0" t="0"/>
          <a:stretch/>
        </p:blipFill>
        <p:spPr>
          <a:xfrm>
            <a:off x="7438816" y="1747418"/>
            <a:ext cx="3705742" cy="2495898"/>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graphicFrame>
        <p:nvGraphicFramePr>
          <p:cNvPr id="1125" name="Google Shape;1125;p112"/>
          <p:cNvGraphicFramePr/>
          <p:nvPr/>
        </p:nvGraphicFramePr>
        <p:xfrm>
          <a:off x="1457478" y="0"/>
          <a:ext cx="8855319" cy="6858000"/>
        </p:xfrm>
        <a:graphic>
          <a:graphicData uri="http://schemas.openxmlformats.org/presentationml/2006/ole">
            <mc:AlternateContent>
              <mc:Choice Requires="v">
                <p:oleObj r:id="rId4" imgH="6858000" imgW="8855319" progId="Acrobat.Document.DC" spid="_x0000_s1">
                  <p:embed/>
                </p:oleObj>
              </mc:Choice>
              <mc:Fallback>
                <p:oleObj r:id="rId5" imgH="6858000" imgW="8855319" progId="Acrobat.Document.DC">
                  <p:embed/>
                  <p:pic>
                    <p:nvPicPr>
                      <p:cNvPr id="1125" name="Google Shape;1125;p112"/>
                      <p:cNvPicPr preferRelativeResize="0"/>
                      <p:nvPr/>
                    </p:nvPicPr>
                    <p:blipFill rotWithShape="1">
                      <a:blip r:embed="rId6">
                        <a:alphaModFix/>
                      </a:blip>
                      <a:srcRect b="0" l="0" r="0" t="0"/>
                      <a:stretch/>
                    </p:blipFill>
                    <p:spPr>
                      <a:xfrm>
                        <a:off x="1457478" y="0"/>
                        <a:ext cx="8855319" cy="6858000"/>
                      </a:xfrm>
                      <a:prstGeom prst="rect">
                        <a:avLst/>
                      </a:prstGeom>
                      <a:noFill/>
                      <a:ln>
                        <a:noFill/>
                      </a:ln>
                    </p:spPr>
                  </p:pic>
                </p:oleObj>
              </mc:Fallback>
            </mc:AlternateContent>
          </a:graphicData>
        </a:graphic>
      </p:graphicFrame>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9" name="Shape 1129"/>
        <p:cNvGrpSpPr/>
        <p:nvPr/>
      </p:nvGrpSpPr>
      <p:grpSpPr>
        <a:xfrm>
          <a:off x="0" y="0"/>
          <a:ext cx="0" cy="0"/>
          <a:chOff x="0" y="0"/>
          <a:chExt cx="0" cy="0"/>
        </a:xfrm>
      </p:grpSpPr>
      <p:sp>
        <p:nvSpPr>
          <p:cNvPr id="1130" name="Google Shape;1130;p113"/>
          <p:cNvSpPr txBox="1"/>
          <p:nvPr>
            <p:ph type="title"/>
          </p:nvPr>
        </p:nvSpPr>
        <p:spPr>
          <a:xfrm>
            <a:off x="318312" y="237185"/>
            <a:ext cx="11416488" cy="1231106"/>
          </a:xfrm>
          <a:prstGeom prst="rect">
            <a:avLst/>
          </a:prstGeom>
          <a:noFill/>
          <a:ln>
            <a:noFill/>
          </a:ln>
        </p:spPr>
        <p:txBody>
          <a:bodyPr anchorCtr="0" anchor="t" bIns="0" lIns="0" spcFirstLastPara="1" rIns="0" wrap="square" tIns="0">
            <a:normAutofit/>
          </a:bodyPr>
          <a:lstStyle/>
          <a:p>
            <a:pPr indent="0" lvl="0" marL="0" rtl="0" algn="l">
              <a:lnSpc>
                <a:spcPct val="80000"/>
              </a:lnSpc>
              <a:spcBef>
                <a:spcPts val="0"/>
              </a:spcBef>
              <a:spcAft>
                <a:spcPts val="0"/>
              </a:spcAft>
              <a:buClr>
                <a:srgbClr val="252525"/>
              </a:buClr>
              <a:buSzPts val="4000"/>
              <a:buFont typeface="Verdana"/>
              <a:buNone/>
            </a:pPr>
            <a:r>
              <a:rPr lang="en-GB"/>
              <a:t>Querying your Collection and Documents</a:t>
            </a:r>
            <a:endParaRPr/>
          </a:p>
        </p:txBody>
      </p:sp>
      <p:sp>
        <p:nvSpPr>
          <p:cNvPr id="1131" name="Google Shape;1131;p113"/>
          <p:cNvSpPr txBox="1"/>
          <p:nvPr>
            <p:ph idx="1" type="body"/>
          </p:nvPr>
        </p:nvSpPr>
        <p:spPr>
          <a:xfrm>
            <a:off x="422031" y="1510878"/>
            <a:ext cx="5303520" cy="1415772"/>
          </a:xfrm>
          <a:prstGeom prst="rect">
            <a:avLst/>
          </a:prstGeom>
          <a:noFill/>
          <a:ln>
            <a:noFill/>
          </a:ln>
        </p:spPr>
        <p:txBody>
          <a:bodyPr anchorCtr="0" anchor="t" bIns="0" lIns="0" spcFirstLastPara="1" rIns="0" wrap="square" tIns="0">
            <a:spAutoFit/>
          </a:bodyPr>
          <a:lstStyle/>
          <a:p>
            <a:pPr indent="-285652" lvl="1" marL="742698" rtl="0" algn="l">
              <a:spcBef>
                <a:spcPts val="0"/>
              </a:spcBef>
              <a:spcAft>
                <a:spcPts val="0"/>
              </a:spcAft>
              <a:buClr>
                <a:schemeClr val="dk1"/>
              </a:buClr>
              <a:buSzPts val="1000"/>
              <a:buChar char="–"/>
            </a:pPr>
            <a:r>
              <a:rPr lang="en-GB">
                <a:latin typeface="Helvetica Neue"/>
                <a:ea typeface="Helvetica Neue"/>
                <a:cs typeface="Helvetica Neue"/>
                <a:sym typeface="Helvetica Neue"/>
              </a:rPr>
              <a:t>MongoDB Documentation</a:t>
            </a:r>
            <a:endParaRPr u="sng">
              <a:solidFill>
                <a:srgbClr val="0563C1"/>
              </a:solidFill>
              <a:latin typeface="Helvetica Neue"/>
              <a:ea typeface="Helvetica Neue"/>
              <a:cs typeface="Helvetica Neue"/>
              <a:sym typeface="Helvetica Neue"/>
              <a:hlinkClick r:id="rId3">
                <a:extLst>
                  <a:ext uri="{A12FA001-AC4F-418D-AE19-62706E023703}">
                    <ahyp:hlinkClr val="tx"/>
                  </a:ext>
                </a:extLst>
              </a:hlinkClick>
            </a:endParaRPr>
          </a:p>
          <a:p>
            <a:pPr indent="-285750" lvl="1" marL="742950" rtl="0" algn="l">
              <a:spcBef>
                <a:spcPts val="1050"/>
              </a:spcBef>
              <a:spcAft>
                <a:spcPts val="0"/>
              </a:spcAft>
              <a:buClr>
                <a:srgbClr val="0563C1"/>
              </a:buClr>
              <a:buSzPts val="1000"/>
              <a:buFont typeface="Courier New"/>
              <a:buChar char="o"/>
            </a:pPr>
            <a:r>
              <a:rPr lang="en-GB" u="sng">
                <a:solidFill>
                  <a:srgbClr val="0563C1"/>
                </a:solidFill>
                <a:latin typeface="Helvetica Neue"/>
                <a:ea typeface="Helvetica Neue"/>
                <a:cs typeface="Helvetica Neue"/>
                <a:sym typeface="Helvetica Neue"/>
                <a:hlinkClick r:id="rId4">
                  <a:extLst>
                    <a:ext uri="{A12FA001-AC4F-418D-AE19-62706E023703}">
                      <ahyp:hlinkClr val="tx"/>
                    </a:ext>
                  </a:extLst>
                </a:hlinkClick>
              </a:rPr>
              <a:t>Query Your Data</a:t>
            </a:r>
            <a:endParaRPr>
              <a:latin typeface="Helvetica Neue"/>
              <a:ea typeface="Helvetica Neue"/>
              <a:cs typeface="Helvetica Neue"/>
              <a:sym typeface="Helvetica Neue"/>
            </a:endParaRPr>
          </a:p>
          <a:p>
            <a:pPr indent="-285750" lvl="1" marL="742950" rtl="0" algn="l">
              <a:spcBef>
                <a:spcPts val="1050"/>
              </a:spcBef>
              <a:spcAft>
                <a:spcPts val="0"/>
              </a:spcAft>
              <a:buClr>
                <a:srgbClr val="0563C1"/>
              </a:buClr>
              <a:buSzPts val="1000"/>
              <a:buFont typeface="Courier New"/>
              <a:buChar char="o"/>
            </a:pPr>
            <a:r>
              <a:rPr lang="en-GB" u="sng">
                <a:solidFill>
                  <a:srgbClr val="0563C1"/>
                </a:solidFill>
                <a:latin typeface="Helvetica Neue"/>
                <a:ea typeface="Helvetica Neue"/>
                <a:cs typeface="Helvetica Neue"/>
                <a:sym typeface="Helvetica Neue"/>
                <a:hlinkClick r:id="rId5">
                  <a:extLst>
                    <a:ext uri="{A12FA001-AC4F-418D-AE19-62706E023703}">
                      <ahyp:hlinkClr val="tx"/>
                    </a:ext>
                  </a:extLst>
                </a:hlinkClick>
              </a:rPr>
              <a:t>Manage Indexes</a:t>
            </a:r>
            <a:endParaRPr>
              <a:latin typeface="Helvetica Neue"/>
              <a:ea typeface="Helvetica Neue"/>
              <a:cs typeface="Helvetica Neue"/>
              <a:sym typeface="Helvetica Neue"/>
            </a:endParaRPr>
          </a:p>
          <a:p>
            <a:pPr indent="-139583" lvl="0" marL="342783" rtl="0" algn="l">
              <a:spcBef>
                <a:spcPts val="1950"/>
              </a:spcBef>
              <a:spcAft>
                <a:spcPts val="0"/>
              </a:spcAft>
              <a:buClr>
                <a:schemeClr val="dk1"/>
              </a:buClr>
              <a:buSzPts val="3200"/>
              <a:buNone/>
            </a:pPr>
            <a:r>
              <a:t/>
            </a:r>
            <a:endParaRPr/>
          </a:p>
        </p:txBody>
      </p:sp>
      <p:pic>
        <p:nvPicPr>
          <p:cNvPr id="1132" name="Google Shape;1132;p113">
            <a:hlinkClick r:id="rId6"/>
          </p:cNvPr>
          <p:cNvPicPr preferRelativeResize="0"/>
          <p:nvPr/>
        </p:nvPicPr>
        <p:blipFill rotWithShape="1">
          <a:blip r:embed="rId7">
            <a:alphaModFix/>
          </a:blip>
          <a:srcRect b="0" l="0" r="0" t="0"/>
          <a:stretch/>
        </p:blipFill>
        <p:spPr>
          <a:xfrm>
            <a:off x="172720" y="3565344"/>
            <a:ext cx="11176000" cy="2958353"/>
          </a:xfrm>
          <a:prstGeom prst="rect">
            <a:avLst/>
          </a:prstGeom>
          <a:noFill/>
          <a:ln>
            <a:noFill/>
          </a:ln>
        </p:spPr>
      </p:pic>
      <p:pic>
        <p:nvPicPr>
          <p:cNvPr id="1133" name="Google Shape;1133;p113">
            <a:hlinkClick r:id="rId8"/>
          </p:cNvPr>
          <p:cNvPicPr preferRelativeResize="0"/>
          <p:nvPr/>
        </p:nvPicPr>
        <p:blipFill rotWithShape="1">
          <a:blip r:embed="rId9">
            <a:alphaModFix/>
          </a:blip>
          <a:srcRect b="0" l="0" r="0" t="0"/>
          <a:stretch/>
        </p:blipFill>
        <p:spPr>
          <a:xfrm>
            <a:off x="6248400" y="1597611"/>
            <a:ext cx="2806090" cy="1648386"/>
          </a:xfrm>
          <a:prstGeom prst="rect">
            <a:avLst/>
          </a:prstGeom>
          <a:noFill/>
          <a:ln>
            <a:noFill/>
          </a:ln>
        </p:spPr>
      </p:pic>
      <p:sp>
        <p:nvSpPr>
          <p:cNvPr id="1134" name="Google Shape;1134;p113"/>
          <p:cNvSpPr txBox="1"/>
          <p:nvPr/>
        </p:nvSpPr>
        <p:spPr>
          <a:xfrm>
            <a:off x="5854090" y="972269"/>
            <a:ext cx="6096000" cy="5386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100" u="sng">
                <a:solidFill>
                  <a:srgbClr val="464646"/>
                </a:solidFill>
                <a:latin typeface="Arial"/>
                <a:ea typeface="Arial"/>
                <a:cs typeface="Arial"/>
                <a:sym typeface="Arial"/>
                <a:hlinkClick r:id="rId10">
                  <a:extLst>
                    <a:ext uri="{A12FA001-AC4F-418D-AE19-62706E023703}">
                      <ahyp:hlinkClr val="tx"/>
                    </a:ext>
                  </a:extLst>
                </a:hlinkClick>
              </a:rPr>
              <a:t>MongoDB Compass </a:t>
            </a:r>
            <a:endParaRPr sz="1100">
              <a:solidFill>
                <a:schemeClr val="dk1"/>
              </a:solidFill>
              <a:latin typeface="Arial"/>
              <a:ea typeface="Arial"/>
              <a:cs typeface="Arial"/>
              <a:sym typeface="Arial"/>
            </a:endParaRPr>
          </a:p>
          <a:p>
            <a:pPr indent="0" lvl="0" marL="0" marR="0" rtl="0" algn="l">
              <a:spcBef>
                <a:spcPts val="0"/>
              </a:spcBef>
              <a:spcAft>
                <a:spcPts val="0"/>
              </a:spcAft>
              <a:buNone/>
            </a:pPr>
            <a:r>
              <a:rPr lang="en-GB" sz="1800" u="sng">
                <a:solidFill>
                  <a:srgbClr val="0000FF"/>
                </a:solidFill>
                <a:latin typeface="Arial"/>
                <a:ea typeface="Arial"/>
                <a:cs typeface="Arial"/>
                <a:sym typeface="Arial"/>
                <a:hlinkClick r:id="rId11">
                  <a:extLst>
                    <a:ext uri="{A12FA001-AC4F-418D-AE19-62706E023703}">
                      <ahyp:hlinkClr val="tx"/>
                    </a:ext>
                  </a:extLst>
                </a:hlinkClick>
              </a:rPr>
              <a:t>09 Filtering Collections with Queries</a:t>
            </a:r>
            <a:endParaRPr sz="1800">
              <a:solidFill>
                <a:schemeClr val="dk1"/>
              </a:solidFill>
              <a:latin typeface="Calibri"/>
              <a:ea typeface="Calibri"/>
              <a:cs typeface="Calibri"/>
              <a:sym typeface="Calibri"/>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sp>
        <p:nvSpPr>
          <p:cNvPr id="1139" name="Google Shape;1139;p114"/>
          <p:cNvSpPr txBox="1"/>
          <p:nvPr>
            <p:ph type="title"/>
          </p:nvPr>
        </p:nvSpPr>
        <p:spPr>
          <a:xfrm>
            <a:off x="379514" y="182215"/>
            <a:ext cx="11524432" cy="1063487"/>
          </a:xfrm>
          <a:prstGeom prst="rect">
            <a:avLst/>
          </a:prstGeom>
          <a:noFill/>
          <a:ln>
            <a:noFill/>
          </a:ln>
        </p:spPr>
        <p:txBody>
          <a:bodyPr anchorCtr="0" anchor="t" bIns="0" lIns="0" spcFirstLastPara="1" rIns="0" wrap="square" tIns="0">
            <a:normAutofit/>
          </a:bodyPr>
          <a:lstStyle/>
          <a:p>
            <a:pPr indent="0" lvl="0" marL="0" rtl="0" algn="l">
              <a:lnSpc>
                <a:spcPct val="80000"/>
              </a:lnSpc>
              <a:spcBef>
                <a:spcPts val="0"/>
              </a:spcBef>
              <a:spcAft>
                <a:spcPts val="0"/>
              </a:spcAft>
              <a:buClr>
                <a:srgbClr val="252525"/>
              </a:buClr>
              <a:buSzPts val="4000"/>
              <a:buFont typeface="Calibri"/>
              <a:buNone/>
            </a:pPr>
            <a:r>
              <a:rPr lang="en-GB" sz="4000">
                <a:latin typeface="Calibri"/>
                <a:ea typeface="Calibri"/>
                <a:cs typeface="Calibri"/>
                <a:sym typeface="Calibri"/>
              </a:rPr>
              <a:t>Next Steps - </a:t>
            </a:r>
            <a:r>
              <a:rPr b="0" i="0" lang="en-GB" u="sng">
                <a:solidFill>
                  <a:srgbClr val="00684A"/>
                </a:solidFill>
                <a:latin typeface="Arial"/>
                <a:ea typeface="Arial"/>
                <a:cs typeface="Arial"/>
                <a:sym typeface="Arial"/>
                <a:hlinkClick r:id="rId3">
                  <a:extLst>
                    <a:ext uri="{A12FA001-AC4F-418D-AE19-62706E023703}">
                      <ahyp:hlinkClr val="tx"/>
                    </a:ext>
                  </a:extLst>
                </a:hlinkClick>
              </a:rPr>
              <a:t>Analyze Your Data Schema</a:t>
            </a:r>
            <a:endParaRPr/>
          </a:p>
        </p:txBody>
      </p:sp>
      <p:pic>
        <p:nvPicPr>
          <p:cNvPr id="1140" name="Google Shape;1140;p114">
            <a:hlinkClick r:id="rId4"/>
          </p:cNvPr>
          <p:cNvPicPr preferRelativeResize="0"/>
          <p:nvPr/>
        </p:nvPicPr>
        <p:blipFill rotWithShape="1">
          <a:blip r:embed="rId5">
            <a:alphaModFix/>
          </a:blip>
          <a:srcRect b="0" l="0" r="0" t="0"/>
          <a:stretch/>
        </p:blipFill>
        <p:spPr>
          <a:xfrm>
            <a:off x="330035" y="2147634"/>
            <a:ext cx="5580039" cy="3221990"/>
          </a:xfrm>
          <a:prstGeom prst="rect">
            <a:avLst/>
          </a:prstGeom>
          <a:noFill/>
          <a:ln>
            <a:noFill/>
          </a:ln>
        </p:spPr>
      </p:pic>
      <p:sp>
        <p:nvSpPr>
          <p:cNvPr id="1141" name="Google Shape;1141;p114"/>
          <p:cNvSpPr txBox="1"/>
          <p:nvPr/>
        </p:nvSpPr>
        <p:spPr>
          <a:xfrm>
            <a:off x="330035" y="1295400"/>
            <a:ext cx="5580039" cy="5386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100" u="sng">
                <a:solidFill>
                  <a:srgbClr val="464646"/>
                </a:solidFill>
                <a:latin typeface="Arial"/>
                <a:ea typeface="Arial"/>
                <a:cs typeface="Arial"/>
                <a:sym typeface="Arial"/>
                <a:hlinkClick r:id="rId6">
                  <a:extLst>
                    <a:ext uri="{A12FA001-AC4F-418D-AE19-62706E023703}">
                      <ahyp:hlinkClr val="tx"/>
                    </a:ext>
                  </a:extLst>
                </a:hlinkClick>
              </a:rPr>
              <a:t>MongoDB Compass </a:t>
            </a:r>
            <a:endParaRPr sz="1100">
              <a:solidFill>
                <a:schemeClr val="dk1"/>
              </a:solidFill>
              <a:latin typeface="Arial"/>
              <a:ea typeface="Arial"/>
              <a:cs typeface="Arial"/>
              <a:sym typeface="Arial"/>
            </a:endParaRPr>
          </a:p>
          <a:p>
            <a:pPr indent="0" lvl="0" marL="0" marR="0" rtl="0" algn="l">
              <a:spcBef>
                <a:spcPts val="0"/>
              </a:spcBef>
              <a:spcAft>
                <a:spcPts val="0"/>
              </a:spcAft>
              <a:buNone/>
            </a:pPr>
            <a:r>
              <a:rPr lang="en-GB" sz="1800" u="sng">
                <a:solidFill>
                  <a:srgbClr val="0000FF"/>
                </a:solidFill>
                <a:latin typeface="Arial"/>
                <a:ea typeface="Arial"/>
                <a:cs typeface="Arial"/>
                <a:sym typeface="Arial"/>
                <a:hlinkClick r:id="rId7">
                  <a:extLst>
                    <a:ext uri="{A12FA001-AC4F-418D-AE19-62706E023703}">
                      <ahyp:hlinkClr val="tx"/>
                    </a:ext>
                  </a:extLst>
                </a:hlinkClick>
              </a:rPr>
              <a:t>08a MongoDB An Introduction to Schema Analytics</a:t>
            </a:r>
            <a:endParaRPr sz="1800">
              <a:solidFill>
                <a:schemeClr val="dk1"/>
              </a:solidFill>
              <a:latin typeface="Calibri"/>
              <a:ea typeface="Calibri"/>
              <a:cs typeface="Calibri"/>
              <a:sym typeface="Calibri"/>
            </a:endParaRPr>
          </a:p>
        </p:txBody>
      </p:sp>
      <p:sp>
        <p:nvSpPr>
          <p:cNvPr id="1142" name="Google Shape;1142;p114"/>
          <p:cNvSpPr txBox="1"/>
          <p:nvPr/>
        </p:nvSpPr>
        <p:spPr>
          <a:xfrm>
            <a:off x="6625181" y="1295400"/>
            <a:ext cx="4947138" cy="5386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100" u="sng">
                <a:solidFill>
                  <a:srgbClr val="464646"/>
                </a:solidFill>
                <a:latin typeface="Arial"/>
                <a:ea typeface="Arial"/>
                <a:cs typeface="Arial"/>
                <a:sym typeface="Arial"/>
                <a:hlinkClick r:id="rId8">
                  <a:extLst>
                    <a:ext uri="{A12FA001-AC4F-418D-AE19-62706E023703}">
                      <ahyp:hlinkClr val="tx"/>
                    </a:ext>
                  </a:extLst>
                </a:hlinkClick>
              </a:rPr>
              <a:t>MongoDB Compass </a:t>
            </a:r>
            <a:endParaRPr sz="1100">
              <a:solidFill>
                <a:schemeClr val="dk1"/>
              </a:solidFill>
              <a:latin typeface="Arial"/>
              <a:ea typeface="Arial"/>
              <a:cs typeface="Arial"/>
              <a:sym typeface="Arial"/>
            </a:endParaRPr>
          </a:p>
          <a:p>
            <a:pPr indent="0" lvl="0" marL="0" marR="0" rtl="0" algn="l">
              <a:spcBef>
                <a:spcPts val="0"/>
              </a:spcBef>
              <a:spcAft>
                <a:spcPts val="0"/>
              </a:spcAft>
              <a:buNone/>
            </a:pPr>
            <a:r>
              <a:rPr lang="en-GB" sz="1800" u="sng">
                <a:solidFill>
                  <a:srgbClr val="0000FF"/>
                </a:solidFill>
                <a:latin typeface="Arial"/>
                <a:ea typeface="Arial"/>
                <a:cs typeface="Arial"/>
                <a:sym typeface="Arial"/>
                <a:hlinkClick r:id="rId9">
                  <a:extLst>
                    <a:ext uri="{A12FA001-AC4F-418D-AE19-62706E023703}">
                      <ahyp:hlinkClr val="tx"/>
                    </a:ext>
                  </a:extLst>
                </a:hlinkClick>
              </a:rPr>
              <a:t>08b MongoDB Schema Field Distribution</a:t>
            </a:r>
            <a:endParaRPr sz="1800">
              <a:solidFill>
                <a:schemeClr val="dk1"/>
              </a:solidFill>
              <a:latin typeface="Calibri"/>
              <a:ea typeface="Calibri"/>
              <a:cs typeface="Calibri"/>
              <a:sym typeface="Calibri"/>
            </a:endParaRPr>
          </a:p>
        </p:txBody>
      </p:sp>
      <p:pic>
        <p:nvPicPr>
          <p:cNvPr id="1143" name="Google Shape;1143;p114"/>
          <p:cNvPicPr preferRelativeResize="0"/>
          <p:nvPr/>
        </p:nvPicPr>
        <p:blipFill rotWithShape="1">
          <a:blip r:embed="rId10">
            <a:alphaModFix/>
          </a:blip>
          <a:srcRect b="0" l="0" r="0" t="0"/>
          <a:stretch/>
        </p:blipFill>
        <p:spPr>
          <a:xfrm>
            <a:off x="6426035" y="2167901"/>
            <a:ext cx="5345430" cy="3181456"/>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p115"/>
          <p:cNvSpPr txBox="1"/>
          <p:nvPr>
            <p:ph type="title"/>
          </p:nvPr>
        </p:nvSpPr>
        <p:spPr>
          <a:xfrm>
            <a:off x="144379" y="182216"/>
            <a:ext cx="11923295" cy="635932"/>
          </a:xfrm>
          <a:prstGeom prst="rect">
            <a:avLst/>
          </a:prstGeom>
          <a:noFill/>
          <a:ln>
            <a:noFill/>
          </a:ln>
        </p:spPr>
        <p:txBody>
          <a:bodyPr anchorCtr="0" anchor="t" bIns="45700" lIns="91400" spcFirstLastPara="1" rIns="91400" wrap="square" tIns="45700">
            <a:noAutofit/>
          </a:bodyPr>
          <a:lstStyle/>
          <a:p>
            <a:pPr indent="0" lvl="0" marL="0" rtl="0" algn="l">
              <a:lnSpc>
                <a:spcPct val="80000"/>
              </a:lnSpc>
              <a:spcBef>
                <a:spcPts val="0"/>
              </a:spcBef>
              <a:spcAft>
                <a:spcPts val="0"/>
              </a:spcAft>
              <a:buClr>
                <a:srgbClr val="333333"/>
              </a:buClr>
              <a:buSzPts val="3600"/>
              <a:buFont typeface="Arial"/>
              <a:buNone/>
            </a:pPr>
            <a:r>
              <a:rPr lang="en-GB" sz="3600" u="sng">
                <a:solidFill>
                  <a:srgbClr val="333333"/>
                </a:solidFill>
                <a:latin typeface="Arial"/>
                <a:ea typeface="Arial"/>
                <a:cs typeface="Arial"/>
                <a:sym typeface="Arial"/>
                <a:hlinkClick r:id="rId3">
                  <a:extLst>
                    <a:ext uri="{A12FA001-AC4F-418D-AE19-62706E023703}">
                      <ahyp:hlinkClr val="tx"/>
                    </a:ext>
                  </a:extLst>
                </a:hlinkClick>
              </a:rPr>
              <a:t>Unit 7: MongoDB Aggregation</a:t>
            </a:r>
            <a:endParaRPr sz="2400"/>
          </a:p>
        </p:txBody>
      </p:sp>
      <p:pic>
        <p:nvPicPr>
          <p:cNvPr id="1149" name="Google Shape;1149;p115">
            <a:hlinkClick r:id="rId4"/>
          </p:cNvPr>
          <p:cNvPicPr preferRelativeResize="0"/>
          <p:nvPr/>
        </p:nvPicPr>
        <p:blipFill rotWithShape="1">
          <a:blip r:embed="rId5">
            <a:alphaModFix/>
          </a:blip>
          <a:srcRect b="0" l="0" r="0" t="0"/>
          <a:stretch/>
        </p:blipFill>
        <p:spPr>
          <a:xfrm>
            <a:off x="0" y="1407590"/>
            <a:ext cx="12192000" cy="4042820"/>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sp>
        <p:nvSpPr>
          <p:cNvPr id="1154" name="Google Shape;1154;p116"/>
          <p:cNvSpPr txBox="1"/>
          <p:nvPr/>
        </p:nvSpPr>
        <p:spPr>
          <a:xfrm>
            <a:off x="461913" y="263951"/>
            <a:ext cx="169682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Aggregation</a:t>
            </a:r>
            <a:endParaRPr/>
          </a:p>
        </p:txBody>
      </p:sp>
      <p:sp>
        <p:nvSpPr>
          <p:cNvPr id="1155" name="Google Shape;1155;p116"/>
          <p:cNvSpPr txBox="1"/>
          <p:nvPr/>
        </p:nvSpPr>
        <p:spPr>
          <a:xfrm>
            <a:off x="2158738" y="1470581"/>
            <a:ext cx="7692272"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Db.collection.aggregate([</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{$stage_name:{&lt;expression&gt;}},</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{$stage_name:{&lt;expression&gt;}}</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a:t>
            </a:r>
            <a:endParaRPr/>
          </a:p>
        </p:txBody>
      </p:sp>
      <p:pic>
        <p:nvPicPr>
          <p:cNvPr id="1156" name="Google Shape;1156;p116"/>
          <p:cNvPicPr preferRelativeResize="0"/>
          <p:nvPr/>
        </p:nvPicPr>
        <p:blipFill rotWithShape="1">
          <a:blip r:embed="rId3">
            <a:alphaModFix/>
          </a:blip>
          <a:srcRect b="0" l="0" r="0" t="0"/>
          <a:stretch/>
        </p:blipFill>
        <p:spPr>
          <a:xfrm>
            <a:off x="6254991" y="1195857"/>
            <a:ext cx="4753638" cy="5220429"/>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0" name="Shape 1160"/>
        <p:cNvGrpSpPr/>
        <p:nvPr/>
      </p:nvGrpSpPr>
      <p:grpSpPr>
        <a:xfrm>
          <a:off x="0" y="0"/>
          <a:ext cx="0" cy="0"/>
          <a:chOff x="0" y="0"/>
          <a:chExt cx="0" cy="0"/>
        </a:xfrm>
      </p:grpSpPr>
      <p:sp>
        <p:nvSpPr>
          <p:cNvPr id="1161" name="Google Shape;1161;p117"/>
          <p:cNvSpPr txBox="1"/>
          <p:nvPr/>
        </p:nvSpPr>
        <p:spPr>
          <a:xfrm>
            <a:off x="226243" y="169682"/>
            <a:ext cx="148943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Quiz</a:t>
            </a:r>
            <a:endParaRPr/>
          </a:p>
        </p:txBody>
      </p:sp>
      <p:pic>
        <p:nvPicPr>
          <p:cNvPr id="1162" name="Google Shape;1162;p117"/>
          <p:cNvPicPr preferRelativeResize="0"/>
          <p:nvPr/>
        </p:nvPicPr>
        <p:blipFill rotWithShape="1">
          <a:blip r:embed="rId3">
            <a:alphaModFix/>
          </a:blip>
          <a:srcRect b="0" l="0" r="0" t="0"/>
          <a:stretch/>
        </p:blipFill>
        <p:spPr>
          <a:xfrm>
            <a:off x="226243" y="787321"/>
            <a:ext cx="6579950" cy="3444765"/>
          </a:xfrm>
          <a:prstGeom prst="rect">
            <a:avLst/>
          </a:prstGeom>
          <a:noFill/>
          <a:ln>
            <a:noFill/>
          </a:ln>
        </p:spPr>
      </p:pic>
      <p:pic>
        <p:nvPicPr>
          <p:cNvPr id="1163" name="Google Shape;1163;p117"/>
          <p:cNvPicPr preferRelativeResize="0"/>
          <p:nvPr/>
        </p:nvPicPr>
        <p:blipFill rotWithShape="1">
          <a:blip r:embed="rId4">
            <a:alphaModFix/>
          </a:blip>
          <a:srcRect b="0" l="0" r="0" t="0"/>
          <a:stretch/>
        </p:blipFill>
        <p:spPr>
          <a:xfrm>
            <a:off x="226243" y="4189382"/>
            <a:ext cx="4995550" cy="2668618"/>
          </a:xfrm>
          <a:prstGeom prst="rect">
            <a:avLst/>
          </a:prstGeom>
          <a:noFill/>
          <a:ln>
            <a:noFill/>
          </a:ln>
        </p:spPr>
      </p:pic>
      <p:pic>
        <p:nvPicPr>
          <p:cNvPr id="1164" name="Google Shape;1164;p117"/>
          <p:cNvPicPr preferRelativeResize="0"/>
          <p:nvPr/>
        </p:nvPicPr>
        <p:blipFill rotWithShape="1">
          <a:blip r:embed="rId5">
            <a:alphaModFix/>
          </a:blip>
          <a:srcRect b="0" l="0" r="0" t="0"/>
          <a:stretch/>
        </p:blipFill>
        <p:spPr>
          <a:xfrm>
            <a:off x="6866555" y="1375307"/>
            <a:ext cx="3686689" cy="2448267"/>
          </a:xfrm>
          <a:prstGeom prst="rect">
            <a:avLst/>
          </a:prstGeom>
          <a:noFill/>
          <a:ln>
            <a:noFill/>
          </a:ln>
        </p:spPr>
      </p:pic>
      <p:pic>
        <p:nvPicPr>
          <p:cNvPr id="1165" name="Google Shape;1165;p117"/>
          <p:cNvPicPr preferRelativeResize="0"/>
          <p:nvPr/>
        </p:nvPicPr>
        <p:blipFill rotWithShape="1">
          <a:blip r:embed="rId6">
            <a:alphaModFix/>
          </a:blip>
          <a:srcRect b="0" l="0" r="0" t="0"/>
          <a:stretch/>
        </p:blipFill>
        <p:spPr>
          <a:xfrm>
            <a:off x="7157968" y="3823574"/>
            <a:ext cx="4348204" cy="2297570"/>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9" name="Shape 1169"/>
        <p:cNvGrpSpPr/>
        <p:nvPr/>
      </p:nvGrpSpPr>
      <p:grpSpPr>
        <a:xfrm>
          <a:off x="0" y="0"/>
          <a:ext cx="0" cy="0"/>
          <a:chOff x="0" y="0"/>
          <a:chExt cx="0" cy="0"/>
        </a:xfrm>
      </p:grpSpPr>
      <p:pic>
        <p:nvPicPr>
          <p:cNvPr id="1170" name="Google Shape;1170;p118"/>
          <p:cNvPicPr preferRelativeResize="0"/>
          <p:nvPr/>
        </p:nvPicPr>
        <p:blipFill rotWithShape="1">
          <a:blip r:embed="rId3">
            <a:alphaModFix/>
          </a:blip>
          <a:srcRect b="0" l="0" r="0" t="0"/>
          <a:stretch/>
        </p:blipFill>
        <p:spPr>
          <a:xfrm>
            <a:off x="518473" y="1727839"/>
            <a:ext cx="4773609" cy="4696527"/>
          </a:xfrm>
          <a:prstGeom prst="rect">
            <a:avLst/>
          </a:prstGeom>
          <a:noFill/>
          <a:ln>
            <a:noFill/>
          </a:ln>
        </p:spPr>
      </p:pic>
      <p:sp>
        <p:nvSpPr>
          <p:cNvPr id="1171" name="Google Shape;1171;p118"/>
          <p:cNvSpPr txBox="1"/>
          <p:nvPr/>
        </p:nvSpPr>
        <p:spPr>
          <a:xfrm>
            <a:off x="631596" y="339365"/>
            <a:ext cx="435518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$match</a:t>
            </a:r>
            <a:endParaRPr/>
          </a:p>
        </p:txBody>
      </p:sp>
      <p:sp>
        <p:nvSpPr>
          <p:cNvPr id="1172" name="Google Shape;1172;p118"/>
          <p:cNvSpPr txBox="1"/>
          <p:nvPr/>
        </p:nvSpPr>
        <p:spPr>
          <a:xfrm>
            <a:off x="7852528" y="339365"/>
            <a:ext cx="152714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$group</a:t>
            </a:r>
            <a:endParaRPr/>
          </a:p>
        </p:txBody>
      </p:sp>
      <p:pic>
        <p:nvPicPr>
          <p:cNvPr id="1173" name="Google Shape;1173;p118"/>
          <p:cNvPicPr preferRelativeResize="0"/>
          <p:nvPr/>
        </p:nvPicPr>
        <p:blipFill rotWithShape="1">
          <a:blip r:embed="rId4">
            <a:alphaModFix/>
          </a:blip>
          <a:srcRect b="0" l="0" r="0" t="0"/>
          <a:stretch/>
        </p:blipFill>
        <p:spPr>
          <a:xfrm>
            <a:off x="5405073" y="2168164"/>
            <a:ext cx="6661106" cy="2568137"/>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p119"/>
          <p:cNvSpPr txBox="1"/>
          <p:nvPr/>
        </p:nvSpPr>
        <p:spPr>
          <a:xfrm>
            <a:off x="245097" y="273377"/>
            <a:ext cx="185708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Lab</a:t>
            </a:r>
            <a:endParaRPr/>
          </a:p>
        </p:txBody>
      </p:sp>
      <p:pic>
        <p:nvPicPr>
          <p:cNvPr id="1179" name="Google Shape;1179;p119"/>
          <p:cNvPicPr preferRelativeResize="0"/>
          <p:nvPr/>
        </p:nvPicPr>
        <p:blipFill rotWithShape="1">
          <a:blip r:embed="rId3">
            <a:alphaModFix/>
          </a:blip>
          <a:srcRect b="0" l="0" r="0" t="0"/>
          <a:stretch/>
        </p:blipFill>
        <p:spPr>
          <a:xfrm>
            <a:off x="280176" y="642709"/>
            <a:ext cx="3877216" cy="1771897"/>
          </a:xfrm>
          <a:prstGeom prst="rect">
            <a:avLst/>
          </a:prstGeom>
          <a:noFill/>
          <a:ln>
            <a:noFill/>
          </a:ln>
        </p:spPr>
      </p:pic>
      <p:pic>
        <p:nvPicPr>
          <p:cNvPr id="1180" name="Google Shape;1180;p119"/>
          <p:cNvPicPr preferRelativeResize="0"/>
          <p:nvPr/>
        </p:nvPicPr>
        <p:blipFill rotWithShape="1">
          <a:blip r:embed="rId4">
            <a:alphaModFix/>
          </a:blip>
          <a:srcRect b="0" l="0" r="0" t="0"/>
          <a:stretch/>
        </p:blipFill>
        <p:spPr>
          <a:xfrm>
            <a:off x="404316" y="2707643"/>
            <a:ext cx="5010849" cy="3467584"/>
          </a:xfrm>
          <a:prstGeom prst="rect">
            <a:avLst/>
          </a:prstGeom>
          <a:noFill/>
          <a:ln>
            <a:noFill/>
          </a:ln>
        </p:spPr>
      </p:pic>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4" name="Shape 1184"/>
        <p:cNvGrpSpPr/>
        <p:nvPr/>
      </p:nvGrpSpPr>
      <p:grpSpPr>
        <a:xfrm>
          <a:off x="0" y="0"/>
          <a:ext cx="0" cy="0"/>
          <a:chOff x="0" y="0"/>
          <a:chExt cx="0" cy="0"/>
        </a:xfrm>
      </p:grpSpPr>
      <p:sp>
        <p:nvSpPr>
          <p:cNvPr id="1185" name="Google Shape;1185;p120"/>
          <p:cNvSpPr txBox="1"/>
          <p:nvPr/>
        </p:nvSpPr>
        <p:spPr>
          <a:xfrm>
            <a:off x="216816" y="263951"/>
            <a:ext cx="121605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Quiz</a:t>
            </a:r>
            <a:endParaRPr/>
          </a:p>
        </p:txBody>
      </p:sp>
      <p:pic>
        <p:nvPicPr>
          <p:cNvPr id="1186" name="Google Shape;1186;p120"/>
          <p:cNvPicPr preferRelativeResize="0"/>
          <p:nvPr/>
        </p:nvPicPr>
        <p:blipFill rotWithShape="1">
          <a:blip r:embed="rId3">
            <a:alphaModFix/>
          </a:blip>
          <a:srcRect b="0" l="0" r="0" t="0"/>
          <a:stretch/>
        </p:blipFill>
        <p:spPr>
          <a:xfrm>
            <a:off x="89862" y="825241"/>
            <a:ext cx="6951961" cy="3069153"/>
          </a:xfrm>
          <a:prstGeom prst="rect">
            <a:avLst/>
          </a:prstGeom>
          <a:noFill/>
          <a:ln>
            <a:noFill/>
          </a:ln>
        </p:spPr>
      </p:pic>
      <p:pic>
        <p:nvPicPr>
          <p:cNvPr id="1187" name="Google Shape;1187;p120"/>
          <p:cNvPicPr preferRelativeResize="0"/>
          <p:nvPr/>
        </p:nvPicPr>
        <p:blipFill rotWithShape="1">
          <a:blip r:embed="rId4">
            <a:alphaModFix/>
          </a:blip>
          <a:srcRect b="0" l="0" r="0" t="0"/>
          <a:stretch/>
        </p:blipFill>
        <p:spPr>
          <a:xfrm>
            <a:off x="216816" y="3629524"/>
            <a:ext cx="7139900" cy="3228476"/>
          </a:xfrm>
          <a:prstGeom prst="rect">
            <a:avLst/>
          </a:prstGeom>
          <a:noFill/>
          <a:ln>
            <a:noFill/>
          </a:ln>
        </p:spPr>
      </p:pic>
      <p:pic>
        <p:nvPicPr>
          <p:cNvPr id="1188" name="Google Shape;1188;p120"/>
          <p:cNvPicPr preferRelativeResize="0"/>
          <p:nvPr/>
        </p:nvPicPr>
        <p:blipFill rotWithShape="1">
          <a:blip r:embed="rId5">
            <a:alphaModFix/>
          </a:blip>
          <a:srcRect b="0" l="0" r="0" t="0"/>
          <a:stretch/>
        </p:blipFill>
        <p:spPr>
          <a:xfrm>
            <a:off x="7574658" y="1732830"/>
            <a:ext cx="3867690" cy="2581635"/>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pic>
        <p:nvPicPr>
          <p:cNvPr id="1193" name="Google Shape;1193;p121"/>
          <p:cNvPicPr preferRelativeResize="0"/>
          <p:nvPr/>
        </p:nvPicPr>
        <p:blipFill rotWithShape="1">
          <a:blip r:embed="rId3">
            <a:alphaModFix/>
          </a:blip>
          <a:srcRect b="0" l="0" r="0" t="0"/>
          <a:stretch/>
        </p:blipFill>
        <p:spPr>
          <a:xfrm>
            <a:off x="1563329" y="1940377"/>
            <a:ext cx="8185556" cy="4092778"/>
          </a:xfrm>
          <a:prstGeom prst="rect">
            <a:avLst/>
          </a:prstGeom>
          <a:noFill/>
          <a:ln>
            <a:noFill/>
          </a:ln>
        </p:spPr>
      </p:pic>
      <p:sp>
        <p:nvSpPr>
          <p:cNvPr id="1194" name="Google Shape;1194;p121"/>
          <p:cNvSpPr txBox="1"/>
          <p:nvPr/>
        </p:nvSpPr>
        <p:spPr>
          <a:xfrm>
            <a:off x="1668544" y="461913"/>
            <a:ext cx="2611225"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$sort</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$limit</a:t>
            </a:r>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sp>
        <p:nvSpPr>
          <p:cNvPr id="1199" name="Google Shape;1199;p122"/>
          <p:cNvSpPr txBox="1"/>
          <p:nvPr/>
        </p:nvSpPr>
        <p:spPr>
          <a:xfrm>
            <a:off x="150829" y="216816"/>
            <a:ext cx="257351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Quiz</a:t>
            </a:r>
            <a:endParaRPr/>
          </a:p>
        </p:txBody>
      </p:sp>
      <p:pic>
        <p:nvPicPr>
          <p:cNvPr id="1200" name="Google Shape;1200;p122"/>
          <p:cNvPicPr preferRelativeResize="0"/>
          <p:nvPr/>
        </p:nvPicPr>
        <p:blipFill rotWithShape="1">
          <a:blip r:embed="rId3">
            <a:alphaModFix/>
          </a:blip>
          <a:srcRect b="0" l="0" r="0" t="0"/>
          <a:stretch/>
        </p:blipFill>
        <p:spPr>
          <a:xfrm>
            <a:off x="570729" y="952154"/>
            <a:ext cx="6480520" cy="2905061"/>
          </a:xfrm>
          <a:prstGeom prst="rect">
            <a:avLst/>
          </a:prstGeom>
          <a:noFill/>
          <a:ln>
            <a:noFill/>
          </a:ln>
        </p:spPr>
      </p:pic>
      <p:pic>
        <p:nvPicPr>
          <p:cNvPr id="1201" name="Google Shape;1201;p122"/>
          <p:cNvPicPr preferRelativeResize="0"/>
          <p:nvPr/>
        </p:nvPicPr>
        <p:blipFill rotWithShape="1">
          <a:blip r:embed="rId4">
            <a:alphaModFix/>
          </a:blip>
          <a:srcRect b="0" l="0" r="0" t="0"/>
          <a:stretch/>
        </p:blipFill>
        <p:spPr>
          <a:xfrm>
            <a:off x="150829" y="3857215"/>
            <a:ext cx="6645938" cy="2865315"/>
          </a:xfrm>
          <a:prstGeom prst="rect">
            <a:avLst/>
          </a:prstGeom>
          <a:noFill/>
          <a:ln>
            <a:noFill/>
          </a:ln>
        </p:spPr>
      </p:pic>
      <p:pic>
        <p:nvPicPr>
          <p:cNvPr id="1202" name="Google Shape;1202;p122"/>
          <p:cNvPicPr preferRelativeResize="0"/>
          <p:nvPr/>
        </p:nvPicPr>
        <p:blipFill rotWithShape="1">
          <a:blip r:embed="rId5">
            <a:alphaModFix/>
          </a:blip>
          <a:srcRect b="0" l="0" r="0" t="0"/>
          <a:stretch/>
        </p:blipFill>
        <p:spPr>
          <a:xfrm>
            <a:off x="7051249" y="1670709"/>
            <a:ext cx="4496427" cy="2743583"/>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6" name="Shape 1206"/>
        <p:cNvGrpSpPr/>
        <p:nvPr/>
      </p:nvGrpSpPr>
      <p:grpSpPr>
        <a:xfrm>
          <a:off x="0" y="0"/>
          <a:ext cx="0" cy="0"/>
          <a:chOff x="0" y="0"/>
          <a:chExt cx="0" cy="0"/>
        </a:xfrm>
      </p:grpSpPr>
      <p:sp>
        <p:nvSpPr>
          <p:cNvPr id="1207" name="Google Shape;1207;p123"/>
          <p:cNvSpPr txBox="1"/>
          <p:nvPr/>
        </p:nvSpPr>
        <p:spPr>
          <a:xfrm>
            <a:off x="207390" y="179109"/>
            <a:ext cx="166854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Lab</a:t>
            </a:r>
            <a:endParaRPr/>
          </a:p>
        </p:txBody>
      </p:sp>
      <p:pic>
        <p:nvPicPr>
          <p:cNvPr id="1208" name="Google Shape;1208;p123"/>
          <p:cNvPicPr preferRelativeResize="0"/>
          <p:nvPr/>
        </p:nvPicPr>
        <p:blipFill rotWithShape="1">
          <a:blip r:embed="rId3">
            <a:alphaModFix/>
          </a:blip>
          <a:srcRect b="0" l="0" r="0" t="0"/>
          <a:stretch/>
        </p:blipFill>
        <p:spPr>
          <a:xfrm>
            <a:off x="207390" y="714848"/>
            <a:ext cx="3505689" cy="1657581"/>
          </a:xfrm>
          <a:prstGeom prst="rect">
            <a:avLst/>
          </a:prstGeom>
          <a:noFill/>
          <a:ln>
            <a:noFill/>
          </a:ln>
        </p:spPr>
      </p:pic>
      <p:pic>
        <p:nvPicPr>
          <p:cNvPr id="1209" name="Google Shape;1209;p123"/>
          <p:cNvPicPr preferRelativeResize="0"/>
          <p:nvPr/>
        </p:nvPicPr>
        <p:blipFill rotWithShape="1">
          <a:blip r:embed="rId4">
            <a:alphaModFix/>
          </a:blip>
          <a:srcRect b="0" l="0" r="0" t="0"/>
          <a:stretch/>
        </p:blipFill>
        <p:spPr>
          <a:xfrm>
            <a:off x="4958044" y="399126"/>
            <a:ext cx="5801535" cy="6287377"/>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3" name="Shape 1213"/>
        <p:cNvGrpSpPr/>
        <p:nvPr/>
      </p:nvGrpSpPr>
      <p:grpSpPr>
        <a:xfrm>
          <a:off x="0" y="0"/>
          <a:ext cx="0" cy="0"/>
          <a:chOff x="0" y="0"/>
          <a:chExt cx="0" cy="0"/>
        </a:xfrm>
      </p:grpSpPr>
      <p:sp>
        <p:nvSpPr>
          <p:cNvPr id="1214" name="Google Shape;1214;p124"/>
          <p:cNvSpPr txBox="1"/>
          <p:nvPr/>
        </p:nvSpPr>
        <p:spPr>
          <a:xfrm>
            <a:off x="320511" y="216816"/>
            <a:ext cx="2677213" cy="3693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$project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Determines output shape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Should be the last stage to format output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$project: {</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&lt;field&gt;: &lt;value&gt;,</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&lt;field&gt;: &lt;value&gt;,</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&lt;field&gt;: &lt;value&gt;</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a:t>
            </a:r>
            <a:endParaRPr/>
          </a:p>
        </p:txBody>
      </p:sp>
      <p:sp>
        <p:nvSpPr>
          <p:cNvPr id="1215" name="Google Shape;1215;p124"/>
          <p:cNvSpPr txBox="1"/>
          <p:nvPr/>
        </p:nvSpPr>
        <p:spPr>
          <a:xfrm>
            <a:off x="3403076" y="216816"/>
            <a:ext cx="4015818"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$project:{</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&lt;field&gt;: 1, -- To keep field</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&lt;field&gt;: 0, -- To exclude field</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&lt;field&gt;: &lt;new value&gt; -- new value </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		      specified for new		      fields	and 			      existing fields 			      being given a new</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	                       value</a:t>
            </a:r>
            <a:endParaRPr/>
          </a:p>
        </p:txBody>
      </p:sp>
      <p:pic>
        <p:nvPicPr>
          <p:cNvPr id="1216" name="Google Shape;1216;p124"/>
          <p:cNvPicPr preferRelativeResize="0"/>
          <p:nvPr/>
        </p:nvPicPr>
        <p:blipFill rotWithShape="1">
          <a:blip r:embed="rId3">
            <a:alphaModFix/>
          </a:blip>
          <a:srcRect b="0" l="0" r="0" t="0"/>
          <a:stretch/>
        </p:blipFill>
        <p:spPr>
          <a:xfrm>
            <a:off x="2635962" y="2728870"/>
            <a:ext cx="6049219" cy="1181265"/>
          </a:xfrm>
          <a:prstGeom prst="rect">
            <a:avLst/>
          </a:prstGeom>
          <a:noFill/>
          <a:ln>
            <a:noFill/>
          </a:ln>
        </p:spPr>
      </p:pic>
      <p:pic>
        <p:nvPicPr>
          <p:cNvPr id="1217" name="Google Shape;1217;p124"/>
          <p:cNvPicPr preferRelativeResize="0"/>
          <p:nvPr/>
        </p:nvPicPr>
        <p:blipFill rotWithShape="1">
          <a:blip r:embed="rId4">
            <a:alphaModFix/>
          </a:blip>
          <a:srcRect b="0" l="0" r="0" t="0"/>
          <a:stretch/>
        </p:blipFill>
        <p:spPr>
          <a:xfrm>
            <a:off x="473729" y="4175972"/>
            <a:ext cx="5858693" cy="857370"/>
          </a:xfrm>
          <a:prstGeom prst="rect">
            <a:avLst/>
          </a:prstGeom>
          <a:noFill/>
          <a:ln>
            <a:noFill/>
          </a:ln>
        </p:spPr>
      </p:pic>
      <p:sp>
        <p:nvSpPr>
          <p:cNvPr id="1218" name="Google Shape;1218;p124"/>
          <p:cNvSpPr txBox="1"/>
          <p:nvPr/>
        </p:nvSpPr>
        <p:spPr>
          <a:xfrm>
            <a:off x="609600" y="5370286"/>
            <a:ext cx="7910286"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Note how I only explicitly excluded the _id field with 0. For other fields that I didn’t want to be included, I just didn’t include them. Only the three fields with a 1 are shown.</a:t>
            </a:r>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p125"/>
          <p:cNvSpPr txBox="1"/>
          <p:nvPr/>
        </p:nvSpPr>
        <p:spPr>
          <a:xfrm>
            <a:off x="275771" y="377371"/>
            <a:ext cx="4194629"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$set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Adds or modifies fields in the pipeline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Useful for when we want to change existing fields in pipeline or add new ones to be used in upcoming pipeline stages.</a:t>
            </a:r>
            <a:endParaRPr/>
          </a:p>
        </p:txBody>
      </p:sp>
      <p:sp>
        <p:nvSpPr>
          <p:cNvPr id="1224" name="Google Shape;1224;p125"/>
          <p:cNvSpPr txBox="1"/>
          <p:nvPr/>
        </p:nvSpPr>
        <p:spPr>
          <a:xfrm>
            <a:off x="5747657" y="377371"/>
            <a:ext cx="5254172"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As imdb already employ a weighting system for number of votes and the weighted rating. We will just add up the number of reviews from tomatoes and imdb. Note the new field ‘totalVotes’</a:t>
            </a:r>
            <a:endParaRPr/>
          </a:p>
        </p:txBody>
      </p:sp>
      <p:pic>
        <p:nvPicPr>
          <p:cNvPr id="1225" name="Google Shape;1225;p125"/>
          <p:cNvPicPr preferRelativeResize="0"/>
          <p:nvPr/>
        </p:nvPicPr>
        <p:blipFill rotWithShape="1">
          <a:blip r:embed="rId3">
            <a:alphaModFix/>
          </a:blip>
          <a:srcRect b="0" l="0" r="0" t="0"/>
          <a:stretch/>
        </p:blipFill>
        <p:spPr>
          <a:xfrm>
            <a:off x="1402374" y="3429000"/>
            <a:ext cx="6493397" cy="3371290"/>
          </a:xfrm>
          <a:prstGeom prst="rect">
            <a:avLst/>
          </a:prstGeom>
          <a:noFill/>
          <a:ln>
            <a:noFill/>
          </a:ln>
        </p:spPr>
      </p:pic>
      <p:pic>
        <p:nvPicPr>
          <p:cNvPr id="1226" name="Google Shape;1226;p125"/>
          <p:cNvPicPr preferRelativeResize="0"/>
          <p:nvPr/>
        </p:nvPicPr>
        <p:blipFill rotWithShape="1">
          <a:blip r:embed="rId4">
            <a:alphaModFix/>
          </a:blip>
          <a:srcRect b="0" l="0" r="0" t="0"/>
          <a:stretch/>
        </p:blipFill>
        <p:spPr>
          <a:xfrm>
            <a:off x="384965" y="2785479"/>
            <a:ext cx="11422069" cy="266737"/>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sp>
        <p:nvSpPr>
          <p:cNvPr id="1231" name="Google Shape;1231;p126"/>
          <p:cNvSpPr txBox="1"/>
          <p:nvPr/>
        </p:nvSpPr>
        <p:spPr>
          <a:xfrm>
            <a:off x="174171" y="304800"/>
            <a:ext cx="6647543"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$count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Counts number of documents in pipeline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Returns total document count</a:t>
            </a:r>
            <a:endParaRPr/>
          </a:p>
        </p:txBody>
      </p:sp>
      <p:pic>
        <p:nvPicPr>
          <p:cNvPr id="1232" name="Google Shape;1232;p126"/>
          <p:cNvPicPr preferRelativeResize="0"/>
          <p:nvPr/>
        </p:nvPicPr>
        <p:blipFill rotWithShape="1">
          <a:blip r:embed="rId3">
            <a:alphaModFix/>
          </a:blip>
          <a:srcRect b="0" l="0" r="0" t="0"/>
          <a:stretch/>
        </p:blipFill>
        <p:spPr>
          <a:xfrm>
            <a:off x="174171" y="2835445"/>
            <a:ext cx="4124901" cy="809738"/>
          </a:xfrm>
          <a:prstGeom prst="rect">
            <a:avLst/>
          </a:prstGeom>
          <a:noFill/>
          <a:ln>
            <a:noFill/>
          </a:ln>
        </p:spPr>
      </p:pic>
      <p:sp>
        <p:nvSpPr>
          <p:cNvPr id="1233" name="Google Shape;1233;p126"/>
          <p:cNvSpPr txBox="1"/>
          <p:nvPr/>
        </p:nvSpPr>
        <p:spPr>
          <a:xfrm>
            <a:off x="174171" y="2177143"/>
            <a:ext cx="412490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A search for films directed by “Ralph Bakshi” lists 3 in the database</a:t>
            </a:r>
            <a:endParaRPr/>
          </a:p>
        </p:txBody>
      </p:sp>
      <p:pic>
        <p:nvPicPr>
          <p:cNvPr id="1234" name="Google Shape;1234;p126"/>
          <p:cNvPicPr preferRelativeResize="0"/>
          <p:nvPr/>
        </p:nvPicPr>
        <p:blipFill rotWithShape="1">
          <a:blip r:embed="rId4">
            <a:alphaModFix/>
          </a:blip>
          <a:srcRect b="0" l="0" r="0" t="0"/>
          <a:stretch/>
        </p:blipFill>
        <p:spPr>
          <a:xfrm>
            <a:off x="5346621" y="2987866"/>
            <a:ext cx="4372585" cy="504895"/>
          </a:xfrm>
          <a:prstGeom prst="rect">
            <a:avLst/>
          </a:prstGeom>
          <a:noFill/>
          <a:ln>
            <a:noFill/>
          </a:ln>
        </p:spPr>
      </p:pic>
      <p:sp>
        <p:nvSpPr>
          <p:cNvPr id="1235" name="Google Shape;1235;p126"/>
          <p:cNvSpPr txBox="1"/>
          <p:nvPr/>
        </p:nvSpPr>
        <p:spPr>
          <a:xfrm>
            <a:off x="5085364" y="2130632"/>
            <a:ext cx="4372585"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The same search for </a:t>
            </a:r>
            <a:r>
              <a:rPr b="0" i="0" lang="en-GB" sz="1800">
                <a:solidFill>
                  <a:srgbClr val="000000"/>
                </a:solidFill>
                <a:latin typeface="Calibri"/>
                <a:ea typeface="Calibri"/>
                <a:cs typeface="Calibri"/>
                <a:sym typeface="Calibri"/>
              </a:rPr>
              <a:t>Martin Scorsese returns 32</a:t>
            </a:r>
            <a:endParaRPr/>
          </a:p>
          <a:p>
            <a:pPr indent="0" lvl="0" marL="0" marR="0" rtl="0" algn="l">
              <a:spcBef>
                <a:spcPts val="0"/>
              </a:spcBef>
              <a:spcAft>
                <a:spcPts val="0"/>
              </a:spcAft>
              <a:buNone/>
            </a:pPr>
            <a:r>
              <a:t/>
            </a:r>
            <a:endParaRPr b="0" i="0" sz="1800">
              <a:solidFill>
                <a:srgbClr val="000000"/>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9" name="Shape 1239"/>
        <p:cNvGrpSpPr/>
        <p:nvPr/>
      </p:nvGrpSpPr>
      <p:grpSpPr>
        <a:xfrm>
          <a:off x="0" y="0"/>
          <a:ext cx="0" cy="0"/>
          <a:chOff x="0" y="0"/>
          <a:chExt cx="0" cy="0"/>
        </a:xfrm>
      </p:grpSpPr>
      <p:sp>
        <p:nvSpPr>
          <p:cNvPr id="1240" name="Google Shape;1240;p127"/>
          <p:cNvSpPr txBox="1"/>
          <p:nvPr/>
        </p:nvSpPr>
        <p:spPr>
          <a:xfrm>
            <a:off x="275771" y="246743"/>
            <a:ext cx="207554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Lab</a:t>
            </a:r>
            <a:endParaRPr/>
          </a:p>
        </p:txBody>
      </p:sp>
      <p:pic>
        <p:nvPicPr>
          <p:cNvPr id="1241" name="Google Shape;1241;p127"/>
          <p:cNvPicPr preferRelativeResize="0"/>
          <p:nvPr/>
        </p:nvPicPr>
        <p:blipFill rotWithShape="1">
          <a:blip r:embed="rId3">
            <a:alphaModFix/>
          </a:blip>
          <a:srcRect b="0" l="0" r="0" t="0"/>
          <a:stretch/>
        </p:blipFill>
        <p:spPr>
          <a:xfrm>
            <a:off x="5428677" y="616075"/>
            <a:ext cx="4963218" cy="5811061"/>
          </a:xfrm>
          <a:prstGeom prst="rect">
            <a:avLst/>
          </a:prstGeom>
          <a:noFill/>
          <a:ln>
            <a:noFill/>
          </a:ln>
        </p:spPr>
      </p:pic>
      <p:pic>
        <p:nvPicPr>
          <p:cNvPr id="1242" name="Google Shape;1242;p127"/>
          <p:cNvPicPr preferRelativeResize="0"/>
          <p:nvPr/>
        </p:nvPicPr>
        <p:blipFill rotWithShape="1">
          <a:blip r:embed="rId4">
            <a:alphaModFix/>
          </a:blip>
          <a:srcRect b="0" l="0" r="0" t="0"/>
          <a:stretch/>
        </p:blipFill>
        <p:spPr>
          <a:xfrm>
            <a:off x="563286" y="1290339"/>
            <a:ext cx="3953427" cy="4277322"/>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6" name="Shape 1246"/>
        <p:cNvGrpSpPr/>
        <p:nvPr/>
      </p:nvGrpSpPr>
      <p:grpSpPr>
        <a:xfrm>
          <a:off x="0" y="0"/>
          <a:ext cx="0" cy="0"/>
          <a:chOff x="0" y="0"/>
          <a:chExt cx="0" cy="0"/>
        </a:xfrm>
      </p:grpSpPr>
      <p:sp>
        <p:nvSpPr>
          <p:cNvPr id="1247" name="Google Shape;1247;p128"/>
          <p:cNvSpPr txBox="1"/>
          <p:nvPr/>
        </p:nvSpPr>
        <p:spPr>
          <a:xfrm>
            <a:off x="174171" y="275771"/>
            <a:ext cx="18142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Lab</a:t>
            </a:r>
            <a:endParaRPr/>
          </a:p>
        </p:txBody>
      </p:sp>
      <p:pic>
        <p:nvPicPr>
          <p:cNvPr id="1248" name="Google Shape;1248;p128"/>
          <p:cNvPicPr preferRelativeResize="0"/>
          <p:nvPr/>
        </p:nvPicPr>
        <p:blipFill rotWithShape="1">
          <a:blip r:embed="rId3">
            <a:alphaModFix/>
          </a:blip>
          <a:srcRect b="0" l="0" r="0" t="0"/>
          <a:stretch/>
        </p:blipFill>
        <p:spPr>
          <a:xfrm>
            <a:off x="5912096" y="435037"/>
            <a:ext cx="3682008" cy="6212897"/>
          </a:xfrm>
          <a:prstGeom prst="rect">
            <a:avLst/>
          </a:prstGeom>
          <a:noFill/>
          <a:ln>
            <a:noFill/>
          </a:ln>
        </p:spPr>
      </p:pic>
      <p:pic>
        <p:nvPicPr>
          <p:cNvPr id="1249" name="Google Shape;1249;p128"/>
          <p:cNvPicPr preferRelativeResize="0"/>
          <p:nvPr/>
        </p:nvPicPr>
        <p:blipFill rotWithShape="1">
          <a:blip r:embed="rId4">
            <a:alphaModFix/>
          </a:blip>
          <a:srcRect b="0" l="0" r="0" t="0"/>
          <a:stretch/>
        </p:blipFill>
        <p:spPr>
          <a:xfrm>
            <a:off x="785764" y="1192603"/>
            <a:ext cx="3943900" cy="4153480"/>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3" name="Shape 1253"/>
        <p:cNvGrpSpPr/>
        <p:nvPr/>
      </p:nvGrpSpPr>
      <p:grpSpPr>
        <a:xfrm>
          <a:off x="0" y="0"/>
          <a:ext cx="0" cy="0"/>
          <a:chOff x="0" y="0"/>
          <a:chExt cx="0" cy="0"/>
        </a:xfrm>
      </p:grpSpPr>
      <p:sp>
        <p:nvSpPr>
          <p:cNvPr id="1254" name="Google Shape;1254;p129"/>
          <p:cNvSpPr txBox="1"/>
          <p:nvPr/>
        </p:nvSpPr>
        <p:spPr>
          <a:xfrm>
            <a:off x="232229" y="275771"/>
            <a:ext cx="139337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Lab</a:t>
            </a:r>
            <a:endParaRPr/>
          </a:p>
        </p:txBody>
      </p:sp>
      <p:pic>
        <p:nvPicPr>
          <p:cNvPr id="1255" name="Google Shape;1255;p129"/>
          <p:cNvPicPr preferRelativeResize="0"/>
          <p:nvPr/>
        </p:nvPicPr>
        <p:blipFill rotWithShape="1">
          <a:blip r:embed="rId3">
            <a:alphaModFix/>
          </a:blip>
          <a:srcRect b="0" l="0" r="0" t="0"/>
          <a:stretch/>
        </p:blipFill>
        <p:spPr>
          <a:xfrm>
            <a:off x="928914" y="833075"/>
            <a:ext cx="4058216" cy="5191850"/>
          </a:xfrm>
          <a:prstGeom prst="rect">
            <a:avLst/>
          </a:prstGeom>
          <a:noFill/>
          <a:ln>
            <a:noFill/>
          </a:ln>
        </p:spPr>
      </p:pic>
      <p:pic>
        <p:nvPicPr>
          <p:cNvPr id="1256" name="Google Shape;1256;p129"/>
          <p:cNvPicPr preferRelativeResize="0"/>
          <p:nvPr/>
        </p:nvPicPr>
        <p:blipFill rotWithShape="1">
          <a:blip r:embed="rId4">
            <a:alphaModFix/>
          </a:blip>
          <a:srcRect b="0" l="0" r="0" t="0"/>
          <a:stretch/>
        </p:blipFill>
        <p:spPr>
          <a:xfrm>
            <a:off x="5410073" y="2202350"/>
            <a:ext cx="5058481" cy="2743583"/>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id="1261" name="Google Shape;1261;p130"/>
          <p:cNvSpPr txBox="1"/>
          <p:nvPr/>
        </p:nvSpPr>
        <p:spPr>
          <a:xfrm>
            <a:off x="435429" y="261257"/>
            <a:ext cx="1828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Quiz</a:t>
            </a:r>
            <a:endParaRPr/>
          </a:p>
        </p:txBody>
      </p:sp>
      <p:pic>
        <p:nvPicPr>
          <p:cNvPr id="1262" name="Google Shape;1262;p130"/>
          <p:cNvPicPr preferRelativeResize="0"/>
          <p:nvPr/>
        </p:nvPicPr>
        <p:blipFill rotWithShape="1">
          <a:blip r:embed="rId3">
            <a:alphaModFix/>
          </a:blip>
          <a:srcRect b="0" l="0" r="0" t="0"/>
          <a:stretch/>
        </p:blipFill>
        <p:spPr>
          <a:xfrm>
            <a:off x="489755" y="995023"/>
            <a:ext cx="6927045" cy="3007408"/>
          </a:xfrm>
          <a:prstGeom prst="rect">
            <a:avLst/>
          </a:prstGeom>
          <a:noFill/>
          <a:ln>
            <a:noFill/>
          </a:ln>
        </p:spPr>
      </p:pic>
      <p:pic>
        <p:nvPicPr>
          <p:cNvPr id="1263" name="Google Shape;1263;p130"/>
          <p:cNvPicPr preferRelativeResize="0"/>
          <p:nvPr/>
        </p:nvPicPr>
        <p:blipFill rotWithShape="1">
          <a:blip r:embed="rId4">
            <a:alphaModFix/>
          </a:blip>
          <a:srcRect b="0" l="0" r="0" t="0"/>
          <a:stretch/>
        </p:blipFill>
        <p:spPr>
          <a:xfrm>
            <a:off x="435429" y="3858844"/>
            <a:ext cx="6927045" cy="2999156"/>
          </a:xfrm>
          <a:prstGeom prst="rect">
            <a:avLst/>
          </a:prstGeom>
          <a:noFill/>
          <a:ln>
            <a:noFill/>
          </a:ln>
        </p:spPr>
      </p:pic>
      <p:pic>
        <p:nvPicPr>
          <p:cNvPr id="1264" name="Google Shape;1264;p130"/>
          <p:cNvPicPr preferRelativeResize="0"/>
          <p:nvPr/>
        </p:nvPicPr>
        <p:blipFill rotWithShape="1">
          <a:blip r:embed="rId5">
            <a:alphaModFix/>
          </a:blip>
          <a:srcRect b="0" l="0" r="0" t="0"/>
          <a:stretch/>
        </p:blipFill>
        <p:spPr>
          <a:xfrm>
            <a:off x="7471126" y="1252803"/>
            <a:ext cx="4477375" cy="2791215"/>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8" name="Shape 1268"/>
        <p:cNvGrpSpPr/>
        <p:nvPr/>
      </p:nvGrpSpPr>
      <p:grpSpPr>
        <a:xfrm>
          <a:off x="0" y="0"/>
          <a:ext cx="0" cy="0"/>
          <a:chOff x="0" y="0"/>
          <a:chExt cx="0" cy="0"/>
        </a:xfrm>
      </p:grpSpPr>
      <p:sp>
        <p:nvSpPr>
          <p:cNvPr id="1269" name="Google Shape;1269;p131"/>
          <p:cNvSpPr txBox="1"/>
          <p:nvPr/>
        </p:nvSpPr>
        <p:spPr>
          <a:xfrm>
            <a:off x="174171" y="362857"/>
            <a:ext cx="3077029"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$out: {</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Db: “&lt;db&gt;”,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Coll: “&lt;new collection&gt;”}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{$out: “&lt;new collection&gt;”}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270" name="Google Shape;1270;p131"/>
          <p:cNvPicPr preferRelativeResize="0"/>
          <p:nvPr/>
        </p:nvPicPr>
        <p:blipFill rotWithShape="1">
          <a:blip r:embed="rId3">
            <a:alphaModFix/>
          </a:blip>
          <a:srcRect b="0" l="0" r="0" t="0"/>
          <a:stretch/>
        </p:blipFill>
        <p:spPr>
          <a:xfrm>
            <a:off x="3044027" y="1018838"/>
            <a:ext cx="8973802" cy="4820323"/>
          </a:xfrm>
          <a:prstGeom prst="rect">
            <a:avLst/>
          </a:prstGeom>
          <a:noFill/>
          <a:ln>
            <a:noFill/>
          </a:ln>
        </p:spPr>
      </p:pic>
      <p:sp>
        <p:nvSpPr>
          <p:cNvPr id="1271" name="Google Shape;1271;p131"/>
          <p:cNvSpPr txBox="1"/>
          <p:nvPr/>
        </p:nvSpPr>
        <p:spPr>
          <a:xfrm>
            <a:off x="3976914" y="362857"/>
            <a:ext cx="61830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Grouping movies with an avg rating of over 9 on imdb</a:t>
            </a:r>
            <a:endParaRPr sz="1800">
              <a:solidFill>
                <a:schemeClr val="dk1"/>
              </a:solidFill>
              <a:latin typeface="Calibri"/>
              <a:ea typeface="Calibri"/>
              <a:cs typeface="Calibri"/>
              <a:sym typeface="Calibri"/>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5" name="Shape 1275"/>
        <p:cNvGrpSpPr/>
        <p:nvPr/>
      </p:nvGrpSpPr>
      <p:grpSpPr>
        <a:xfrm>
          <a:off x="0" y="0"/>
          <a:ext cx="0" cy="0"/>
          <a:chOff x="0" y="0"/>
          <a:chExt cx="0" cy="0"/>
        </a:xfrm>
      </p:grpSpPr>
      <p:sp>
        <p:nvSpPr>
          <p:cNvPr id="1276" name="Google Shape;1276;p132"/>
          <p:cNvSpPr txBox="1"/>
          <p:nvPr/>
        </p:nvSpPr>
        <p:spPr>
          <a:xfrm>
            <a:off x="290286" y="261257"/>
            <a:ext cx="1828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Lab</a:t>
            </a:r>
            <a:endParaRPr/>
          </a:p>
        </p:txBody>
      </p:sp>
      <p:pic>
        <p:nvPicPr>
          <p:cNvPr id="1277" name="Google Shape;1277;p132"/>
          <p:cNvPicPr preferRelativeResize="0"/>
          <p:nvPr/>
        </p:nvPicPr>
        <p:blipFill rotWithShape="1">
          <a:blip r:embed="rId3">
            <a:alphaModFix/>
          </a:blip>
          <a:srcRect b="0" l="0" r="0" t="0"/>
          <a:stretch/>
        </p:blipFill>
        <p:spPr>
          <a:xfrm>
            <a:off x="471662" y="875943"/>
            <a:ext cx="3991532" cy="5106113"/>
          </a:xfrm>
          <a:prstGeom prst="rect">
            <a:avLst/>
          </a:prstGeom>
          <a:noFill/>
          <a:ln>
            <a:noFill/>
          </a:ln>
        </p:spPr>
      </p:pic>
      <p:pic>
        <p:nvPicPr>
          <p:cNvPr id="1278" name="Google Shape;1278;p132"/>
          <p:cNvPicPr preferRelativeResize="0"/>
          <p:nvPr/>
        </p:nvPicPr>
        <p:blipFill rotWithShape="1">
          <a:blip r:embed="rId4">
            <a:alphaModFix/>
          </a:blip>
          <a:srcRect b="0" l="0" r="0" t="0"/>
          <a:stretch/>
        </p:blipFill>
        <p:spPr>
          <a:xfrm>
            <a:off x="5290995" y="1570199"/>
            <a:ext cx="5296639" cy="4182059"/>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2" name="Shape 1282"/>
        <p:cNvGrpSpPr/>
        <p:nvPr/>
      </p:nvGrpSpPr>
      <p:grpSpPr>
        <a:xfrm>
          <a:off x="0" y="0"/>
          <a:ext cx="0" cy="0"/>
          <a:chOff x="0" y="0"/>
          <a:chExt cx="0" cy="0"/>
        </a:xfrm>
      </p:grpSpPr>
      <p:sp>
        <p:nvSpPr>
          <p:cNvPr id="1283" name="Google Shape;1283;p133"/>
          <p:cNvSpPr txBox="1"/>
          <p:nvPr/>
        </p:nvSpPr>
        <p:spPr>
          <a:xfrm>
            <a:off x="449943" y="478971"/>
            <a:ext cx="188685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Quiz</a:t>
            </a:r>
            <a:endParaRPr/>
          </a:p>
        </p:txBody>
      </p:sp>
      <p:pic>
        <p:nvPicPr>
          <p:cNvPr id="1284" name="Google Shape;1284;p133"/>
          <p:cNvPicPr preferRelativeResize="0"/>
          <p:nvPr/>
        </p:nvPicPr>
        <p:blipFill rotWithShape="1">
          <a:blip r:embed="rId3">
            <a:alphaModFix/>
          </a:blip>
          <a:srcRect b="0" l="0" r="0" t="0"/>
          <a:stretch/>
        </p:blipFill>
        <p:spPr>
          <a:xfrm>
            <a:off x="1494971" y="275379"/>
            <a:ext cx="6676571" cy="3363855"/>
          </a:xfrm>
          <a:prstGeom prst="rect">
            <a:avLst/>
          </a:prstGeom>
          <a:noFill/>
          <a:ln>
            <a:noFill/>
          </a:ln>
        </p:spPr>
      </p:pic>
      <p:pic>
        <p:nvPicPr>
          <p:cNvPr id="1285" name="Google Shape;1285;p133"/>
          <p:cNvPicPr preferRelativeResize="0"/>
          <p:nvPr/>
        </p:nvPicPr>
        <p:blipFill rotWithShape="1">
          <a:blip r:embed="rId4">
            <a:alphaModFix/>
          </a:blip>
          <a:srcRect b="0" l="0" r="0" t="0"/>
          <a:stretch/>
        </p:blipFill>
        <p:spPr>
          <a:xfrm>
            <a:off x="580572" y="3639234"/>
            <a:ext cx="6776464" cy="2922171"/>
          </a:xfrm>
          <a:prstGeom prst="rect">
            <a:avLst/>
          </a:prstGeom>
          <a:noFill/>
          <a:ln>
            <a:noFill/>
          </a:ln>
        </p:spPr>
      </p:pic>
      <p:pic>
        <p:nvPicPr>
          <p:cNvPr id="1286" name="Google Shape;1286;p133"/>
          <p:cNvPicPr preferRelativeResize="0"/>
          <p:nvPr/>
        </p:nvPicPr>
        <p:blipFill rotWithShape="1">
          <a:blip r:embed="rId5">
            <a:alphaModFix/>
          </a:blip>
          <a:srcRect b="0" l="0" r="0" t="0"/>
          <a:stretch/>
        </p:blipFill>
        <p:spPr>
          <a:xfrm>
            <a:off x="7754419" y="3639234"/>
            <a:ext cx="4172532" cy="2553056"/>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0" name="Shape 1290"/>
        <p:cNvGrpSpPr/>
        <p:nvPr/>
      </p:nvGrpSpPr>
      <p:grpSpPr>
        <a:xfrm>
          <a:off x="0" y="0"/>
          <a:ext cx="0" cy="0"/>
          <a:chOff x="0" y="0"/>
          <a:chExt cx="0" cy="0"/>
        </a:xfrm>
      </p:grpSpPr>
      <p:graphicFrame>
        <p:nvGraphicFramePr>
          <p:cNvPr id="1291" name="Google Shape;1291;p134"/>
          <p:cNvGraphicFramePr/>
          <p:nvPr/>
        </p:nvGraphicFramePr>
        <p:xfrm>
          <a:off x="1549627" y="0"/>
          <a:ext cx="8855318" cy="6858000"/>
        </p:xfrm>
        <a:graphic>
          <a:graphicData uri="http://schemas.openxmlformats.org/presentationml/2006/ole">
            <mc:AlternateContent>
              <mc:Choice Requires="v">
                <p:oleObj r:id="rId4" imgH="6858000" imgW="8855318" progId="Acrobat.Document.DC" spid="_x0000_s1">
                  <p:embed/>
                </p:oleObj>
              </mc:Choice>
              <mc:Fallback>
                <p:oleObj r:id="rId5" imgH="6858000" imgW="8855318" progId="Acrobat.Document.DC">
                  <p:embed/>
                  <p:pic>
                    <p:nvPicPr>
                      <p:cNvPr id="1291" name="Google Shape;1291;p134"/>
                      <p:cNvPicPr preferRelativeResize="0"/>
                      <p:nvPr/>
                    </p:nvPicPr>
                    <p:blipFill rotWithShape="1">
                      <a:blip r:embed="rId6">
                        <a:alphaModFix/>
                      </a:blip>
                      <a:srcRect b="0" l="0" r="0" t="0"/>
                      <a:stretch/>
                    </p:blipFill>
                    <p:spPr>
                      <a:xfrm>
                        <a:off x="1549627" y="0"/>
                        <a:ext cx="8855318" cy="6858000"/>
                      </a:xfrm>
                      <a:prstGeom prst="rect">
                        <a:avLst/>
                      </a:prstGeom>
                      <a:noFill/>
                      <a:ln>
                        <a:noFill/>
                      </a:ln>
                    </p:spPr>
                  </p:pic>
                </p:oleObj>
              </mc:Fallback>
            </mc:AlternateContent>
          </a:graphicData>
        </a:graphic>
      </p:graphicFrame>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5" name="Shape 1295"/>
        <p:cNvGrpSpPr/>
        <p:nvPr/>
      </p:nvGrpSpPr>
      <p:grpSpPr>
        <a:xfrm>
          <a:off x="0" y="0"/>
          <a:ext cx="0" cy="0"/>
          <a:chOff x="0" y="0"/>
          <a:chExt cx="0" cy="0"/>
        </a:xfrm>
      </p:grpSpPr>
      <p:sp>
        <p:nvSpPr>
          <p:cNvPr id="1296" name="Google Shape;1296;p135"/>
          <p:cNvSpPr txBox="1"/>
          <p:nvPr>
            <p:ph type="title"/>
          </p:nvPr>
        </p:nvSpPr>
        <p:spPr>
          <a:xfrm>
            <a:off x="379514" y="182215"/>
            <a:ext cx="11524432" cy="1063487"/>
          </a:xfrm>
          <a:prstGeom prst="rect">
            <a:avLst/>
          </a:prstGeom>
          <a:noFill/>
          <a:ln>
            <a:noFill/>
          </a:ln>
        </p:spPr>
        <p:txBody>
          <a:bodyPr anchorCtr="0" anchor="t" bIns="0" lIns="0" spcFirstLastPara="1" rIns="0" wrap="square" tIns="0">
            <a:normAutofit/>
          </a:bodyPr>
          <a:lstStyle/>
          <a:p>
            <a:pPr indent="0" lvl="0" marL="0" rtl="0" algn="l">
              <a:lnSpc>
                <a:spcPct val="80000"/>
              </a:lnSpc>
              <a:spcBef>
                <a:spcPts val="0"/>
              </a:spcBef>
              <a:spcAft>
                <a:spcPts val="0"/>
              </a:spcAft>
              <a:buClr>
                <a:srgbClr val="252525"/>
              </a:buClr>
              <a:buSzPts val="4000"/>
              <a:buFont typeface="Verdana"/>
              <a:buNone/>
            </a:pPr>
            <a:r>
              <a:rPr lang="en-GB"/>
              <a:t>Aggregation Pipeline</a:t>
            </a:r>
            <a:endParaRPr/>
          </a:p>
        </p:txBody>
      </p:sp>
      <p:pic>
        <p:nvPicPr>
          <p:cNvPr id="1297" name="Google Shape;1297;p135">
            <a:hlinkClick r:id="rId3"/>
          </p:cNvPr>
          <p:cNvPicPr preferRelativeResize="0"/>
          <p:nvPr/>
        </p:nvPicPr>
        <p:blipFill rotWithShape="1">
          <a:blip r:embed="rId4">
            <a:alphaModFix/>
          </a:blip>
          <a:srcRect b="0" l="0" r="0" t="0"/>
          <a:stretch/>
        </p:blipFill>
        <p:spPr>
          <a:xfrm>
            <a:off x="656991" y="2950890"/>
            <a:ext cx="5020835" cy="3274060"/>
          </a:xfrm>
          <a:prstGeom prst="rect">
            <a:avLst/>
          </a:prstGeom>
          <a:noFill/>
          <a:ln>
            <a:noFill/>
          </a:ln>
        </p:spPr>
      </p:pic>
      <p:sp>
        <p:nvSpPr>
          <p:cNvPr id="1298" name="Google Shape;1298;p135"/>
          <p:cNvSpPr txBox="1"/>
          <p:nvPr/>
        </p:nvSpPr>
        <p:spPr>
          <a:xfrm>
            <a:off x="499772" y="6263206"/>
            <a:ext cx="609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1800" u="sng">
                <a:solidFill>
                  <a:srgbClr val="001E2B"/>
                </a:solidFill>
                <a:latin typeface="Arial"/>
                <a:ea typeface="Arial"/>
                <a:cs typeface="Arial"/>
                <a:sym typeface="Arial"/>
                <a:hlinkClick r:id="rId5">
                  <a:extLst>
                    <a:ext uri="{A12FA001-AC4F-418D-AE19-62706E023703}">
                      <ahyp:hlinkClr val="tx"/>
                    </a:ext>
                  </a:extLst>
                </a:hlinkClick>
              </a:rPr>
              <a:t>How to Build an Aggregation Pipeline in MongoDB Atlas</a:t>
            </a:r>
            <a:endParaRPr b="0" i="0" sz="1800">
              <a:solidFill>
                <a:srgbClr val="001E2B"/>
              </a:solidFill>
              <a:latin typeface="Arial"/>
              <a:ea typeface="Arial"/>
              <a:cs typeface="Arial"/>
              <a:sym typeface="Arial"/>
            </a:endParaRPr>
          </a:p>
        </p:txBody>
      </p:sp>
      <p:pic>
        <p:nvPicPr>
          <p:cNvPr id="1299" name="Google Shape;1299;p135">
            <a:hlinkClick r:id="rId6"/>
          </p:cNvPr>
          <p:cNvPicPr preferRelativeResize="0"/>
          <p:nvPr/>
        </p:nvPicPr>
        <p:blipFill rotWithShape="1">
          <a:blip r:embed="rId7">
            <a:alphaModFix/>
          </a:blip>
          <a:srcRect b="0" l="0" r="0" t="0"/>
          <a:stretch/>
        </p:blipFill>
        <p:spPr>
          <a:xfrm>
            <a:off x="8153400" y="1295400"/>
            <a:ext cx="2705331" cy="1600200"/>
          </a:xfrm>
          <a:prstGeom prst="rect">
            <a:avLst/>
          </a:prstGeom>
          <a:noFill/>
          <a:ln>
            <a:noFill/>
          </a:ln>
        </p:spPr>
      </p:pic>
      <p:sp>
        <p:nvSpPr>
          <p:cNvPr id="1300" name="Google Shape;1300;p135"/>
          <p:cNvSpPr txBox="1"/>
          <p:nvPr/>
        </p:nvSpPr>
        <p:spPr>
          <a:xfrm>
            <a:off x="7163031" y="501242"/>
            <a:ext cx="4495800" cy="815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100" u="sng">
                <a:solidFill>
                  <a:srgbClr val="464646"/>
                </a:solidFill>
                <a:latin typeface="Arial"/>
                <a:ea typeface="Arial"/>
                <a:cs typeface="Arial"/>
                <a:sym typeface="Arial"/>
                <a:hlinkClick r:id="rId8">
                  <a:extLst>
                    <a:ext uri="{A12FA001-AC4F-418D-AE19-62706E023703}">
                      <ahyp:hlinkClr val="tx"/>
                    </a:ext>
                  </a:extLst>
                </a:hlinkClick>
              </a:rPr>
              <a:t>MongoDB Compass </a:t>
            </a:r>
            <a:endParaRPr sz="1100">
              <a:solidFill>
                <a:schemeClr val="dk1"/>
              </a:solidFill>
              <a:latin typeface="Arial"/>
              <a:ea typeface="Arial"/>
              <a:cs typeface="Arial"/>
              <a:sym typeface="Arial"/>
            </a:endParaRPr>
          </a:p>
          <a:p>
            <a:pPr indent="0" lvl="0" marL="0" marR="0" rtl="0" algn="l">
              <a:spcBef>
                <a:spcPts val="0"/>
              </a:spcBef>
              <a:spcAft>
                <a:spcPts val="0"/>
              </a:spcAft>
              <a:buNone/>
            </a:pPr>
            <a:r>
              <a:rPr lang="en-GB" sz="1800" u="sng">
                <a:solidFill>
                  <a:srgbClr val="0000FF"/>
                </a:solidFill>
                <a:latin typeface="Arial"/>
                <a:ea typeface="Arial"/>
                <a:cs typeface="Arial"/>
                <a:sym typeface="Arial"/>
                <a:hlinkClick r:id="rId9">
                  <a:extLst>
                    <a:ext uri="{A12FA001-AC4F-418D-AE19-62706E023703}">
                      <ahyp:hlinkClr val="tx"/>
                    </a:ext>
                  </a:extLst>
                </a:hlinkClick>
              </a:rPr>
              <a:t>12 MongoDB – Aggregation Pipeline – project match group sort</a:t>
            </a:r>
            <a:endParaRPr sz="1800">
              <a:solidFill>
                <a:schemeClr val="dk1"/>
              </a:solidFill>
              <a:latin typeface="Calibri"/>
              <a:ea typeface="Calibri"/>
              <a:cs typeface="Calibri"/>
              <a:sym typeface="Calibri"/>
            </a:endParaRPr>
          </a:p>
        </p:txBody>
      </p:sp>
      <p:sp>
        <p:nvSpPr>
          <p:cNvPr id="1301" name="Google Shape;1301;p135"/>
          <p:cNvSpPr txBox="1"/>
          <p:nvPr/>
        </p:nvSpPr>
        <p:spPr>
          <a:xfrm>
            <a:off x="580501" y="2433960"/>
            <a:ext cx="6096000" cy="5386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100" u="sng">
                <a:solidFill>
                  <a:srgbClr val="464646"/>
                </a:solidFill>
                <a:latin typeface="Arial"/>
                <a:ea typeface="Arial"/>
                <a:cs typeface="Arial"/>
                <a:sym typeface="Arial"/>
                <a:hlinkClick r:id="rId10">
                  <a:extLst>
                    <a:ext uri="{A12FA001-AC4F-418D-AE19-62706E023703}">
                      <ahyp:hlinkClr val="tx"/>
                    </a:ext>
                  </a:extLst>
                </a:hlinkClick>
              </a:rPr>
              <a:t>MongoDB Compass </a:t>
            </a:r>
            <a:endParaRPr sz="1100">
              <a:solidFill>
                <a:schemeClr val="dk1"/>
              </a:solidFill>
              <a:latin typeface="Arial"/>
              <a:ea typeface="Arial"/>
              <a:cs typeface="Arial"/>
              <a:sym typeface="Arial"/>
            </a:endParaRPr>
          </a:p>
          <a:p>
            <a:pPr indent="0" lvl="0" marL="0" marR="0" rtl="0" algn="l">
              <a:spcBef>
                <a:spcPts val="0"/>
              </a:spcBef>
              <a:spcAft>
                <a:spcPts val="0"/>
              </a:spcAft>
              <a:buNone/>
            </a:pPr>
            <a:r>
              <a:rPr lang="en-GB" sz="1800" u="sng">
                <a:solidFill>
                  <a:srgbClr val="0000FF"/>
                </a:solidFill>
                <a:latin typeface="Arial"/>
                <a:ea typeface="Arial"/>
                <a:cs typeface="Arial"/>
                <a:sym typeface="Arial"/>
                <a:hlinkClick r:id="rId11">
                  <a:extLst>
                    <a:ext uri="{A12FA001-AC4F-418D-AE19-62706E023703}">
                      <ahyp:hlinkClr val="tx"/>
                    </a:ext>
                  </a:extLst>
                </a:hlinkClick>
              </a:rPr>
              <a:t>11 MongoDB – Aggregation Pipeline</a:t>
            </a:r>
            <a:endParaRPr sz="1800">
              <a:solidFill>
                <a:schemeClr val="dk1"/>
              </a:solidFill>
              <a:latin typeface="Calibri"/>
              <a:ea typeface="Calibri"/>
              <a:cs typeface="Calibri"/>
              <a:sym typeface="Calibri"/>
            </a:endParaRPr>
          </a:p>
        </p:txBody>
      </p:sp>
      <p:pic>
        <p:nvPicPr>
          <p:cNvPr id="1302" name="Google Shape;1302;p135">
            <a:hlinkClick r:id="rId12"/>
          </p:cNvPr>
          <p:cNvPicPr preferRelativeResize="0"/>
          <p:nvPr/>
        </p:nvPicPr>
        <p:blipFill rotWithShape="1">
          <a:blip r:embed="rId13">
            <a:alphaModFix/>
          </a:blip>
          <a:srcRect b="0" l="0" r="0" t="0"/>
          <a:stretch/>
        </p:blipFill>
        <p:spPr>
          <a:xfrm>
            <a:off x="8182708" y="4064821"/>
            <a:ext cx="2711789" cy="1600200"/>
          </a:xfrm>
          <a:prstGeom prst="rect">
            <a:avLst/>
          </a:prstGeom>
          <a:noFill/>
          <a:ln>
            <a:noFill/>
          </a:ln>
        </p:spPr>
      </p:pic>
      <p:sp>
        <p:nvSpPr>
          <p:cNvPr id="1303" name="Google Shape;1303;p135"/>
          <p:cNvSpPr txBox="1"/>
          <p:nvPr/>
        </p:nvSpPr>
        <p:spPr>
          <a:xfrm>
            <a:off x="7262927" y="3146793"/>
            <a:ext cx="4090873" cy="815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100" u="sng">
                <a:solidFill>
                  <a:srgbClr val="464646"/>
                </a:solidFill>
                <a:latin typeface="Arial"/>
                <a:ea typeface="Arial"/>
                <a:cs typeface="Arial"/>
                <a:sym typeface="Arial"/>
                <a:hlinkClick r:id="rId14">
                  <a:extLst>
                    <a:ext uri="{A12FA001-AC4F-418D-AE19-62706E023703}">
                      <ahyp:hlinkClr val="tx"/>
                    </a:ext>
                  </a:extLst>
                </a:hlinkClick>
              </a:rPr>
              <a:t>MongoDB Compass </a:t>
            </a:r>
            <a:endParaRPr sz="1100">
              <a:solidFill>
                <a:schemeClr val="dk1"/>
              </a:solidFill>
              <a:latin typeface="Arial"/>
              <a:ea typeface="Arial"/>
              <a:cs typeface="Arial"/>
              <a:sym typeface="Arial"/>
            </a:endParaRPr>
          </a:p>
          <a:p>
            <a:pPr indent="0" lvl="0" marL="0" marR="0" rtl="0" algn="l">
              <a:spcBef>
                <a:spcPts val="0"/>
              </a:spcBef>
              <a:spcAft>
                <a:spcPts val="0"/>
              </a:spcAft>
              <a:buNone/>
            </a:pPr>
            <a:r>
              <a:rPr lang="en-GB" sz="1800" u="sng">
                <a:solidFill>
                  <a:srgbClr val="0000FF"/>
                </a:solidFill>
                <a:latin typeface="Arial"/>
                <a:ea typeface="Arial"/>
                <a:cs typeface="Arial"/>
                <a:sym typeface="Arial"/>
                <a:hlinkClick r:id="rId15">
                  <a:extLst>
                    <a:ext uri="{A12FA001-AC4F-418D-AE19-62706E023703}">
                      <ahyp:hlinkClr val="tx"/>
                    </a:ext>
                  </a:extLst>
                </a:hlinkClick>
              </a:rPr>
              <a:t>13 MongoDB – Aggregation Pipeline – unwind match group</a:t>
            </a:r>
            <a:endParaRPr sz="1800">
              <a:solidFill>
                <a:schemeClr val="dk1"/>
              </a:solidFill>
              <a:latin typeface="Calibri"/>
              <a:ea typeface="Calibri"/>
              <a:cs typeface="Calibri"/>
              <a:sym typeface="Calibri"/>
            </a:endParaRPr>
          </a:p>
        </p:txBody>
      </p:sp>
      <p:sp>
        <p:nvSpPr>
          <p:cNvPr id="1304" name="Google Shape;1304;p135"/>
          <p:cNvSpPr txBox="1"/>
          <p:nvPr/>
        </p:nvSpPr>
        <p:spPr>
          <a:xfrm>
            <a:off x="318311" y="1052908"/>
            <a:ext cx="5549089" cy="1200329"/>
          </a:xfrm>
          <a:prstGeom prst="rect">
            <a:avLst/>
          </a:prstGeom>
          <a:solidFill>
            <a:srgbClr val="EAF1D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252525"/>
                </a:solidFill>
                <a:latin typeface="Calibri"/>
                <a:ea typeface="Calibri"/>
                <a:cs typeface="Calibri"/>
                <a:sym typeface="Calibri"/>
              </a:rPr>
              <a:t>Next Step in YR3: </a:t>
            </a:r>
            <a:endParaRPr/>
          </a:p>
          <a:p>
            <a:pPr indent="0" lvl="0" marL="0" marR="0" rtl="0" algn="l">
              <a:spcBef>
                <a:spcPts val="0"/>
              </a:spcBef>
              <a:spcAft>
                <a:spcPts val="0"/>
              </a:spcAft>
              <a:buNone/>
            </a:pPr>
            <a:r>
              <a:rPr b="1" lang="en-GB" sz="1800" u="sng">
                <a:solidFill>
                  <a:schemeClr val="dk1"/>
                </a:solidFill>
                <a:latin typeface="Calibri"/>
                <a:ea typeface="Calibri"/>
                <a:cs typeface="Calibri"/>
                <a:sym typeface="Calibri"/>
                <a:hlinkClick r:id="rId16">
                  <a:extLst>
                    <a:ext uri="{A12FA001-AC4F-418D-AE19-62706E023703}">
                      <ahyp:hlinkClr val="tx"/>
                    </a:ext>
                  </a:extLst>
                </a:hlinkClick>
              </a:rPr>
              <a:t>M121 MongoDB Aggregation Framework course</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800">
                <a:solidFill>
                  <a:srgbClr val="252525"/>
                </a:solidFill>
                <a:latin typeface="Calibri"/>
                <a:ea typeface="Calibri"/>
                <a:cs typeface="Calibri"/>
                <a:sym typeface="Calibri"/>
              </a:rPr>
              <a:t> </a:t>
            </a:r>
            <a:r>
              <a:rPr lang="en-GB" sz="1800">
                <a:solidFill>
                  <a:srgbClr val="252525"/>
                </a:solidFill>
                <a:latin typeface="Calibri"/>
                <a:ea typeface="Calibri"/>
                <a:cs typeface="Calibri"/>
                <a:sym typeface="Calibri"/>
              </a:rPr>
              <a:t>BSc IT - YR3: Data Analysis for Enterprise</a:t>
            </a:r>
            <a:endParaRPr/>
          </a:p>
          <a:p>
            <a:pPr indent="0" lvl="0" marL="0" marR="0" rtl="0" algn="l">
              <a:spcBef>
                <a:spcPts val="0"/>
              </a:spcBef>
              <a:spcAft>
                <a:spcPts val="0"/>
              </a:spcAft>
              <a:buNone/>
            </a:pPr>
            <a:r>
              <a:rPr lang="en-GB" sz="1800">
                <a:solidFill>
                  <a:srgbClr val="252525"/>
                </a:solidFill>
                <a:latin typeface="Calibri"/>
                <a:ea typeface="Calibri"/>
                <a:cs typeface="Calibri"/>
                <a:sym typeface="Calibri"/>
              </a:rPr>
              <a:t>BSs Comp &amp; Data Science – Self Study</a:t>
            </a:r>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8" name="Shape 1308"/>
        <p:cNvGrpSpPr/>
        <p:nvPr/>
      </p:nvGrpSpPr>
      <p:grpSpPr>
        <a:xfrm>
          <a:off x="0" y="0"/>
          <a:ext cx="0" cy="0"/>
          <a:chOff x="0" y="0"/>
          <a:chExt cx="0" cy="0"/>
        </a:xfrm>
      </p:grpSpPr>
      <p:sp>
        <p:nvSpPr>
          <p:cNvPr id="1309" name="Google Shape;1309;p136"/>
          <p:cNvSpPr txBox="1"/>
          <p:nvPr>
            <p:ph type="title"/>
          </p:nvPr>
        </p:nvSpPr>
        <p:spPr>
          <a:xfrm>
            <a:off x="0" y="0"/>
            <a:ext cx="12192000" cy="461639"/>
          </a:xfrm>
          <a:prstGeom prst="rect">
            <a:avLst/>
          </a:prstGeom>
          <a:solidFill>
            <a:srgbClr val="007233"/>
          </a:solidFill>
          <a:ln>
            <a:noFill/>
          </a:ln>
        </p:spPr>
        <p:txBody>
          <a:bodyPr anchorCtr="0" anchor="t" bIns="45700" lIns="91400" spcFirstLastPara="1" rIns="91400" wrap="square" tIns="45700">
            <a:noAutofit/>
          </a:bodyPr>
          <a:lstStyle/>
          <a:p>
            <a:pPr indent="0" lvl="0" marL="0" rtl="0" algn="l">
              <a:lnSpc>
                <a:spcPct val="80000"/>
              </a:lnSpc>
              <a:spcBef>
                <a:spcPts val="0"/>
              </a:spcBef>
              <a:spcAft>
                <a:spcPts val="0"/>
              </a:spcAft>
              <a:buClr>
                <a:schemeClr val="lt1"/>
              </a:buClr>
              <a:buSzPts val="2800"/>
              <a:buFont typeface="Quattrocento Sans"/>
              <a:buNone/>
            </a:pPr>
            <a:r>
              <a:rPr b="1" lang="en-GB" sz="2800">
                <a:solidFill>
                  <a:schemeClr val="lt1"/>
                </a:solidFill>
                <a:latin typeface="Quattrocento Sans"/>
                <a:ea typeface="Quattrocento Sans"/>
                <a:cs typeface="Quattrocento Sans"/>
                <a:sym typeface="Quattrocento Sans"/>
              </a:rPr>
              <a:t>MongoDB Investigation – The Basics</a:t>
            </a:r>
            <a:endParaRPr/>
          </a:p>
        </p:txBody>
      </p:sp>
      <p:sp>
        <p:nvSpPr>
          <p:cNvPr id="1310" name="Google Shape;1310;p136"/>
          <p:cNvSpPr txBox="1"/>
          <p:nvPr/>
        </p:nvSpPr>
        <p:spPr>
          <a:xfrm>
            <a:off x="394063" y="1959637"/>
            <a:ext cx="11403874" cy="5016758"/>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Noto Sans Symbols"/>
              <a:buChar char="∙"/>
            </a:pPr>
            <a:r>
              <a:rPr b="1" lang="en-GB" sz="2400">
                <a:solidFill>
                  <a:schemeClr val="dk1"/>
                </a:solidFill>
                <a:latin typeface="Calibri"/>
                <a:ea typeface="Calibri"/>
                <a:cs typeface="Calibri"/>
                <a:sym typeface="Calibri"/>
              </a:rPr>
              <a:t>MongoDB Collection</a:t>
            </a:r>
            <a:r>
              <a:rPr lang="en-GB" sz="2400">
                <a:solidFill>
                  <a:schemeClr val="dk1"/>
                </a:solidFill>
                <a:latin typeface="Calibri"/>
                <a:ea typeface="Calibri"/>
                <a:cs typeface="Calibri"/>
                <a:sym typeface="Calibri"/>
              </a:rPr>
              <a:t>: Loading </a:t>
            </a:r>
            <a:r>
              <a:rPr lang="en-GB" sz="2400" u="sng">
                <a:solidFill>
                  <a:srgbClr val="0000FF"/>
                </a:solidFill>
                <a:latin typeface="Calibri"/>
                <a:ea typeface="Calibri"/>
                <a:cs typeface="Calibri"/>
                <a:sym typeface="Calibri"/>
                <a:hlinkClick r:id="rId3">
                  <a:extLst>
                    <a:ext uri="{A12FA001-AC4F-418D-AE19-62706E023703}">
                      <ahyp:hlinkClr val="tx"/>
                    </a:ext>
                  </a:extLst>
                </a:hlinkClick>
              </a:rPr>
              <a:t>sample MongoDB Collections</a:t>
            </a:r>
            <a:r>
              <a:rPr lang="en-GB" sz="2400">
                <a:solidFill>
                  <a:schemeClr val="dk1"/>
                </a:solidFill>
                <a:latin typeface="Calibri"/>
                <a:ea typeface="Calibri"/>
                <a:cs typeface="Calibri"/>
                <a:sym typeface="Calibri"/>
              </a:rPr>
              <a:t> and demonstrating them in </a:t>
            </a:r>
            <a:r>
              <a:rPr lang="en-GB" sz="2400" u="sng">
                <a:solidFill>
                  <a:srgbClr val="0000FF"/>
                </a:solidFill>
                <a:latin typeface="Calibri"/>
                <a:ea typeface="Calibri"/>
                <a:cs typeface="Calibri"/>
                <a:sym typeface="Calibri"/>
                <a:hlinkClick r:id="rId4">
                  <a:extLst>
                    <a:ext uri="{A12FA001-AC4F-418D-AE19-62706E023703}">
                      <ahyp:hlinkClr val="tx"/>
                    </a:ext>
                  </a:extLst>
                </a:hlinkClick>
              </a:rPr>
              <a:t>Compass</a:t>
            </a:r>
            <a:r>
              <a:rPr lang="en-GB" sz="2400">
                <a:solidFill>
                  <a:schemeClr val="dk1"/>
                </a:solidFill>
                <a:latin typeface="Calibri"/>
                <a:ea typeface="Calibri"/>
                <a:cs typeface="Calibri"/>
                <a:sym typeface="Calibri"/>
              </a:rPr>
              <a:t> and </a:t>
            </a:r>
            <a:r>
              <a:rPr lang="en-GB" sz="2400" u="sng">
                <a:solidFill>
                  <a:schemeClr val="dk1"/>
                </a:solidFill>
                <a:latin typeface="Calibri"/>
                <a:ea typeface="Calibri"/>
                <a:cs typeface="Calibri"/>
                <a:sym typeface="Calibri"/>
                <a:hlinkClick r:id="rId5">
                  <a:extLst>
                    <a:ext uri="{A12FA001-AC4F-418D-AE19-62706E023703}">
                      <ahyp:hlinkClr val="tx"/>
                    </a:ext>
                  </a:extLst>
                </a:hlinkClick>
              </a:rPr>
              <a:t>Atlas</a:t>
            </a:r>
            <a:r>
              <a:rPr lang="en-GB" sz="2400">
                <a:solidFill>
                  <a:schemeClr val="dk1"/>
                </a:solidFill>
                <a:latin typeface="Calibri"/>
                <a:ea typeface="Calibri"/>
                <a:cs typeface="Calibri"/>
                <a:sym typeface="Calibri"/>
              </a:rPr>
              <a:t>.  </a:t>
            </a:r>
            <a:endParaRPr/>
          </a:p>
          <a:p>
            <a:pPr indent="-342900" lvl="0" marL="342900" marR="127000" rtl="0" algn="l">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How to </a:t>
            </a:r>
            <a:r>
              <a:rPr lang="en-GB" sz="2400" u="sng">
                <a:solidFill>
                  <a:srgbClr val="0000FF"/>
                </a:solidFill>
                <a:latin typeface="Calibri"/>
                <a:ea typeface="Calibri"/>
                <a:cs typeface="Calibri"/>
                <a:sym typeface="Calibri"/>
                <a:hlinkClick r:id="rId6">
                  <a:extLst>
                    <a:ext uri="{A12FA001-AC4F-418D-AE19-62706E023703}">
                      <ahyp:hlinkClr val="tx"/>
                    </a:ext>
                  </a:extLst>
                </a:hlinkClick>
              </a:rPr>
              <a:t>Manage Documents</a:t>
            </a:r>
            <a:r>
              <a:rPr lang="en-GB" sz="2400">
                <a:solidFill>
                  <a:schemeClr val="dk1"/>
                </a:solidFill>
                <a:latin typeface="Calibri"/>
                <a:ea typeface="Calibri"/>
                <a:cs typeface="Calibri"/>
                <a:sym typeface="Calibri"/>
              </a:rPr>
              <a:t> in a Collection:</a:t>
            </a:r>
            <a:endParaRPr/>
          </a:p>
          <a:p>
            <a:pPr indent="0" lvl="0" marL="153035" marR="0" rtl="0" algn="l">
              <a:spcBef>
                <a:spcPts val="0"/>
              </a:spcBef>
              <a:spcAft>
                <a:spcPts val="0"/>
              </a:spcAft>
              <a:buNone/>
            </a:pPr>
            <a:r>
              <a:rPr lang="en-GB" sz="2400">
                <a:solidFill>
                  <a:srgbClr val="333333"/>
                </a:solidFill>
                <a:latin typeface="Calibri"/>
                <a:ea typeface="Calibri"/>
                <a:cs typeface="Calibri"/>
                <a:sym typeface="Calibri"/>
              </a:rPr>
              <a:t>Demo’s on </a:t>
            </a:r>
            <a:r>
              <a:rPr lang="en-GB" sz="2400" u="sng">
                <a:solidFill>
                  <a:srgbClr val="0563C1"/>
                </a:solidFill>
                <a:latin typeface="Calibri"/>
                <a:ea typeface="Calibri"/>
                <a:cs typeface="Calibri"/>
                <a:sym typeface="Calibri"/>
                <a:hlinkClick r:id="rId7">
                  <a:extLst>
                    <a:ext uri="{A12FA001-AC4F-418D-AE19-62706E023703}">
                      <ahyp:hlinkClr val="tx"/>
                    </a:ext>
                  </a:extLst>
                </a:hlinkClick>
              </a:rPr>
              <a:t>view</a:t>
            </a:r>
            <a:r>
              <a:rPr lang="en-GB" sz="2400">
                <a:solidFill>
                  <a:srgbClr val="333333"/>
                </a:solidFill>
                <a:latin typeface="Calibri"/>
                <a:ea typeface="Calibri"/>
                <a:cs typeface="Calibri"/>
                <a:sym typeface="Calibri"/>
              </a:rPr>
              <a:t>, </a:t>
            </a:r>
            <a:r>
              <a:rPr lang="en-GB" sz="2400" u="sng">
                <a:solidFill>
                  <a:srgbClr val="0563C1"/>
                </a:solidFill>
                <a:latin typeface="Calibri"/>
                <a:ea typeface="Calibri"/>
                <a:cs typeface="Calibri"/>
                <a:sym typeface="Calibri"/>
                <a:hlinkClick r:id="rId8">
                  <a:extLst>
                    <a:ext uri="{A12FA001-AC4F-418D-AE19-62706E023703}">
                      <ahyp:hlinkClr val="tx"/>
                    </a:ext>
                  </a:extLst>
                </a:hlinkClick>
              </a:rPr>
              <a:t>insert</a:t>
            </a:r>
            <a:r>
              <a:rPr lang="en-GB" sz="2400">
                <a:solidFill>
                  <a:srgbClr val="333333"/>
                </a:solidFill>
                <a:latin typeface="Calibri"/>
                <a:ea typeface="Calibri"/>
                <a:cs typeface="Calibri"/>
                <a:sym typeface="Calibri"/>
              </a:rPr>
              <a:t>, </a:t>
            </a:r>
            <a:r>
              <a:rPr lang="en-GB" sz="2400" u="sng">
                <a:solidFill>
                  <a:srgbClr val="0563C1"/>
                </a:solidFill>
                <a:latin typeface="Calibri"/>
                <a:ea typeface="Calibri"/>
                <a:cs typeface="Calibri"/>
                <a:sym typeface="Calibri"/>
                <a:hlinkClick r:id="rId9">
                  <a:extLst>
                    <a:ext uri="{A12FA001-AC4F-418D-AE19-62706E023703}">
                      <ahyp:hlinkClr val="tx"/>
                    </a:ext>
                  </a:extLst>
                </a:hlinkClick>
              </a:rPr>
              <a:t>modify</a:t>
            </a:r>
            <a:r>
              <a:rPr lang="en-GB" sz="2400">
                <a:solidFill>
                  <a:srgbClr val="333333"/>
                </a:solidFill>
                <a:latin typeface="Calibri"/>
                <a:ea typeface="Calibri"/>
                <a:cs typeface="Calibri"/>
                <a:sym typeface="Calibri"/>
              </a:rPr>
              <a:t>, </a:t>
            </a:r>
            <a:r>
              <a:rPr lang="en-GB" sz="2400" u="sng">
                <a:solidFill>
                  <a:srgbClr val="0563C1"/>
                </a:solidFill>
                <a:latin typeface="Calibri"/>
                <a:ea typeface="Calibri"/>
                <a:cs typeface="Calibri"/>
                <a:sym typeface="Calibri"/>
                <a:hlinkClick r:id="rId10">
                  <a:extLst>
                    <a:ext uri="{A12FA001-AC4F-418D-AE19-62706E023703}">
                      <ahyp:hlinkClr val="tx"/>
                    </a:ext>
                  </a:extLst>
                </a:hlinkClick>
              </a:rPr>
              <a:t>clone</a:t>
            </a:r>
            <a:r>
              <a:rPr lang="en-GB" sz="2400">
                <a:solidFill>
                  <a:srgbClr val="333333"/>
                </a:solidFill>
                <a:latin typeface="Calibri"/>
                <a:ea typeface="Calibri"/>
                <a:cs typeface="Calibri"/>
                <a:sym typeface="Calibri"/>
              </a:rPr>
              <a:t>, and </a:t>
            </a:r>
            <a:r>
              <a:rPr lang="en-GB" sz="2400" u="sng">
                <a:solidFill>
                  <a:srgbClr val="0563C1"/>
                </a:solidFill>
                <a:latin typeface="Calibri"/>
                <a:ea typeface="Calibri"/>
                <a:cs typeface="Calibri"/>
                <a:sym typeface="Calibri"/>
                <a:hlinkClick r:id="rId11">
                  <a:extLst>
                    <a:ext uri="{A12FA001-AC4F-418D-AE19-62706E023703}">
                      <ahyp:hlinkClr val="tx"/>
                    </a:ext>
                  </a:extLst>
                </a:hlinkClick>
              </a:rPr>
              <a:t>delete</a:t>
            </a:r>
            <a:r>
              <a:rPr lang="en-GB" sz="2400">
                <a:solidFill>
                  <a:srgbClr val="333333"/>
                </a:solidFill>
                <a:latin typeface="Calibri"/>
                <a:ea typeface="Calibri"/>
                <a:cs typeface="Calibri"/>
                <a:sym typeface="Calibri"/>
              </a:rPr>
              <a:t> documents in a selected collection or view.</a:t>
            </a:r>
            <a:endParaRPr sz="2400">
              <a:solidFill>
                <a:schemeClr val="dk1"/>
              </a:solidFill>
              <a:latin typeface="Calibri"/>
              <a:ea typeface="Calibri"/>
              <a:cs typeface="Calibri"/>
              <a:sym typeface="Calibri"/>
            </a:endParaRPr>
          </a:p>
          <a:p>
            <a:pPr indent="-285750" lvl="1" marL="742950" marR="0" rtl="0" algn="l">
              <a:spcBef>
                <a:spcPts val="0"/>
              </a:spcBef>
              <a:spcAft>
                <a:spcPts val="0"/>
              </a:spcAft>
              <a:buClr>
                <a:schemeClr val="dk1"/>
              </a:buClr>
              <a:buSzPts val="1000"/>
              <a:buFont typeface="Calibri"/>
              <a:buAutoNum type="alphaLcParenR"/>
            </a:pPr>
            <a:r>
              <a:rPr b="0" i="0" lang="en-GB" sz="2400" u="none" cap="none" strike="noStrike">
                <a:solidFill>
                  <a:schemeClr val="dk1"/>
                </a:solidFill>
                <a:latin typeface="Calibri"/>
                <a:ea typeface="Calibri"/>
                <a:cs typeface="Calibri"/>
                <a:sym typeface="Calibri"/>
              </a:rPr>
              <a:t>Create Operations - </a:t>
            </a:r>
            <a:r>
              <a:rPr b="0" i="0" lang="en-GB" sz="2400" u="sng" cap="none" strike="noStrike">
                <a:solidFill>
                  <a:srgbClr val="0000FF"/>
                </a:solidFill>
                <a:latin typeface="Calibri"/>
                <a:ea typeface="Calibri"/>
                <a:cs typeface="Calibri"/>
                <a:sym typeface="Calibri"/>
                <a:hlinkClick r:id="rId12">
                  <a:extLst>
                    <a:ext uri="{A12FA001-AC4F-418D-AE19-62706E023703}">
                      <ahyp:hlinkClr val="tx"/>
                    </a:ext>
                  </a:extLst>
                </a:hlinkClick>
              </a:rPr>
              <a:t>Import Data into a Collection</a:t>
            </a:r>
            <a:r>
              <a:rPr b="0" i="0" lang="en-GB" sz="2400" u="sng" cap="none" strike="noStrike">
                <a:solidFill>
                  <a:srgbClr val="0000FF"/>
                </a:solidFill>
                <a:latin typeface="Calibri"/>
                <a:ea typeface="Calibri"/>
                <a:cs typeface="Calibri"/>
                <a:sym typeface="Calibri"/>
              </a:rPr>
              <a:t> </a:t>
            </a:r>
            <a:r>
              <a:rPr b="0" i="0" lang="en-GB" sz="2000" u="none" cap="none" strike="noStrike">
                <a:solidFill>
                  <a:schemeClr val="dk1"/>
                </a:solidFill>
                <a:latin typeface="Calibri"/>
                <a:ea typeface="Calibri"/>
                <a:cs typeface="Calibri"/>
                <a:sym typeface="Calibri"/>
              </a:rPr>
              <a:t>(insert 2 more documents via a CSV)</a:t>
            </a:r>
            <a:endParaRPr b="0" i="0" sz="2400" u="none" cap="none" strike="noStrike">
              <a:solidFill>
                <a:schemeClr val="dk1"/>
              </a:solidFill>
              <a:latin typeface="Calibri"/>
              <a:ea typeface="Calibri"/>
              <a:cs typeface="Calibri"/>
              <a:sym typeface="Calibri"/>
            </a:endParaRPr>
          </a:p>
          <a:p>
            <a:pPr indent="-285750" lvl="1" marL="742950" marR="0" rtl="0" algn="l">
              <a:spcBef>
                <a:spcPts val="0"/>
              </a:spcBef>
              <a:spcAft>
                <a:spcPts val="0"/>
              </a:spcAft>
              <a:buClr>
                <a:schemeClr val="dk1"/>
              </a:buClr>
              <a:buSzPts val="1000"/>
              <a:buFont typeface="Calibri"/>
              <a:buAutoNum type="alphaLcParenR"/>
            </a:pPr>
            <a:r>
              <a:rPr b="0" i="0" lang="en-GB" sz="2400" u="none" cap="none" strike="noStrike">
                <a:solidFill>
                  <a:schemeClr val="dk1"/>
                </a:solidFill>
                <a:latin typeface="Calibri"/>
                <a:ea typeface="Calibri"/>
                <a:cs typeface="Calibri"/>
                <a:sym typeface="Calibri"/>
              </a:rPr>
              <a:t>View Operation – </a:t>
            </a:r>
            <a:r>
              <a:rPr b="0" i="0" lang="en-GB" sz="2400" u="sng" cap="none" strike="noStrike">
                <a:solidFill>
                  <a:srgbClr val="0563C1"/>
                </a:solidFill>
                <a:latin typeface="Calibri"/>
                <a:ea typeface="Calibri"/>
                <a:cs typeface="Calibri"/>
                <a:sym typeface="Calibri"/>
                <a:hlinkClick r:id="rId13">
                  <a:extLst>
                    <a:ext uri="{A12FA001-AC4F-418D-AE19-62706E023703}">
                      <ahyp:hlinkClr val="tx"/>
                    </a:ext>
                  </a:extLst>
                </a:hlinkClick>
              </a:rPr>
              <a:t>view</a:t>
            </a:r>
            <a:endParaRPr b="0" i="0" sz="2400" u="none" cap="none" strike="noStrike">
              <a:solidFill>
                <a:schemeClr val="dk1"/>
              </a:solidFill>
              <a:latin typeface="Calibri"/>
              <a:ea typeface="Calibri"/>
              <a:cs typeface="Calibri"/>
              <a:sym typeface="Calibri"/>
            </a:endParaRPr>
          </a:p>
          <a:p>
            <a:pPr indent="-285750" lvl="1" marL="742950" marR="0" rtl="0" algn="l">
              <a:spcBef>
                <a:spcPts val="0"/>
              </a:spcBef>
              <a:spcAft>
                <a:spcPts val="0"/>
              </a:spcAft>
              <a:buClr>
                <a:schemeClr val="dk1"/>
              </a:buClr>
              <a:buSzPts val="1000"/>
              <a:buFont typeface="Calibri"/>
              <a:buAutoNum type="alphaLcParenR"/>
            </a:pPr>
            <a:r>
              <a:rPr b="0" i="0" lang="en-GB" sz="2400" u="none" cap="none" strike="noStrike">
                <a:solidFill>
                  <a:schemeClr val="dk1"/>
                </a:solidFill>
                <a:latin typeface="Calibri"/>
                <a:ea typeface="Calibri"/>
                <a:cs typeface="Calibri"/>
                <a:sym typeface="Calibri"/>
              </a:rPr>
              <a:t>Insert operation –</a:t>
            </a:r>
            <a:r>
              <a:rPr b="0" i="0" lang="en-GB" sz="2400" u="sng" cap="none" strike="noStrike">
                <a:solidFill>
                  <a:srgbClr val="0563C1"/>
                </a:solidFill>
                <a:latin typeface="Calibri"/>
                <a:ea typeface="Calibri"/>
                <a:cs typeface="Calibri"/>
                <a:sym typeface="Calibri"/>
                <a:hlinkClick r:id="rId14">
                  <a:extLst>
                    <a:ext uri="{A12FA001-AC4F-418D-AE19-62706E023703}">
                      <ahyp:hlinkClr val="tx"/>
                    </a:ext>
                  </a:extLst>
                </a:hlinkClick>
              </a:rPr>
              <a:t>insert</a:t>
            </a:r>
            <a:r>
              <a:rPr b="0" i="0" lang="en-GB" sz="2400" u="none" cap="none" strike="noStrike">
                <a:solidFill>
                  <a:srgbClr val="333333"/>
                </a:solidFill>
                <a:latin typeface="Calibri"/>
                <a:ea typeface="Calibri"/>
                <a:cs typeface="Calibri"/>
                <a:sym typeface="Calibri"/>
              </a:rPr>
              <a:t>  </a:t>
            </a:r>
            <a:r>
              <a:rPr b="0" i="0" lang="en-GB" sz="2000" u="none" cap="none" strike="noStrike">
                <a:solidFill>
                  <a:srgbClr val="333333"/>
                </a:solidFill>
                <a:latin typeface="Calibri"/>
                <a:ea typeface="Calibri"/>
                <a:cs typeface="Calibri"/>
                <a:sym typeface="Calibri"/>
              </a:rPr>
              <a:t>(insert 2 json documents into the collection)</a:t>
            </a:r>
            <a:endParaRPr b="0" i="0" sz="2000" u="none" cap="none" strike="noStrike">
              <a:solidFill>
                <a:schemeClr val="dk1"/>
              </a:solidFill>
              <a:latin typeface="Calibri"/>
              <a:ea typeface="Calibri"/>
              <a:cs typeface="Calibri"/>
              <a:sym typeface="Calibri"/>
            </a:endParaRPr>
          </a:p>
          <a:p>
            <a:pPr indent="-285750" lvl="1" marL="742950" marR="0" rtl="0" algn="l">
              <a:spcBef>
                <a:spcPts val="0"/>
              </a:spcBef>
              <a:spcAft>
                <a:spcPts val="0"/>
              </a:spcAft>
              <a:buClr>
                <a:schemeClr val="dk1"/>
              </a:buClr>
              <a:buSzPts val="1000"/>
              <a:buFont typeface="Calibri"/>
              <a:buAutoNum type="alphaLcParenR"/>
            </a:pPr>
            <a:r>
              <a:rPr b="0" i="0" lang="en-GB" sz="2400" u="none" cap="none" strike="noStrike">
                <a:solidFill>
                  <a:schemeClr val="dk1"/>
                </a:solidFill>
                <a:latin typeface="Calibri"/>
                <a:ea typeface="Calibri"/>
                <a:cs typeface="Calibri"/>
                <a:sym typeface="Calibri"/>
              </a:rPr>
              <a:t>Modify operation - </a:t>
            </a:r>
            <a:r>
              <a:rPr b="0" i="0" lang="en-GB" sz="2400" u="sng" cap="none" strike="noStrike">
                <a:solidFill>
                  <a:srgbClr val="0563C1"/>
                </a:solidFill>
                <a:latin typeface="Calibri"/>
                <a:ea typeface="Calibri"/>
                <a:cs typeface="Calibri"/>
                <a:sym typeface="Calibri"/>
                <a:hlinkClick r:id="rId15">
                  <a:extLst>
                    <a:ext uri="{A12FA001-AC4F-418D-AE19-62706E023703}">
                      <ahyp:hlinkClr val="tx"/>
                    </a:ext>
                  </a:extLst>
                </a:hlinkClick>
              </a:rPr>
              <a:t>modify</a:t>
            </a:r>
            <a:r>
              <a:rPr b="0" i="0" lang="en-GB" sz="2400" u="none" cap="none" strike="noStrike">
                <a:solidFill>
                  <a:schemeClr val="dk1"/>
                </a:solidFill>
                <a:latin typeface="Calibri"/>
                <a:ea typeface="Calibri"/>
                <a:cs typeface="Calibri"/>
                <a:sym typeface="Calibri"/>
              </a:rPr>
              <a:t> </a:t>
            </a:r>
            <a:endParaRPr/>
          </a:p>
          <a:p>
            <a:pPr indent="-285750" lvl="1" marL="742950" marR="0" rtl="0" algn="l">
              <a:spcBef>
                <a:spcPts val="0"/>
              </a:spcBef>
              <a:spcAft>
                <a:spcPts val="0"/>
              </a:spcAft>
              <a:buClr>
                <a:schemeClr val="dk1"/>
              </a:buClr>
              <a:buSzPts val="1000"/>
              <a:buFont typeface="Calibri"/>
              <a:buAutoNum type="alphaLcParenR"/>
            </a:pPr>
            <a:r>
              <a:rPr b="0" i="0" lang="en-GB" sz="2400" u="none" cap="none" strike="noStrike">
                <a:solidFill>
                  <a:schemeClr val="dk1"/>
                </a:solidFill>
                <a:latin typeface="Calibri"/>
                <a:ea typeface="Calibri"/>
                <a:cs typeface="Calibri"/>
                <a:sym typeface="Calibri"/>
              </a:rPr>
              <a:t>Clone Operation - </a:t>
            </a:r>
            <a:r>
              <a:rPr b="0" i="0" lang="en-GB" sz="2400" u="sng" cap="none" strike="noStrike">
                <a:solidFill>
                  <a:srgbClr val="0563C1"/>
                </a:solidFill>
                <a:latin typeface="Calibri"/>
                <a:ea typeface="Calibri"/>
                <a:cs typeface="Calibri"/>
                <a:sym typeface="Calibri"/>
                <a:hlinkClick r:id="rId16">
                  <a:extLst>
                    <a:ext uri="{A12FA001-AC4F-418D-AE19-62706E023703}">
                      <ahyp:hlinkClr val="tx"/>
                    </a:ext>
                  </a:extLst>
                </a:hlinkClick>
              </a:rPr>
              <a:t>clone</a:t>
            </a:r>
            <a:r>
              <a:rPr b="0" i="0" lang="en-GB" sz="2400" u="none" cap="none" strike="noStrike">
                <a:solidFill>
                  <a:srgbClr val="333333"/>
                </a:solidFill>
                <a:latin typeface="Calibri"/>
                <a:ea typeface="Calibri"/>
                <a:cs typeface="Calibri"/>
                <a:sym typeface="Calibri"/>
              </a:rPr>
              <a:t> </a:t>
            </a:r>
            <a:endParaRPr b="0" i="0" sz="2400" u="none" cap="none" strike="noStrike">
              <a:solidFill>
                <a:schemeClr val="dk1"/>
              </a:solidFill>
              <a:latin typeface="Calibri"/>
              <a:ea typeface="Calibri"/>
              <a:cs typeface="Calibri"/>
              <a:sym typeface="Calibri"/>
            </a:endParaRPr>
          </a:p>
          <a:p>
            <a:pPr indent="-285750" lvl="1" marL="742950" marR="0" rtl="0" algn="l">
              <a:spcBef>
                <a:spcPts val="0"/>
              </a:spcBef>
              <a:spcAft>
                <a:spcPts val="0"/>
              </a:spcAft>
              <a:buClr>
                <a:srgbClr val="333333"/>
              </a:buClr>
              <a:buSzPts val="1000"/>
              <a:buFont typeface="Calibri"/>
              <a:buAutoNum type="alphaLcParenR"/>
            </a:pPr>
            <a:r>
              <a:rPr b="0" i="0" lang="en-GB" sz="2400" u="none" cap="none" strike="noStrike">
                <a:solidFill>
                  <a:srgbClr val="333333"/>
                </a:solidFill>
                <a:latin typeface="Calibri"/>
                <a:ea typeface="Calibri"/>
                <a:cs typeface="Calibri"/>
                <a:sym typeface="Calibri"/>
              </a:rPr>
              <a:t>Delete operation - </a:t>
            </a:r>
            <a:r>
              <a:rPr b="0" i="0" lang="en-GB" sz="2400" u="sng" cap="none" strike="noStrike">
                <a:solidFill>
                  <a:srgbClr val="0563C1"/>
                </a:solidFill>
                <a:latin typeface="Calibri"/>
                <a:ea typeface="Calibri"/>
                <a:cs typeface="Calibri"/>
                <a:sym typeface="Calibri"/>
                <a:hlinkClick r:id="rId17">
                  <a:extLst>
                    <a:ext uri="{A12FA001-AC4F-418D-AE19-62706E023703}">
                      <ahyp:hlinkClr val="tx"/>
                    </a:ext>
                  </a:extLst>
                </a:hlinkClick>
              </a:rPr>
              <a:t>delete</a:t>
            </a:r>
            <a:endParaRPr b="0" i="0" sz="2400" u="none" cap="none" strike="noStrike">
              <a:solidFill>
                <a:schemeClr val="dk1"/>
              </a:solidFill>
              <a:latin typeface="Calibri"/>
              <a:ea typeface="Calibri"/>
              <a:cs typeface="Calibri"/>
              <a:sym typeface="Calibri"/>
            </a:endParaRPr>
          </a:p>
          <a:p>
            <a:pPr indent="0" lvl="0" marL="153035" marR="0" rtl="0" algn="l">
              <a:spcBef>
                <a:spcPts val="0"/>
              </a:spcBef>
              <a:spcAft>
                <a:spcPts val="0"/>
              </a:spcAft>
              <a:buNone/>
            </a:pPr>
            <a:r>
              <a:rPr lang="en-GB" sz="2400">
                <a:solidFill>
                  <a:schemeClr val="dk1"/>
                </a:solidFill>
                <a:latin typeface="Calibri"/>
                <a:ea typeface="Calibri"/>
                <a:cs typeface="Calibri"/>
                <a:sym typeface="Calibri"/>
              </a:rPr>
              <a:t>Demo’s using </a:t>
            </a:r>
            <a:r>
              <a:rPr lang="en-GB" sz="2400" u="sng">
                <a:solidFill>
                  <a:srgbClr val="0000FF"/>
                </a:solidFill>
                <a:latin typeface="Calibri"/>
                <a:ea typeface="Calibri"/>
                <a:cs typeface="Calibri"/>
                <a:sym typeface="Calibri"/>
                <a:hlinkClick r:id="rId18">
                  <a:extLst>
                    <a:ext uri="{A12FA001-AC4F-418D-AE19-62706E023703}">
                      <ahyp:hlinkClr val="tx"/>
                    </a:ext>
                  </a:extLst>
                </a:hlinkClick>
              </a:rPr>
              <a:t>Atlas - CRUD Operations</a:t>
            </a:r>
            <a:endParaRPr sz="2400">
              <a:solidFill>
                <a:schemeClr val="dk1"/>
              </a:solidFill>
              <a:latin typeface="Calibri"/>
              <a:ea typeface="Calibri"/>
              <a:cs typeface="Calibri"/>
              <a:sym typeface="Calibri"/>
            </a:endParaRPr>
          </a:p>
          <a:p>
            <a:pPr indent="-139700" lvl="0" marL="342900" marR="0" rtl="0" algn="l">
              <a:spcBef>
                <a:spcPts val="0"/>
              </a:spcBef>
              <a:spcAft>
                <a:spcPts val="0"/>
              </a:spcAft>
              <a:buClr>
                <a:schemeClr val="dk1"/>
              </a:buClr>
              <a:buSzPts val="3200"/>
              <a:buFont typeface="Noto Sans Symbols"/>
              <a:buNone/>
            </a:pPr>
            <a:r>
              <a:t/>
            </a:r>
            <a:endParaRPr sz="3200">
              <a:solidFill>
                <a:schemeClr val="dk1"/>
              </a:solidFill>
              <a:latin typeface="Arial"/>
              <a:ea typeface="Arial"/>
              <a:cs typeface="Arial"/>
              <a:sym typeface="Arial"/>
            </a:endParaRPr>
          </a:p>
        </p:txBody>
      </p:sp>
      <p:sp>
        <p:nvSpPr>
          <p:cNvPr id="1311" name="Google Shape;1311;p136"/>
          <p:cNvSpPr txBox="1"/>
          <p:nvPr/>
        </p:nvSpPr>
        <p:spPr>
          <a:xfrm>
            <a:off x="394063" y="765406"/>
            <a:ext cx="11403874" cy="954107"/>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800"/>
              <a:buFont typeface="Noto Sans Symbols"/>
              <a:buChar char="∙"/>
            </a:pPr>
            <a:r>
              <a:rPr b="1" lang="en-GB" sz="2800">
                <a:solidFill>
                  <a:schemeClr val="dk1"/>
                </a:solidFill>
                <a:latin typeface="Calibri"/>
                <a:ea typeface="Calibri"/>
                <a:cs typeface="Calibri"/>
                <a:sym typeface="Calibri"/>
              </a:rPr>
              <a:t>MongoDB Collection</a:t>
            </a:r>
            <a:r>
              <a:rPr lang="en-GB" sz="2800">
                <a:solidFill>
                  <a:schemeClr val="dk1"/>
                </a:solidFill>
                <a:latin typeface="Calibri"/>
                <a:ea typeface="Calibri"/>
                <a:cs typeface="Calibri"/>
                <a:sym typeface="Calibri"/>
              </a:rPr>
              <a:t>: Loading </a:t>
            </a:r>
            <a:r>
              <a:rPr lang="en-GB" sz="2800" u="sng">
                <a:solidFill>
                  <a:srgbClr val="0000FF"/>
                </a:solidFill>
                <a:latin typeface="Calibri"/>
                <a:ea typeface="Calibri"/>
                <a:cs typeface="Calibri"/>
                <a:sym typeface="Calibri"/>
                <a:hlinkClick r:id="rId19">
                  <a:extLst>
                    <a:ext uri="{A12FA001-AC4F-418D-AE19-62706E023703}">
                      <ahyp:hlinkClr val="tx"/>
                    </a:ext>
                  </a:extLst>
                </a:hlinkClick>
              </a:rPr>
              <a:t>sample MongoDB Collections</a:t>
            </a:r>
            <a:r>
              <a:rPr lang="en-GB" sz="2800">
                <a:solidFill>
                  <a:schemeClr val="dk1"/>
                </a:solidFill>
                <a:latin typeface="Calibri"/>
                <a:ea typeface="Calibri"/>
                <a:cs typeface="Calibri"/>
                <a:sym typeface="Calibri"/>
              </a:rPr>
              <a:t> </a:t>
            </a:r>
            <a:endParaRPr/>
          </a:p>
          <a:p>
            <a:pPr indent="-342900" lvl="0" marL="342900" marR="0" rtl="0" algn="l">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and demonstrating them in </a:t>
            </a:r>
            <a:r>
              <a:rPr lang="en-GB" sz="2800" u="sng">
                <a:solidFill>
                  <a:srgbClr val="0000FF"/>
                </a:solidFill>
                <a:latin typeface="Calibri"/>
                <a:ea typeface="Calibri"/>
                <a:cs typeface="Calibri"/>
                <a:sym typeface="Calibri"/>
                <a:hlinkClick r:id="rId20">
                  <a:extLst>
                    <a:ext uri="{A12FA001-AC4F-418D-AE19-62706E023703}">
                      <ahyp:hlinkClr val="tx"/>
                    </a:ext>
                  </a:extLst>
                </a:hlinkClick>
              </a:rPr>
              <a:t>Compass</a:t>
            </a:r>
            <a:r>
              <a:rPr lang="en-GB" sz="2800">
                <a:solidFill>
                  <a:schemeClr val="dk1"/>
                </a:solidFill>
                <a:latin typeface="Calibri"/>
                <a:ea typeface="Calibri"/>
                <a:cs typeface="Calibri"/>
                <a:sym typeface="Calibri"/>
              </a:rPr>
              <a:t> and </a:t>
            </a:r>
            <a:r>
              <a:rPr lang="en-GB" sz="2800" u="sng">
                <a:solidFill>
                  <a:schemeClr val="dk1"/>
                </a:solidFill>
                <a:latin typeface="Calibri"/>
                <a:ea typeface="Calibri"/>
                <a:cs typeface="Calibri"/>
                <a:sym typeface="Calibri"/>
                <a:hlinkClick r:id="rId21">
                  <a:extLst>
                    <a:ext uri="{A12FA001-AC4F-418D-AE19-62706E023703}">
                      <ahyp:hlinkClr val="tx"/>
                    </a:ext>
                  </a:extLst>
                </a:hlinkClick>
              </a:rPr>
              <a:t>Atlas</a:t>
            </a:r>
            <a:r>
              <a:rPr lang="en-GB" sz="2800">
                <a:solidFill>
                  <a:schemeClr val="dk1"/>
                </a:solidFill>
                <a:latin typeface="Calibri"/>
                <a:ea typeface="Calibri"/>
                <a:cs typeface="Calibri"/>
                <a:sym typeface="Calibri"/>
              </a:rPr>
              <a:t>.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4_NG_MOC_Core_ModuleNew2">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NG_MOC_Core_ModuleNew2">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NG_MOC_Core_ModuleNew2">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2013-02-15T23:12:42Z</dcterms:created>
  <dc:creator>Author: Mansha Nawaz</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0x010100CAD660DD0DE5DD4D82E1EC353BA02EE9</vt:lpwstr>
  </property>
  <property fmtid="{D5CDD505-2E9C-101B-9397-08002B2CF9AE}" pid="3" name="IsMyDocuments">
    <vt:bool>true</vt:bool>
  </property>
  <property fmtid="{D5CDD505-2E9C-101B-9397-08002B2CF9AE}" pid="4" name="Related Type Document">
    <vt:lpwstr/>
  </property>
  <property fmtid="{D5CDD505-2E9C-101B-9397-08002B2CF9AE}" pid="5" name="Document Tag">
    <vt:lpwstr>24;#Content Templates|bdbbc9aa-4892-4816-9e36-bf1120da60e9</vt:lpwstr>
  </property>
  <property fmtid="{D5CDD505-2E9C-101B-9397-08002B2CF9AE}" pid="6" name="TaxKeyword">
    <vt:lpwstr/>
  </property>
  <property fmtid="{D5CDD505-2E9C-101B-9397-08002B2CF9AE}" pid="7" name="DocVizPreviewMetadata_Count">
    <vt:i4>12</vt:i4>
  </property>
  <property fmtid="{D5CDD505-2E9C-101B-9397-08002B2CF9AE}" pid="8" name="DocVizPreviewMetadata_0">
    <vt:lpwstr>300x168x2</vt:lpwstr>
  </property>
</Properties>
</file>